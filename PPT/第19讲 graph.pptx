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ink/ink1.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445" r:id="rId2"/>
    <p:sldId id="1486" r:id="rId3"/>
    <p:sldId id="2344" r:id="rId4"/>
    <p:sldId id="2345" r:id="rId5"/>
    <p:sldId id="2346" r:id="rId6"/>
    <p:sldId id="2348" r:id="rId7"/>
    <p:sldId id="2349" r:id="rId8"/>
    <p:sldId id="2350" r:id="rId9"/>
    <p:sldId id="2351" r:id="rId10"/>
    <p:sldId id="2352" r:id="rId11"/>
    <p:sldId id="2353" r:id="rId12"/>
    <p:sldId id="1535" r:id="rId13"/>
    <p:sldId id="2324" r:id="rId14"/>
    <p:sldId id="1543" r:id="rId15"/>
    <p:sldId id="1549" r:id="rId16"/>
    <p:sldId id="1550" r:id="rId17"/>
    <p:sldId id="1551" r:id="rId18"/>
    <p:sldId id="1548" r:id="rId19"/>
    <p:sldId id="2278" r:id="rId20"/>
    <p:sldId id="2369" r:id="rId21"/>
    <p:sldId id="2280" r:id="rId22"/>
    <p:sldId id="2370" r:id="rId23"/>
    <p:sldId id="2282" r:id="rId24"/>
    <p:sldId id="2283" r:id="rId25"/>
    <p:sldId id="2284" r:id="rId26"/>
    <p:sldId id="2285" r:id="rId27"/>
    <p:sldId id="2371" r:id="rId28"/>
    <p:sldId id="2287" r:id="rId29"/>
    <p:sldId id="2288" r:id="rId30"/>
    <p:sldId id="2289" r:id="rId31"/>
    <p:sldId id="2372" r:id="rId32"/>
    <p:sldId id="257" r:id="rId33"/>
    <p:sldId id="259" r:id="rId34"/>
    <p:sldId id="260" r:id="rId35"/>
    <p:sldId id="258" r:id="rId36"/>
    <p:sldId id="261" r:id="rId37"/>
    <p:sldId id="263"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6366" autoAdjust="0"/>
  </p:normalViewPr>
  <p:slideViewPr>
    <p:cSldViewPr snapToGrid="0">
      <p:cViewPr varScale="1">
        <p:scale>
          <a:sx n="109" d="100"/>
          <a:sy n="109"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0-05-06T08:36:47.636"/>
    </inkml:context>
    <inkml:brush xml:id="br0">
      <inkml:brushProperty name="width" value="0.05292" units="cm"/>
      <inkml:brushProperty name="height" value="0.05292" units="cm"/>
      <inkml:brushProperty name="color" value="#FF0000"/>
    </inkml:brush>
  </inkml:definitions>
  <inkml:trace contextRef="#ctx0" brushRef="#br0">11241 15947 407 0,'-7'0'13'0,"1"-4"-4"0,-1 0 5 0,0 1-4 16,1-4 2-16,6 3-4 0,-6 1-1 0,6 3-1 0,0 0-1 16,0-4 0-16,-6 4 0 0,6-4 1 0,0 4-2 15,0 0-1-15,6 0-3 0,-12 0 2 0,12 0-1 16,-12 0 0-16,6-4-1 0,0 4 0 0,0 0 0 0,0 4 2 16,0-4-6-16,0 0 5 0,0 0-1 0,0-4-1 15,0 4-5-15,0 0 0 0,0 4 1 0,0-4 0 16,0 0 0-16,0 0 3 0,0 0-1 0,0 0-1 0,0 0 0 15,0 0 0-15,0 0-1 0,0 0 2 0,0 0-1 16,0 0 0-16,0 0 0 0,0 0 0 0,0 0 0 0,0 0 0 16,0 0 0-16,0 0-3 0,0 0 0 0,0 0-1 15,0 0 1-15,0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5E74C-0388-460B-8A1A-12262F716AB4}" type="datetimeFigureOut">
              <a:rPr lang="zh-CN" altLang="en-US" smtClean="0"/>
              <a:t>2025/12/16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12EA6-5A00-4649-A385-8C3D605DC768}" type="slidenum">
              <a:rPr lang="zh-CN" altLang="en-US" smtClean="0"/>
              <a:t>‹#›</a:t>
            </a:fld>
            <a:endParaRPr lang="zh-CN" altLang="en-US"/>
          </a:p>
        </p:txBody>
      </p:sp>
    </p:spTree>
    <p:extLst>
      <p:ext uri="{BB962C8B-B14F-4D97-AF65-F5344CB8AC3E}">
        <p14:creationId xmlns:p14="http://schemas.microsoft.com/office/powerpoint/2010/main" val="29034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2214FF63-7E78-4CEA-B78B-294BDB7C41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a:extLst>
              <a:ext uri="{FF2B5EF4-FFF2-40B4-BE49-F238E27FC236}">
                <a16:creationId xmlns:a16="http://schemas.microsoft.com/office/drawing/2014/main" id="{999858BC-515F-4514-A470-A99FA05D13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124" name="灯片编号占位符 3">
            <a:extLst>
              <a:ext uri="{FF2B5EF4-FFF2-40B4-BE49-F238E27FC236}">
                <a16:creationId xmlns:a16="http://schemas.microsoft.com/office/drawing/2014/main" id="{DB2CFB14-3F96-47B7-9206-1409F9E89C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222AA93-F3F5-44B4-89DC-39F3993E7439}" type="slidenum">
              <a:rPr lang="zh-CN" altLang="en-US" smtClean="0"/>
              <a:pPr fontAlgn="base">
                <a:spcBef>
                  <a:spcPct val="0"/>
                </a:spcBef>
                <a:spcAft>
                  <a:spcPct val="0"/>
                </a:spcAft>
              </a:pPr>
              <a:t>1</a:t>
            </a:fld>
            <a:endParaRPr lang="zh-CN" altLang="en-US"/>
          </a:p>
        </p:txBody>
      </p:sp>
    </p:spTree>
    <p:extLst>
      <p:ext uri="{BB962C8B-B14F-4D97-AF65-F5344CB8AC3E}">
        <p14:creationId xmlns:p14="http://schemas.microsoft.com/office/powerpoint/2010/main" val="268447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a:t>
            </a:fld>
            <a:endParaRPr lang="zh-CN" altLang="en-US"/>
          </a:p>
        </p:txBody>
      </p:sp>
    </p:spTree>
    <p:extLst>
      <p:ext uri="{BB962C8B-B14F-4D97-AF65-F5344CB8AC3E}">
        <p14:creationId xmlns:p14="http://schemas.microsoft.com/office/powerpoint/2010/main" val="1524147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a:t>
            </a:fld>
            <a:endParaRPr lang="zh-CN" altLang="en-US"/>
          </a:p>
        </p:txBody>
      </p:sp>
    </p:spTree>
    <p:extLst>
      <p:ext uri="{BB962C8B-B14F-4D97-AF65-F5344CB8AC3E}">
        <p14:creationId xmlns:p14="http://schemas.microsoft.com/office/powerpoint/2010/main" val="1647921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a:t>
            </a:fld>
            <a:endParaRPr lang="zh-CN" altLang="en-US"/>
          </a:p>
        </p:txBody>
      </p:sp>
    </p:spTree>
    <p:extLst>
      <p:ext uri="{BB962C8B-B14F-4D97-AF65-F5344CB8AC3E}">
        <p14:creationId xmlns:p14="http://schemas.microsoft.com/office/powerpoint/2010/main" val="1605086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a:t>
            </a:fld>
            <a:endParaRPr lang="zh-CN" altLang="en-US"/>
          </a:p>
        </p:txBody>
      </p:sp>
    </p:spTree>
    <p:extLst>
      <p:ext uri="{BB962C8B-B14F-4D97-AF65-F5344CB8AC3E}">
        <p14:creationId xmlns:p14="http://schemas.microsoft.com/office/powerpoint/2010/main" val="1754276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6</a:t>
            </a:fld>
            <a:endParaRPr lang="zh-CN" altLang="en-US"/>
          </a:p>
        </p:txBody>
      </p:sp>
    </p:spTree>
    <p:extLst>
      <p:ext uri="{BB962C8B-B14F-4D97-AF65-F5344CB8AC3E}">
        <p14:creationId xmlns:p14="http://schemas.microsoft.com/office/powerpoint/2010/main" val="1718483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7</a:t>
            </a:fld>
            <a:endParaRPr lang="zh-CN" altLang="en-US"/>
          </a:p>
        </p:txBody>
      </p:sp>
    </p:spTree>
    <p:extLst>
      <p:ext uri="{BB962C8B-B14F-4D97-AF65-F5344CB8AC3E}">
        <p14:creationId xmlns:p14="http://schemas.microsoft.com/office/powerpoint/2010/main" val="603968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8</a:t>
            </a:fld>
            <a:endParaRPr lang="zh-CN" altLang="en-US"/>
          </a:p>
        </p:txBody>
      </p:sp>
    </p:spTree>
    <p:extLst>
      <p:ext uri="{BB962C8B-B14F-4D97-AF65-F5344CB8AC3E}">
        <p14:creationId xmlns:p14="http://schemas.microsoft.com/office/powerpoint/2010/main" val="3010478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9</a:t>
            </a:fld>
            <a:endParaRPr lang="zh-CN" altLang="en-US"/>
          </a:p>
        </p:txBody>
      </p:sp>
    </p:spTree>
    <p:extLst>
      <p:ext uri="{BB962C8B-B14F-4D97-AF65-F5344CB8AC3E}">
        <p14:creationId xmlns:p14="http://schemas.microsoft.com/office/powerpoint/2010/main" val="292602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10</a:t>
            </a:fld>
            <a:endParaRPr lang="zh-CN" altLang="en-US"/>
          </a:p>
        </p:txBody>
      </p:sp>
    </p:spTree>
    <p:extLst>
      <p:ext uri="{BB962C8B-B14F-4D97-AF65-F5344CB8AC3E}">
        <p14:creationId xmlns:p14="http://schemas.microsoft.com/office/powerpoint/2010/main" val="3713433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11</a:t>
            </a:fld>
            <a:endParaRPr lang="zh-CN" altLang="en-US"/>
          </a:p>
        </p:txBody>
      </p:sp>
    </p:spTree>
    <p:extLst>
      <p:ext uri="{BB962C8B-B14F-4D97-AF65-F5344CB8AC3E}">
        <p14:creationId xmlns:p14="http://schemas.microsoft.com/office/powerpoint/2010/main" val="40202407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12</a:t>
            </a:fld>
            <a:endParaRPr lang="zh-CN" altLang="en-US"/>
          </a:p>
        </p:txBody>
      </p:sp>
    </p:spTree>
    <p:extLst>
      <p:ext uri="{BB962C8B-B14F-4D97-AF65-F5344CB8AC3E}">
        <p14:creationId xmlns:p14="http://schemas.microsoft.com/office/powerpoint/2010/main" val="1489441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13</a:t>
            </a:fld>
            <a:endParaRPr lang="zh-CN" altLang="en-US"/>
          </a:p>
        </p:txBody>
      </p:sp>
    </p:spTree>
    <p:extLst>
      <p:ext uri="{BB962C8B-B14F-4D97-AF65-F5344CB8AC3E}">
        <p14:creationId xmlns:p14="http://schemas.microsoft.com/office/powerpoint/2010/main" val="1628709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14</a:t>
            </a:fld>
            <a:endParaRPr lang="zh-CN" altLang="en-US"/>
          </a:p>
        </p:txBody>
      </p:sp>
    </p:spTree>
    <p:extLst>
      <p:ext uri="{BB962C8B-B14F-4D97-AF65-F5344CB8AC3E}">
        <p14:creationId xmlns:p14="http://schemas.microsoft.com/office/powerpoint/2010/main" val="799444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15</a:t>
            </a:fld>
            <a:endParaRPr lang="zh-CN" altLang="en-US"/>
          </a:p>
        </p:txBody>
      </p:sp>
    </p:spTree>
    <p:extLst>
      <p:ext uri="{BB962C8B-B14F-4D97-AF65-F5344CB8AC3E}">
        <p14:creationId xmlns:p14="http://schemas.microsoft.com/office/powerpoint/2010/main" val="1927163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16</a:t>
            </a:fld>
            <a:endParaRPr lang="zh-CN" altLang="en-US"/>
          </a:p>
        </p:txBody>
      </p:sp>
    </p:spTree>
    <p:extLst>
      <p:ext uri="{BB962C8B-B14F-4D97-AF65-F5344CB8AC3E}">
        <p14:creationId xmlns:p14="http://schemas.microsoft.com/office/powerpoint/2010/main" val="1028261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17</a:t>
            </a:fld>
            <a:endParaRPr lang="zh-CN" altLang="en-US"/>
          </a:p>
        </p:txBody>
      </p:sp>
    </p:spTree>
    <p:extLst>
      <p:ext uri="{BB962C8B-B14F-4D97-AF65-F5344CB8AC3E}">
        <p14:creationId xmlns:p14="http://schemas.microsoft.com/office/powerpoint/2010/main" val="1512723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18</a:t>
            </a:fld>
            <a:endParaRPr lang="zh-CN" altLang="en-US"/>
          </a:p>
        </p:txBody>
      </p:sp>
    </p:spTree>
    <p:extLst>
      <p:ext uri="{BB962C8B-B14F-4D97-AF65-F5344CB8AC3E}">
        <p14:creationId xmlns:p14="http://schemas.microsoft.com/office/powerpoint/2010/main" val="779250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19</a:t>
            </a:fld>
            <a:endParaRPr lang="zh-CN" altLang="en-US"/>
          </a:p>
        </p:txBody>
      </p:sp>
    </p:spTree>
    <p:extLst>
      <p:ext uri="{BB962C8B-B14F-4D97-AF65-F5344CB8AC3E}">
        <p14:creationId xmlns:p14="http://schemas.microsoft.com/office/powerpoint/2010/main" val="2278561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20</a:t>
            </a:fld>
            <a:endParaRPr lang="zh-CN" altLang="en-US"/>
          </a:p>
        </p:txBody>
      </p:sp>
    </p:spTree>
    <p:extLst>
      <p:ext uri="{BB962C8B-B14F-4D97-AF65-F5344CB8AC3E}">
        <p14:creationId xmlns:p14="http://schemas.microsoft.com/office/powerpoint/2010/main" val="7340927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21</a:t>
            </a:fld>
            <a:endParaRPr lang="zh-CN" altLang="en-US"/>
          </a:p>
        </p:txBody>
      </p:sp>
    </p:spTree>
    <p:extLst>
      <p:ext uri="{BB962C8B-B14F-4D97-AF65-F5344CB8AC3E}">
        <p14:creationId xmlns:p14="http://schemas.microsoft.com/office/powerpoint/2010/main" val="304355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22</a:t>
            </a:fld>
            <a:endParaRPr lang="zh-CN" altLang="en-US"/>
          </a:p>
        </p:txBody>
      </p:sp>
    </p:spTree>
    <p:extLst>
      <p:ext uri="{BB962C8B-B14F-4D97-AF65-F5344CB8AC3E}">
        <p14:creationId xmlns:p14="http://schemas.microsoft.com/office/powerpoint/2010/main" val="2643963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23</a:t>
            </a:fld>
            <a:endParaRPr lang="zh-CN" altLang="en-US"/>
          </a:p>
        </p:txBody>
      </p:sp>
    </p:spTree>
    <p:extLst>
      <p:ext uri="{BB962C8B-B14F-4D97-AF65-F5344CB8AC3E}">
        <p14:creationId xmlns:p14="http://schemas.microsoft.com/office/powerpoint/2010/main" val="2201300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24</a:t>
            </a:fld>
            <a:endParaRPr lang="zh-CN" altLang="en-US"/>
          </a:p>
        </p:txBody>
      </p:sp>
    </p:spTree>
    <p:extLst>
      <p:ext uri="{BB962C8B-B14F-4D97-AF65-F5344CB8AC3E}">
        <p14:creationId xmlns:p14="http://schemas.microsoft.com/office/powerpoint/2010/main" val="2987054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25</a:t>
            </a:fld>
            <a:endParaRPr lang="zh-CN" altLang="en-US"/>
          </a:p>
        </p:txBody>
      </p:sp>
    </p:spTree>
    <p:extLst>
      <p:ext uri="{BB962C8B-B14F-4D97-AF65-F5344CB8AC3E}">
        <p14:creationId xmlns:p14="http://schemas.microsoft.com/office/powerpoint/2010/main" val="1837163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26</a:t>
            </a:fld>
            <a:endParaRPr lang="zh-CN" altLang="en-US"/>
          </a:p>
        </p:txBody>
      </p:sp>
    </p:spTree>
    <p:extLst>
      <p:ext uri="{BB962C8B-B14F-4D97-AF65-F5344CB8AC3E}">
        <p14:creationId xmlns:p14="http://schemas.microsoft.com/office/powerpoint/2010/main" val="2695615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27</a:t>
            </a:fld>
            <a:endParaRPr lang="zh-CN" altLang="en-US"/>
          </a:p>
        </p:txBody>
      </p:sp>
    </p:spTree>
    <p:extLst>
      <p:ext uri="{BB962C8B-B14F-4D97-AF65-F5344CB8AC3E}">
        <p14:creationId xmlns:p14="http://schemas.microsoft.com/office/powerpoint/2010/main" val="3415114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28</a:t>
            </a:fld>
            <a:endParaRPr lang="zh-CN" altLang="en-US"/>
          </a:p>
        </p:txBody>
      </p:sp>
    </p:spTree>
    <p:extLst>
      <p:ext uri="{BB962C8B-B14F-4D97-AF65-F5344CB8AC3E}">
        <p14:creationId xmlns:p14="http://schemas.microsoft.com/office/powerpoint/2010/main" val="341279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29</a:t>
            </a:fld>
            <a:endParaRPr lang="zh-CN" altLang="en-US"/>
          </a:p>
        </p:txBody>
      </p:sp>
    </p:spTree>
    <p:extLst>
      <p:ext uri="{BB962C8B-B14F-4D97-AF65-F5344CB8AC3E}">
        <p14:creationId xmlns:p14="http://schemas.microsoft.com/office/powerpoint/2010/main" val="278967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30</a:t>
            </a:fld>
            <a:endParaRPr lang="zh-CN" altLang="en-US"/>
          </a:p>
        </p:txBody>
      </p:sp>
    </p:spTree>
    <p:extLst>
      <p:ext uri="{BB962C8B-B14F-4D97-AF65-F5344CB8AC3E}">
        <p14:creationId xmlns:p14="http://schemas.microsoft.com/office/powerpoint/2010/main" val="807056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31</a:t>
            </a:fld>
            <a:endParaRPr lang="zh-CN" altLang="en-US"/>
          </a:p>
        </p:txBody>
      </p:sp>
    </p:spTree>
    <p:extLst>
      <p:ext uri="{BB962C8B-B14F-4D97-AF65-F5344CB8AC3E}">
        <p14:creationId xmlns:p14="http://schemas.microsoft.com/office/powerpoint/2010/main" val="1698799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32</a:t>
            </a:fld>
            <a:endParaRPr lang="zh-CN" altLang="en-US"/>
          </a:p>
        </p:txBody>
      </p:sp>
    </p:spTree>
    <p:extLst>
      <p:ext uri="{BB962C8B-B14F-4D97-AF65-F5344CB8AC3E}">
        <p14:creationId xmlns:p14="http://schemas.microsoft.com/office/powerpoint/2010/main" val="1044841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33</a:t>
            </a:fld>
            <a:endParaRPr lang="zh-CN" altLang="en-US"/>
          </a:p>
        </p:txBody>
      </p:sp>
    </p:spTree>
    <p:extLst>
      <p:ext uri="{BB962C8B-B14F-4D97-AF65-F5344CB8AC3E}">
        <p14:creationId xmlns:p14="http://schemas.microsoft.com/office/powerpoint/2010/main" val="25501992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34</a:t>
            </a:fld>
            <a:endParaRPr lang="zh-CN" altLang="en-US"/>
          </a:p>
        </p:txBody>
      </p:sp>
    </p:spTree>
    <p:extLst>
      <p:ext uri="{BB962C8B-B14F-4D97-AF65-F5344CB8AC3E}">
        <p14:creationId xmlns:p14="http://schemas.microsoft.com/office/powerpoint/2010/main" val="2579247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35</a:t>
            </a:fld>
            <a:endParaRPr lang="zh-CN" altLang="en-US"/>
          </a:p>
        </p:txBody>
      </p:sp>
    </p:spTree>
    <p:extLst>
      <p:ext uri="{BB962C8B-B14F-4D97-AF65-F5344CB8AC3E}">
        <p14:creationId xmlns:p14="http://schemas.microsoft.com/office/powerpoint/2010/main" val="511376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36</a:t>
            </a:fld>
            <a:endParaRPr lang="zh-CN" altLang="en-US"/>
          </a:p>
        </p:txBody>
      </p:sp>
    </p:spTree>
    <p:extLst>
      <p:ext uri="{BB962C8B-B14F-4D97-AF65-F5344CB8AC3E}">
        <p14:creationId xmlns:p14="http://schemas.microsoft.com/office/powerpoint/2010/main" val="197787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37</a:t>
            </a:fld>
            <a:endParaRPr lang="zh-CN" altLang="en-US"/>
          </a:p>
        </p:txBody>
      </p:sp>
    </p:spTree>
    <p:extLst>
      <p:ext uri="{BB962C8B-B14F-4D97-AF65-F5344CB8AC3E}">
        <p14:creationId xmlns:p14="http://schemas.microsoft.com/office/powerpoint/2010/main" val="1939300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C38839-3093-4729-8FEC-B8F7E98C00C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6451D4-D3E9-4B1A-95FF-7D3B8AF5E6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3796E7-D825-4C6E-BB57-A7CD8789F83D}"/>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2509B286-5F09-4022-9FBE-42A79B112EF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5B49831-1415-4A89-9C0F-0B710298F66E}"/>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1886948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AF371C-923A-4556-89D9-6D9283A0A58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F452F5-C1B4-4538-A3E8-6DDD4E3FA59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2AD3449-79F7-4668-B887-D81CE8C889FA}"/>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3AD3B59D-BF5B-4DBC-9568-C8AAA663BA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140E4E-BBD4-4D8B-98E4-EA30CF029E5E}"/>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421186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BCA1D-712E-4F01-BAE5-8839C0DA0CC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7AE37AA-2A2A-48D0-8688-D6F59D6675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E0A6700-85CF-420A-ABAE-FF91735ED534}"/>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BF62237A-DAB1-4E98-8B5B-CC1845DB6F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5D0C69-48ED-4B44-A7D1-9AE23383CCF0}"/>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1798405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6A286-E7EE-4D49-B4B0-76832A5095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1139823-13D0-4FEF-A29A-E79B5866225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B9679F6-6354-42A0-8470-199F2822037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08206FB-A032-418A-BB97-4CE861AB4965}"/>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6" name="页脚占位符 5">
            <a:extLst>
              <a:ext uri="{FF2B5EF4-FFF2-40B4-BE49-F238E27FC236}">
                <a16:creationId xmlns:a16="http://schemas.microsoft.com/office/drawing/2014/main" id="{25238BE2-4D63-4513-89E9-8162B99BA4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A67CBF8-AFBC-4D68-AF29-C94A97009C0E}"/>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2443454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09053-D199-4CC7-98FA-E112AB4B42F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62E4443-2D08-45C3-A860-96FD1AF4F4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F96351A-C85B-412D-9175-4D3FD33ED5E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91DAADB-9A7A-4973-AE1B-CED0F83089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2AFD96D-F559-4505-952C-8BA09BFA93F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05D621F-C4F8-4B34-A7F6-16826D0507A7}"/>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8" name="页脚占位符 7">
            <a:extLst>
              <a:ext uri="{FF2B5EF4-FFF2-40B4-BE49-F238E27FC236}">
                <a16:creationId xmlns:a16="http://schemas.microsoft.com/office/drawing/2014/main" id="{D1B6E70F-70C0-4744-BA5C-79003E6B75B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1C0EED7-721D-410A-8683-671A021E0802}"/>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50076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05F9F-E778-4AF2-97CA-47B468DCD9E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5461C9F-E0FE-424D-BAD5-9433FCE030B4}"/>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4" name="页脚占位符 3">
            <a:extLst>
              <a:ext uri="{FF2B5EF4-FFF2-40B4-BE49-F238E27FC236}">
                <a16:creationId xmlns:a16="http://schemas.microsoft.com/office/drawing/2014/main" id="{D0C30F9B-24B1-4F3C-B51F-EF11DC105CF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71B3E22-D4E5-4B77-801C-2F976DDDF00B}"/>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176725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1BE8AAB-8A93-4DA4-91BB-AA1694AF7429}"/>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3" name="页脚占位符 2">
            <a:extLst>
              <a:ext uri="{FF2B5EF4-FFF2-40B4-BE49-F238E27FC236}">
                <a16:creationId xmlns:a16="http://schemas.microsoft.com/office/drawing/2014/main" id="{6E338EE8-71EA-462E-A54F-FCC3FC6F77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7FFFDF-496B-4AE6-A7F6-4838B6C69C1F}"/>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65182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B799E-158D-4F13-B1D8-75C44E56239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5B3B7AF-9C05-48B9-B50C-1D3595D5E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0F83C59-6E43-49DE-9EA3-A9A734C2F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B972035-E581-4546-A646-9CE73C3E322D}"/>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6" name="页脚占位符 5">
            <a:extLst>
              <a:ext uri="{FF2B5EF4-FFF2-40B4-BE49-F238E27FC236}">
                <a16:creationId xmlns:a16="http://schemas.microsoft.com/office/drawing/2014/main" id="{9016B245-4FB7-4C26-88C6-480F93289D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3EA37DF-1C3E-4187-9F19-56F9CF40D7D9}"/>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411931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29CBD2-48C7-4DD4-85B9-665DB9CA2E6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E43F06E-1C36-4C66-9E8E-1B38D38BBD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E2AACA3-D5EA-4976-B46A-426D9DD6B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E97B16B-9109-428A-AA9F-6433D823A3D4}"/>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6" name="页脚占位符 5">
            <a:extLst>
              <a:ext uri="{FF2B5EF4-FFF2-40B4-BE49-F238E27FC236}">
                <a16:creationId xmlns:a16="http://schemas.microsoft.com/office/drawing/2014/main" id="{43A6ED09-92F3-4027-B4D7-6B8809BEC0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EE1814-E277-48BF-A37C-B8DC23077C72}"/>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1845023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B03DE-A4A4-4F0A-A9BD-028DD3FCEC4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84C1679-A24E-4034-B873-263855CD395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D25EB0-BC97-43A3-83EE-556D5C864AC8}"/>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95A40581-EA82-4D2B-98B5-74D4D112DA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9EE154-45E0-4D8D-8A71-8D4CF08FF9A6}"/>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2210673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CEE343A-5B65-4716-95F1-9E48DCD8C9B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6F6630-FD54-4703-A7DD-DF2E514B53C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C43D9D7-7F8E-4C14-8CA9-F338013DDDCC}"/>
              </a:ext>
            </a:extLst>
          </p:cNvPr>
          <p:cNvSpPr>
            <a:spLocks noGrp="1"/>
          </p:cNvSpPr>
          <p:nvPr>
            <p:ph type="dt" sz="half" idx="10"/>
          </p:nvPr>
        </p:nvSpPr>
        <p:spPr/>
        <p:txBody>
          <a:body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051EEFCF-892B-49DF-A6EE-D431C832B2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FF0452-FBD7-4399-AEDE-FC430C2E636A}"/>
              </a:ext>
            </a:extLst>
          </p:cNvPr>
          <p:cNvSpPr>
            <a:spLocks noGrp="1"/>
          </p:cNvSpPr>
          <p:nvPr>
            <p:ph type="sldNum" sz="quarter" idx="12"/>
          </p:nvPr>
        </p:nvSpPr>
        <p:spPr/>
        <p:txBody>
          <a:body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4074282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73D5CAC-F429-4F2F-9F7B-6223C359040B}"/>
              </a:ext>
            </a:extLst>
          </p:cNvPr>
          <p:cNvSpPr txBox="1"/>
          <p:nvPr userDrawn="1"/>
        </p:nvSpPr>
        <p:spPr>
          <a:xfrm>
            <a:off x="76200" y="117475"/>
            <a:ext cx="1701800" cy="676275"/>
          </a:xfrm>
          <a:prstGeom prst="rect">
            <a:avLst/>
          </a:prstGeom>
          <a:noFill/>
        </p:spPr>
        <p:txBody>
          <a:bodyPr lIns="121900" tIns="60949" rIns="121900" bIns="60949">
            <a:spAutoFit/>
          </a:bodyPr>
          <a:lstStyle/>
          <a:p>
            <a:pPr eaLnBrk="1" fontAlgn="auto" hangingPunct="1">
              <a:spcBef>
                <a:spcPts val="0"/>
              </a:spcBef>
              <a:spcAft>
                <a:spcPts val="0"/>
              </a:spcAft>
              <a:defRPr/>
            </a:pPr>
            <a:r>
              <a:rPr lang="en-US" altLang="zh-CN" sz="3598" b="1" spc="-150" dirty="0">
                <a:solidFill>
                  <a:schemeClr val="accent1"/>
                </a:solidFill>
                <a:latin typeface="Arial Black" panose="020B0A04020102020204" pitchFamily="34" charset="0"/>
                <a:ea typeface="微软雅黑" panose="020B0503020204020204" pitchFamily="34" charset="-122"/>
              </a:rPr>
              <a:t>LOGO</a:t>
            </a:r>
            <a:endParaRPr lang="zh-CN" altLang="en-US" sz="3598" b="1" spc="-150" dirty="0">
              <a:solidFill>
                <a:schemeClr val="accent1"/>
              </a:solidFill>
              <a:latin typeface="Arial Black" panose="020B0A04020102020204" pitchFamily="34" charset="0"/>
              <a:ea typeface="微软雅黑" panose="020B0503020204020204" pitchFamily="34" charset="-122"/>
            </a:endParaRPr>
          </a:p>
        </p:txBody>
      </p:sp>
      <p:cxnSp>
        <p:nvCxnSpPr>
          <p:cNvPr id="3" name="直接连接符 2">
            <a:extLst>
              <a:ext uri="{FF2B5EF4-FFF2-40B4-BE49-F238E27FC236}">
                <a16:creationId xmlns:a16="http://schemas.microsoft.com/office/drawing/2014/main" id="{244DE135-33BF-4676-B43F-8AA62673A58B}"/>
              </a:ext>
            </a:extLst>
          </p:cNvPr>
          <p:cNvCxnSpPr/>
          <p:nvPr userDrawn="1"/>
        </p:nvCxnSpPr>
        <p:spPr>
          <a:xfrm>
            <a:off x="1562100" y="693738"/>
            <a:ext cx="10629900"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65028"/>
      </p:ext>
    </p:extLst>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1591E61-2795-47C4-BFA6-697F942D92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64E90BB-9C04-4BA4-8EBF-3BD6F7FF9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86B6A8-6B45-45E5-A763-39B87EACB0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54364-00D7-41EA-9F35-087FAD37449B}" type="datetimeFigureOut">
              <a:rPr lang="zh-CN" altLang="en-US" smtClean="0"/>
              <a:t>2025/12/16</a:t>
            </a:fld>
            <a:endParaRPr lang="zh-CN" altLang="en-US"/>
          </a:p>
        </p:txBody>
      </p:sp>
      <p:sp>
        <p:nvSpPr>
          <p:cNvPr id="5" name="页脚占位符 4">
            <a:extLst>
              <a:ext uri="{FF2B5EF4-FFF2-40B4-BE49-F238E27FC236}">
                <a16:creationId xmlns:a16="http://schemas.microsoft.com/office/drawing/2014/main" id="{B0F0F76C-578E-4398-A65C-C96041DE22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781C9BE-7819-4C7C-BFE7-801F21DF3C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6217EB-E339-4260-BB61-EC570DB8CA3F}" type="slidenum">
              <a:rPr lang="zh-CN" altLang="en-US" smtClean="0"/>
              <a:t>‹#›</a:t>
            </a:fld>
            <a:endParaRPr lang="zh-CN" altLang="en-US"/>
          </a:p>
        </p:txBody>
      </p:sp>
    </p:spTree>
    <p:extLst>
      <p:ext uri="{BB962C8B-B14F-4D97-AF65-F5344CB8AC3E}">
        <p14:creationId xmlns:p14="http://schemas.microsoft.com/office/powerpoint/2010/main" val="4021031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customXml" Target="../ink/ink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4">
            <a:extLst>
              <a:ext uri="{FF2B5EF4-FFF2-40B4-BE49-F238E27FC236}">
                <a16:creationId xmlns:a16="http://schemas.microsoft.com/office/drawing/2014/main" id="{13E189C7-8218-4052-85AE-E01EC1124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073">
            <a:extLst>
              <a:ext uri="{FF2B5EF4-FFF2-40B4-BE49-F238E27FC236}">
                <a16:creationId xmlns:a16="http://schemas.microsoft.com/office/drawing/2014/main" id="{F7D2571E-1D87-457C-8CCC-C3C98F94D652}"/>
              </a:ext>
            </a:extLst>
          </p:cNvPr>
          <p:cNvSpPr>
            <a:spLocks noGrp="1"/>
          </p:cNvSpPr>
          <p:nvPr/>
        </p:nvSpPr>
        <p:spPr>
          <a:xfrm>
            <a:off x="2390775" y="3140075"/>
            <a:ext cx="7772400" cy="950913"/>
          </a:xfrm>
          <a:prstGeom prst="rect">
            <a:avLst/>
          </a:prstGeom>
          <a:noFill/>
          <a:ln w="9525">
            <a:noFill/>
          </a:ln>
        </p:spPr>
        <p:txBody>
          <a:bodyPr anchor="ctr"/>
          <a:lstStyle/>
          <a:p>
            <a:pPr algn="ctr" fontAlgn="auto">
              <a:spcBef>
                <a:spcPts val="0"/>
              </a:spcBef>
              <a:spcAft>
                <a:spcPts val="0"/>
              </a:spcAft>
              <a:defRPr/>
            </a:pPr>
            <a:r>
              <a:rPr lang="zh-CN" altLang="en-US" sz="5400" noProof="1">
                <a:solidFill>
                  <a:srgbClr val="0066FF"/>
                </a:solidFill>
                <a:effectLst>
                  <a:outerShdw blurRad="38100" dist="38100" dir="2700000" algn="tl">
                    <a:srgbClr val="000000">
                      <a:alpha val="43137"/>
                    </a:srgbClr>
                  </a:outerShdw>
                </a:effectLst>
                <a:latin typeface="KaiTi" panose="02010609060101010101" charset="-122"/>
                <a:ea typeface="KaiTi" panose="02010609060101010101" charset="-122"/>
                <a:cs typeface="Times New Roman" panose="02020603050405020304" pitchFamily="2" charset="0"/>
              </a:rPr>
              <a:t>离散数学</a:t>
            </a:r>
          </a:p>
          <a:p>
            <a:pPr algn="ctr" fontAlgn="auto">
              <a:spcBef>
                <a:spcPts val="0"/>
              </a:spcBef>
              <a:spcAft>
                <a:spcPts val="0"/>
              </a:spcAft>
              <a:defRPr/>
            </a:pPr>
            <a:r>
              <a:rPr lang="en-US" altLang="zh-CN" sz="4400" noProof="1">
                <a:solidFill>
                  <a:srgbClr val="0066FF"/>
                </a:solidFill>
                <a:latin typeface="Arial Black" panose="020B0A04020102020204" charset="0"/>
                <a:ea typeface="+mn-ea"/>
                <a:cs typeface="Times New Roman" panose="02020603050405020304" pitchFamily="2" charset="0"/>
              </a:rPr>
              <a:t>Discrete Mathematics</a:t>
            </a:r>
          </a:p>
        </p:txBody>
      </p:sp>
      <p:sp>
        <p:nvSpPr>
          <p:cNvPr id="4100" name="矩形 3074">
            <a:extLst>
              <a:ext uri="{FF2B5EF4-FFF2-40B4-BE49-F238E27FC236}">
                <a16:creationId xmlns:a16="http://schemas.microsoft.com/office/drawing/2014/main" id="{AA238628-3C73-45C1-88BF-CA2DFF4F68C6}"/>
              </a:ext>
            </a:extLst>
          </p:cNvPr>
          <p:cNvSpPr>
            <a:spLocks noGrp="1" noChangeArrowheads="1"/>
          </p:cNvSpPr>
          <p:nvPr/>
        </p:nvSpPr>
        <p:spPr bwMode="auto">
          <a:xfrm>
            <a:off x="1485900" y="4337050"/>
            <a:ext cx="91043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计算机学院 </a:t>
            </a: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吴亦奇  </a:t>
            </a:r>
            <a:r>
              <a:rPr lang="en-US" altLang="zh-CN" sz="2400">
                <a:solidFill>
                  <a:srgbClr val="A50021"/>
                </a:solidFill>
                <a:latin typeface="Segoe UI Semibold" panose="020B0702040204020203" pitchFamily="34" charset="0"/>
                <a:ea typeface="宋体" panose="02010600030101010101" pitchFamily="2" charset="-122"/>
              </a:rPr>
              <a:t>wuyq</a:t>
            </a:r>
            <a:r>
              <a:rPr lang="zh-CN" altLang="en-US" sz="2400">
                <a:solidFill>
                  <a:srgbClr val="A50021"/>
                </a:solidFill>
                <a:latin typeface="Segoe UI Semibold" panose="020B0702040204020203" pitchFamily="34" charset="0"/>
                <a:ea typeface="宋体" panose="02010600030101010101" pitchFamily="2" charset="-122"/>
              </a:rPr>
              <a:t>@cug.edu.cn</a:t>
            </a:r>
            <a:endParaRPr lang="zh-CN" altLang="en-US" sz="32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101" name="内容占位符 3076">
            <a:extLst>
              <a:ext uri="{FF2B5EF4-FFF2-40B4-BE49-F238E27FC236}">
                <a16:creationId xmlns:a16="http://schemas.microsoft.com/office/drawing/2014/main" id="{31156996-2154-42A9-9D69-9E3C40E3A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225" y="1052513"/>
            <a:ext cx="9137650"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821093"/>
      </p:ext>
    </p:extLst>
  </p:cSld>
  <p:clrMapOvr>
    <a:masterClrMapping/>
  </p:clrMapOvr>
  <p:transition spd="slow" advTm="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4" name="标题 5121">
            <a:extLst>
              <a:ext uri="{FF2B5EF4-FFF2-40B4-BE49-F238E27FC236}">
                <a16:creationId xmlns:a16="http://schemas.microsoft.com/office/drawing/2014/main" id="{5A17C800-241B-4A93-8639-677019E0363C}"/>
              </a:ext>
            </a:extLst>
          </p:cNvPr>
          <p:cNvSpPr txBox="1">
            <a:spLocks/>
          </p:cNvSpPr>
          <p:nvPr/>
        </p:nvSpPr>
        <p:spPr>
          <a:xfrm>
            <a:off x="1915160" y="2860675"/>
            <a:ext cx="8361680" cy="1136650"/>
          </a:xfrm>
          <a:prstGeom prst="rect">
            <a:avLst/>
          </a:prstGeom>
          <a:ln>
            <a:noFill/>
            <a:miter/>
          </a:ln>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35000"/>
              </a:lnSpc>
            </a:pPr>
            <a:r>
              <a:rPr lang="zh-CN" altLang="en-US" sz="4200" b="1" noProof="1">
                <a:solidFill>
                  <a:srgbClr val="CC3300"/>
                </a:solidFill>
                <a:effectLst>
                  <a:outerShdw blurRad="38100" dist="38100" dir="2700000">
                    <a:srgbClr val="C0C0C0"/>
                  </a:outerShdw>
                </a:effectLst>
                <a:latin typeface="Arial" panose="020B0604020202020204" pitchFamily="34" charset="0"/>
                <a:ea typeface="SimHei" panose="02010609060101010101" pitchFamily="2" charset="-122"/>
              </a:rPr>
              <a:t>图</a:t>
            </a:r>
            <a:endParaRPr lang="en-US" altLang="zh-CN" sz="4200" b="1" noProof="1">
              <a:solidFill>
                <a:srgbClr val="CC3300"/>
              </a:solidFill>
              <a:effectLst>
                <a:outerShdw blurRad="38100" dist="38100" dir="2700000">
                  <a:srgbClr val="C0C0C0"/>
                </a:outerShdw>
              </a:effectLst>
              <a:latin typeface="Arial" panose="020B0604020202020204" pitchFamily="34" charset="0"/>
              <a:ea typeface="SimHei" panose="02010609060101010101" pitchFamily="2" charset="-122"/>
            </a:endParaRPr>
          </a:p>
          <a:p>
            <a:pPr algn="ctr" fontAlgn="base">
              <a:lnSpc>
                <a:spcPct val="135000"/>
              </a:lnSpc>
            </a:pPr>
            <a:r>
              <a:rPr lang="en-US" altLang="x-none" sz="4200" b="1" noProof="1">
                <a:effectLst>
                  <a:outerShdw blurRad="38100" dist="38100" dir="2700000">
                    <a:srgbClr val="C0C0C0"/>
                  </a:outerShdw>
                </a:effectLst>
                <a:latin typeface="Arial" panose="020B0604020202020204" pitchFamily="34" charset="0"/>
                <a:ea typeface="SimSun" panose="02010600030101010101" pitchFamily="2" charset="-122"/>
              </a:rPr>
              <a:t>Graph</a:t>
            </a:r>
            <a:endParaRPr lang="en-US" altLang="zh-CN" sz="4200" b="1" noProof="1">
              <a:effectLst>
                <a:outerShdw blurRad="38100" dist="38100" dir="2700000">
                  <a:srgbClr val="C0C0C0"/>
                </a:outerShdw>
              </a:effectLst>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50767381"/>
      </p:ext>
    </p:extLst>
  </p:cSld>
  <p:clrMapOvr>
    <a:masterClrMapping/>
  </p:clrMapOvr>
  <p:transition spd="slow" advTm="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4" name="Rectangle 2">
            <a:extLst>
              <a:ext uri="{FF2B5EF4-FFF2-40B4-BE49-F238E27FC236}">
                <a16:creationId xmlns:a16="http://schemas.microsoft.com/office/drawing/2014/main" id="{7C4E2DC8-1177-449A-B8C4-2370CA8DB1F2}"/>
              </a:ext>
            </a:extLst>
          </p:cNvPr>
          <p:cNvSpPr txBox="1">
            <a:spLocks noChangeArrowheads="1"/>
          </p:cNvSpPr>
          <p:nvPr/>
        </p:nvSpPr>
        <p:spPr>
          <a:xfrm>
            <a:off x="1493779" y="845103"/>
            <a:ext cx="9592232" cy="6191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zh-CN" sz="3200" b="1" dirty="0">
                <a:solidFill>
                  <a:srgbClr val="990000"/>
                </a:solidFill>
                <a:latin typeface="宋体" panose="02010600030101010101" pitchFamily="2" charset="-122"/>
                <a:ea typeface="宋体" panose="02010600030101010101" pitchFamily="2" charset="-122"/>
                <a:cs typeface="Times New Roman" panose="02020603050405020304" pitchFamily="18" charset="0"/>
              </a:rPr>
              <a:t> </a:t>
            </a:r>
            <a:r>
              <a:rPr lang="zh-CN" altLang="en-US" sz="3200" b="1" dirty="0">
                <a:solidFill>
                  <a:srgbClr val="990000"/>
                </a:solidFill>
                <a:latin typeface="宋体" panose="02010600030101010101" pitchFamily="2" charset="-122"/>
                <a:ea typeface="宋体" panose="02010600030101010101" pitchFamily="2" charset="-122"/>
                <a:cs typeface="Times New Roman" panose="02020603050405020304" pitchFamily="18" charset="0"/>
              </a:rPr>
              <a:t>路径与图连通性</a:t>
            </a:r>
          </a:p>
          <a:p>
            <a:pPr algn="just">
              <a:lnSpc>
                <a:spcPct val="110000"/>
              </a:lnSpc>
              <a:spcBef>
                <a:spcPts val="0"/>
              </a:spcBef>
              <a:buFontTx/>
              <a:buNone/>
            </a:pP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      图论中的许多概念和应用都与对图的遍历有关，即是从一个结点</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出发，到达与之相邻接的结点，在从该邻接结点出发到达其邻接的结点，依次类推，最后可以到达图中的某结点</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，从而就得到一条从</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到</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a:t>
            </a:r>
            <a:r>
              <a:rPr lang="zh-CN" altLang="en-US"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通路（</a:t>
            </a:r>
            <a:r>
              <a:rPr lang="en-US" altLang="zh-CN"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entry</a:t>
            </a:r>
            <a:r>
              <a:rPr lang="zh-CN" altLang="en-US"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。从</a:t>
            </a:r>
          </a:p>
          <a:p>
            <a:pPr algn="just">
              <a:lnSpc>
                <a:spcPct val="110000"/>
              </a:lnSpc>
              <a:spcBef>
                <a:spcPts val="0"/>
              </a:spcBef>
              <a:buFontTx/>
              <a:buNone/>
            </a:pP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到</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的通路</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W</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的表示：</a:t>
            </a:r>
          </a:p>
          <a:p>
            <a:pPr algn="just">
              <a:lnSpc>
                <a:spcPct val="110000"/>
              </a:lnSpc>
              <a:buFontTx/>
              <a:buNone/>
            </a:pP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      W: u=v</a:t>
            </a:r>
            <a:r>
              <a:rPr lang="es-ES_tradnl" altLang="zh-CN" b="1" baseline="-30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s-ES_tradnl" altLang="zh-CN" b="1" baseline="-30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s-ES_tradnl" altLang="zh-CN" b="1" baseline="-30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s-ES_tradnl" altLang="zh-CN" b="1" baseline="-30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k</a:t>
            </a: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=v，k</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a:t>
            </a:r>
            <a:r>
              <a:rPr lang="es-ES_tradnl"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endPar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nSpc>
                <a:spcPct val="110000"/>
              </a:lnSpc>
              <a:buFontTx/>
              <a:buNone/>
            </a:pP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	通路</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W</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常表示为</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u-v</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通路。这些结点序列中任意相邻的结点在图中是邻接的关系，称结点</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n-US" altLang="zh-CN" b="1" baseline="-25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i</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b="1"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i</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1,…,k</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）以及边</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n-US" altLang="zh-CN" b="1" baseline="-25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i</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n-US" altLang="zh-CN" b="1" baseline="-25000" dirty="0">
                <a:solidFill>
                  <a:srgbClr val="000000"/>
                </a:solidFill>
                <a:latin typeface="宋体" panose="02010600030101010101" pitchFamily="2" charset="-122"/>
                <a:ea typeface="宋体" panose="02010600030101010101" pitchFamily="2" charset="-122"/>
                <a:cs typeface="Times New Roman" panose="02020603050405020304" pitchFamily="18" charset="0"/>
              </a:rPr>
              <a:t>i+1</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b="1"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i</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=0,1,…,k-1)</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为通路</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W</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上的</a:t>
            </a:r>
            <a:r>
              <a:rPr lang="zh-CN" altLang="en-US" b="1" dirty="0">
                <a:solidFill>
                  <a:srgbClr val="0000FF"/>
                </a:solidFill>
                <a:latin typeface="宋体" panose="02010600030101010101" pitchFamily="2" charset="-122"/>
                <a:ea typeface="宋体" panose="02010600030101010101" pitchFamily="2" charset="-122"/>
                <a:cs typeface="Times New Roman" panose="02020603050405020304" pitchFamily="18" charset="0"/>
              </a:rPr>
              <a:t>结点</a:t>
            </a:r>
            <a:r>
              <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与</a:t>
            </a:r>
            <a:r>
              <a:rPr lang="zh-CN" altLang="en-US" b="1" dirty="0">
                <a:solidFill>
                  <a:srgbClr val="0000FF"/>
                </a:solidFill>
                <a:latin typeface="宋体" panose="02010600030101010101" pitchFamily="2" charset="-122"/>
                <a:ea typeface="宋体" panose="02010600030101010101" pitchFamily="2" charset="-122"/>
                <a:cs typeface="Times New Roman" panose="02020603050405020304" pitchFamily="18" charset="0"/>
              </a:rPr>
              <a:t>边</a:t>
            </a:r>
            <a:r>
              <a:rPr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b="1" dirty="0">
                <a:latin typeface="宋体" panose="02010600030101010101" pitchFamily="2" charset="-122"/>
                <a:ea typeface="宋体" panose="02010600030101010101" pitchFamily="2" charset="-122"/>
                <a:cs typeface="Times New Roman" panose="02020603050405020304" pitchFamily="18" charset="0"/>
              </a:rPr>
              <a:t> v</a:t>
            </a:r>
            <a:r>
              <a:rPr lang="en-US" altLang="zh-CN" b="1" baseline="-25000" dirty="0">
                <a:latin typeface="宋体" panose="02010600030101010101" pitchFamily="2" charset="-122"/>
                <a:ea typeface="宋体" panose="02010600030101010101" pitchFamily="2" charset="-122"/>
                <a:cs typeface="Times New Roman" panose="02020603050405020304" pitchFamily="18" charset="0"/>
              </a:rPr>
              <a:t>0</a:t>
            </a:r>
            <a:r>
              <a:rPr lang="zh-CN" altLang="en-US" b="1" dirty="0">
                <a:latin typeface="宋体" panose="02010600030101010101" pitchFamily="2" charset="-122"/>
                <a:ea typeface="宋体" panose="02010600030101010101" pitchFamily="2" charset="-122"/>
                <a:cs typeface="Times New Roman" panose="02020603050405020304" pitchFamily="18" charset="0"/>
              </a:rPr>
              <a:t>和</a:t>
            </a:r>
            <a:r>
              <a:rPr lang="en-US" altLang="zh-CN" b="1" dirty="0" err="1">
                <a:latin typeface="宋体" panose="02010600030101010101" pitchFamily="2" charset="-122"/>
                <a:ea typeface="宋体" panose="02010600030101010101" pitchFamily="2" charset="-122"/>
                <a:cs typeface="Times New Roman" panose="02020603050405020304" pitchFamily="18" charset="0"/>
              </a:rPr>
              <a:t>v</a:t>
            </a:r>
            <a:r>
              <a:rPr lang="en-US" altLang="zh-CN" b="1" baseline="-25000" dirty="0" err="1">
                <a:latin typeface="宋体" panose="02010600030101010101" pitchFamily="2" charset="-122"/>
                <a:ea typeface="宋体" panose="02010600030101010101" pitchFamily="2" charset="-122"/>
                <a:cs typeface="Times New Roman" panose="02020603050405020304" pitchFamily="18" charset="0"/>
              </a:rPr>
              <a:t>k</a:t>
            </a:r>
            <a:r>
              <a:rPr lang="zh-CN" altLang="en-US" b="1" dirty="0">
                <a:latin typeface="宋体" panose="02010600030101010101" pitchFamily="2" charset="-122"/>
                <a:ea typeface="宋体" panose="02010600030101010101" pitchFamily="2" charset="-122"/>
                <a:cs typeface="Times New Roman" panose="02020603050405020304" pitchFamily="18" charset="0"/>
              </a:rPr>
              <a:t>分别称为此通路的</a:t>
            </a:r>
            <a:r>
              <a:rPr lang="zh-CN" altLang="en-US"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始点</a:t>
            </a:r>
            <a:r>
              <a:rPr lang="zh-CN" altLang="en-US" b="1" dirty="0">
                <a:latin typeface="宋体" panose="02010600030101010101" pitchFamily="2" charset="-122"/>
                <a:ea typeface="宋体" panose="02010600030101010101" pitchFamily="2" charset="-122"/>
                <a:cs typeface="Times New Roman" panose="02020603050405020304" pitchFamily="18" charset="0"/>
              </a:rPr>
              <a:t>和</a:t>
            </a:r>
            <a:r>
              <a:rPr lang="zh-CN" altLang="en-US"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终点</a:t>
            </a:r>
            <a:r>
              <a:rPr lang="zh-CN" altLang="en-US" b="1" dirty="0">
                <a:latin typeface="宋体" panose="02010600030101010101" pitchFamily="2" charset="-122"/>
                <a:ea typeface="宋体" panose="02010600030101010101" pitchFamily="2" charset="-122"/>
                <a:cs typeface="Times New Roman" panose="02020603050405020304" pitchFamily="18" charset="0"/>
              </a:rPr>
              <a:t>，统称为通路的</a:t>
            </a:r>
            <a:r>
              <a:rPr lang="zh-CN" altLang="en-US" b="1" dirty="0">
                <a:solidFill>
                  <a:srgbClr val="3B3BFF"/>
                </a:solidFill>
                <a:latin typeface="宋体" panose="02010600030101010101" pitchFamily="2" charset="-122"/>
                <a:ea typeface="宋体" panose="02010600030101010101" pitchFamily="2" charset="-122"/>
                <a:cs typeface="Times New Roman" panose="02020603050405020304" pitchFamily="18" charset="0"/>
              </a:rPr>
              <a:t>端点</a:t>
            </a:r>
            <a:r>
              <a:rPr lang="zh-CN" altLang="en-US" b="1" dirty="0">
                <a:latin typeface="宋体" panose="02010600030101010101" pitchFamily="2" charset="-122"/>
                <a:ea typeface="宋体" panose="02010600030101010101" pitchFamily="2" charset="-122"/>
                <a:cs typeface="Times New Roman" panose="02020603050405020304" pitchFamily="18" charset="0"/>
              </a:rPr>
              <a:t>。</a:t>
            </a:r>
            <a:endParaRPr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376312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linds(horizontal)">
                                      <p:cBhvr>
                                        <p:cTn id="7" dur="500"/>
                                        <p:tgtEl>
                                          <p:spTgt spid="4">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blinds(horizontal)">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blinds(horizontal)">
                                      <p:cBhvr>
                                        <p:cTn id="1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C8F525E3-3503-4DE9-833D-2A47CBFFCBA1}"/>
              </a:ext>
            </a:extLst>
          </p:cNvPr>
          <p:cNvSpPr/>
          <p:nvPr/>
        </p:nvSpPr>
        <p:spPr>
          <a:xfrm>
            <a:off x="632225" y="823318"/>
            <a:ext cx="11289808" cy="5211363"/>
          </a:xfrm>
          <a:prstGeom prst="rect">
            <a:avLst/>
          </a:prstGeom>
        </p:spPr>
        <p:txBody>
          <a:bodyPr wrap="square">
            <a:spAutoFit/>
          </a:bodyPr>
          <a:lstStyle/>
          <a:p>
            <a:pPr marL="342900" lvl="0" indent="-342900" fontAlgn="base">
              <a:lnSpc>
                <a:spcPct val="130000"/>
              </a:lnSpc>
              <a:spcBef>
                <a:spcPct val="20000"/>
              </a:spcBef>
              <a:spcAft>
                <a:spcPct val="0"/>
              </a:spcAft>
              <a:buClr>
                <a:srgbClr val="6600FF"/>
              </a:buClr>
            </a:pPr>
            <a:r>
              <a:rPr kumimoji="1" lang="zh-CN" altLang="en-US" sz="2400" b="1" dirty="0">
                <a:solidFill>
                  <a:srgbClr val="990000"/>
                </a:solidFill>
                <a:latin typeface="Times New Roman" panose="02020603050405020304" pitchFamily="18" charset="0"/>
                <a:ea typeface="黑体" panose="02010609060101010101" pitchFamily="49" charset="-122"/>
                <a:cs typeface="Times New Roman" panose="02020603050405020304" pitchFamily="18" charset="0"/>
              </a:rPr>
              <a:t>            路径与图连通性</a:t>
            </a:r>
          </a:p>
          <a:p>
            <a:pPr marL="324000" lvl="0" indent="457200" fontAlgn="base">
              <a:lnSpc>
                <a:spcPct val="130000"/>
              </a:lnSpc>
              <a:spcBef>
                <a:spcPct val="20000"/>
              </a:spcBef>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如果通路上首尾结点相同，则称该通路是</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闭的</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(Closed)</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，否则称该通路是</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开的</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(Opened)</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p>
          <a:p>
            <a:pPr marL="324000" lvl="0" indent="457200" fontAlgn="base">
              <a:lnSpc>
                <a:spcPct val="130000"/>
              </a:lnSpc>
              <a:spcBef>
                <a:spcPct val="20000"/>
              </a:spcBef>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如果通路上</a:t>
            </a:r>
            <a:r>
              <a:rPr kumimoji="1" lang="zh-CN" altLang="en-US" sz="2400" b="1" dirty="0">
                <a:solidFill>
                  <a:srgbClr val="FF3300"/>
                </a:solidFill>
                <a:latin typeface="Times New Roman" panose="02020603050405020304" pitchFamily="18" charset="0"/>
                <a:ea typeface="宋体"/>
                <a:cs typeface="Times New Roman" panose="02020603050405020304" pitchFamily="18" charset="0"/>
              </a:rPr>
              <a:t>没有相同的边</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，则称该通路为</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迹</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(Trail)</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或</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简单通路</a:t>
            </a:r>
            <a:r>
              <a:rPr kumimoji="1" lang="en-US" altLang="zh-CN" sz="2400" b="1" dirty="0">
                <a:latin typeface="Times New Roman" panose="02020603050405020304" pitchFamily="18" charset="0"/>
                <a:ea typeface="宋体"/>
                <a:cs typeface="Times New Roman" panose="02020603050405020304" pitchFamily="18" charset="0"/>
              </a:rPr>
              <a:t>(Simple Entry)</a:t>
            </a:r>
            <a:r>
              <a:rPr kumimoji="1" lang="zh-CN" altLang="en-US" sz="2400" b="1" dirty="0">
                <a:solidFill>
                  <a:schemeClr val="tx1">
                    <a:lumMod val="95000"/>
                    <a:lumOff val="5000"/>
                  </a:schemeClr>
                </a:solidFill>
                <a:latin typeface="Times New Roman" panose="02020603050405020304" pitchFamily="18" charset="0"/>
                <a:ea typeface="宋体"/>
                <a:cs typeface="Times New Roman" panose="02020603050405020304" pitchFamily="18" charset="0"/>
              </a:rPr>
              <a:t>。</a:t>
            </a:r>
          </a:p>
          <a:p>
            <a:pPr marL="324000" lvl="0" indent="457200" fontAlgn="base">
              <a:lnSpc>
                <a:spcPct val="130000"/>
              </a:lnSpc>
              <a:spcBef>
                <a:spcPct val="20000"/>
              </a:spcBef>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如果迹上的开始结点与结束结点相同，则称之为</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回路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(Circuit)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，若回路中的所有边互不相同，则称此回路为</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简单回路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(Simple Circuit)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或一条</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闭迹</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p>
          <a:p>
            <a:pPr marL="324000" lvl="0" indent="457200" fontAlgn="base">
              <a:lnSpc>
                <a:spcPct val="130000"/>
              </a:lnSpc>
              <a:spcBef>
                <a:spcPct val="20000"/>
              </a:spcBef>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如果通路上</a:t>
            </a:r>
            <a:r>
              <a:rPr kumimoji="1" lang="zh-CN" altLang="en-US" sz="2400" b="1" dirty="0">
                <a:solidFill>
                  <a:srgbClr val="FF3300"/>
                </a:solidFill>
                <a:latin typeface="Times New Roman" panose="02020603050405020304" pitchFamily="18" charset="0"/>
                <a:ea typeface="宋体"/>
                <a:cs typeface="Times New Roman" panose="02020603050405020304" pitchFamily="18" charset="0"/>
              </a:rPr>
              <a:t>没有相同的结点</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，则称该通路为</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基本通路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(Basic Entry)</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初级通路</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路</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或</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路径</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(Path)</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，有</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个结点的路常记作</a:t>
            </a:r>
            <a:r>
              <a:rPr kumimoji="1" lang="en-US" altLang="zh-CN" sz="2400" b="1" dirty="0" err="1">
                <a:solidFill>
                  <a:srgbClr val="000000"/>
                </a:solidFill>
                <a:latin typeface="Times New Roman" panose="02020603050405020304" pitchFamily="18" charset="0"/>
                <a:ea typeface="宋体"/>
                <a:cs typeface="Times New Roman" panose="02020603050405020304" pitchFamily="18" charset="0"/>
              </a:rPr>
              <a:t>P</a:t>
            </a:r>
            <a:r>
              <a:rPr kumimoji="1" lang="en-US" altLang="zh-CN" sz="2400" b="1" baseline="-30000" dirty="0" err="1">
                <a:solidFill>
                  <a:srgbClr val="000000"/>
                </a:solidFill>
                <a:latin typeface="Times New Roman" panose="02020603050405020304" pitchFamily="18" charset="0"/>
                <a:ea typeface="宋体"/>
                <a:cs typeface="Times New Roman" panose="02020603050405020304" pitchFamily="18" charset="0"/>
              </a:rPr>
              <a:t>n</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990000"/>
                </a:solidFill>
                <a:latin typeface="Times New Roman" panose="02020603050405020304" pitchFamily="18" charset="0"/>
                <a:ea typeface="宋体"/>
                <a:cs typeface="Times New Roman" panose="02020603050405020304" pitchFamily="18" charset="0"/>
              </a:rPr>
              <a:t> </a:t>
            </a:r>
          </a:p>
          <a:p>
            <a:pPr marL="324000" lvl="0" indent="457200" fontAlgn="base">
              <a:lnSpc>
                <a:spcPct val="130000"/>
              </a:lnSpc>
              <a:spcBef>
                <a:spcPct val="20000"/>
              </a:spcBef>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如果回路上除了开始结点与结束结点没有相同的结点，则称之为</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基本回路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(Basic Circuit)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或者</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初级回路</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圈</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(Cycle)</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p>
        </p:txBody>
      </p:sp>
    </p:spTree>
    <p:extLst>
      <p:ext uri="{BB962C8B-B14F-4D97-AF65-F5344CB8AC3E}">
        <p14:creationId xmlns:p14="http://schemas.microsoft.com/office/powerpoint/2010/main" val="1526908204"/>
      </p:ext>
    </p:extLst>
  </p:cSld>
  <p:clrMapOvr>
    <a:masterClrMapping/>
  </p:clrMapOvr>
  <p:transition spd="slow"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7E908850-8E7E-47B6-AFFB-3CC3E7226980}"/>
              </a:ext>
            </a:extLst>
          </p:cNvPr>
          <p:cNvSpPr/>
          <p:nvPr/>
        </p:nvSpPr>
        <p:spPr>
          <a:xfrm>
            <a:off x="1717457" y="1143481"/>
            <a:ext cx="8696587" cy="5119030"/>
          </a:xfrm>
          <a:prstGeom prst="rect">
            <a:avLst/>
          </a:prstGeom>
        </p:spPr>
        <p:txBody>
          <a:bodyPr wrap="square">
            <a:spAutoFit/>
          </a:bodyPr>
          <a:lstStyle/>
          <a:p>
            <a:pPr lvl="0" indent="-342900" algn="just" fontAlgn="base">
              <a:lnSpc>
                <a:spcPct val="120000"/>
              </a:lnSpc>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通路遍历过的边的数目为通路的</a:t>
            </a:r>
            <a:r>
              <a:rPr kumimoji="1" lang="zh-CN" altLang="en-US" sz="2400" b="1" dirty="0">
                <a:solidFill>
                  <a:srgbClr val="3B3BFF"/>
                </a:solidFill>
                <a:latin typeface="Times New Roman" panose="02020603050405020304" pitchFamily="18" charset="0"/>
                <a:ea typeface="宋体"/>
                <a:cs typeface="Times New Roman" panose="02020603050405020304" pitchFamily="18" charset="0"/>
              </a:rPr>
              <a:t>长度</a:t>
            </a:r>
            <a:r>
              <a:rPr kumimoji="1" lang="en-US" altLang="zh-CN" sz="2400" b="1" dirty="0">
                <a:solidFill>
                  <a:srgbClr val="3B3BFF"/>
                </a:solidFill>
                <a:latin typeface="Times New Roman" panose="02020603050405020304" pitchFamily="18" charset="0"/>
                <a:ea typeface="宋体"/>
                <a:cs typeface="Times New Roman" panose="02020603050405020304" pitchFamily="18" charset="0"/>
              </a:rPr>
              <a:t>(Length)</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，如果通路长度为</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，则称之为</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平凡通路</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Trivial Walk</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）。两结点</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u</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间的路可能不只一条，将其中的最短的路称为</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u</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间的</a:t>
            </a:r>
            <a:r>
              <a:rPr kumimoji="1" lang="zh-CN" altLang="en-US" sz="2400" b="1" dirty="0">
                <a:solidFill>
                  <a:srgbClr val="0000FF"/>
                </a:solidFill>
                <a:latin typeface="Times New Roman" panose="02020603050405020304" pitchFamily="18" charset="0"/>
                <a:ea typeface="宋体"/>
                <a:cs typeface="Times New Roman" panose="02020603050405020304" pitchFamily="18" charset="0"/>
              </a:rPr>
              <a:t>距离</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endParaRPr kumimoji="1" lang="en-US" altLang="zh-CN" sz="2400" b="1" dirty="0">
              <a:solidFill>
                <a:srgbClr val="000000"/>
              </a:solidFill>
              <a:latin typeface="Times New Roman" panose="02020603050405020304" pitchFamily="18" charset="0"/>
              <a:ea typeface="宋体"/>
              <a:cs typeface="Times New Roman" panose="02020603050405020304" pitchFamily="18" charset="0"/>
            </a:endParaRPr>
          </a:p>
          <a:p>
            <a:pPr lvl="0" indent="-342900" algn="just" fontAlgn="base">
              <a:lnSpc>
                <a:spcPct val="120000"/>
              </a:lnSpc>
              <a:spcAft>
                <a:spcPct val="0"/>
              </a:spcAft>
              <a:buClr>
                <a:srgbClr val="6600FF"/>
              </a:buClr>
            </a:pPr>
            <a:endParaRPr kumimoji="1" lang="en-US" altLang="zh-CN" sz="2400" b="1" dirty="0">
              <a:solidFill>
                <a:srgbClr val="000000"/>
              </a:solidFill>
              <a:latin typeface="Times New Roman" panose="02020603050405020304" pitchFamily="18" charset="0"/>
              <a:ea typeface="宋体"/>
              <a:cs typeface="Times New Roman" panose="02020603050405020304" pitchFamily="18" charset="0"/>
            </a:endParaRPr>
          </a:p>
          <a:p>
            <a:pPr lvl="0" indent="-342900" algn="just" fontAlgn="base">
              <a:lnSpc>
                <a:spcPct val="150000"/>
              </a:lnSpc>
              <a:spcAft>
                <a:spcPct val="0"/>
              </a:spcAft>
              <a:buClr>
                <a:srgbClr val="6600FF"/>
              </a:buCl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如果一条通路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上有</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个结点，即</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 u=v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0</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2</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err="1">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err="1">
                <a:solidFill>
                  <a:srgbClr val="000000"/>
                </a:solidFill>
                <a:latin typeface="Times New Roman" panose="02020603050405020304" pitchFamily="18" charset="0"/>
                <a:ea typeface="宋体"/>
                <a:cs typeface="Times New Roman" panose="02020603050405020304" pitchFamily="18" charset="0"/>
              </a:rPr>
              <a:t>k</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a:t>
            </a:r>
            <a:r>
              <a:rPr kumimoji="1" lang="es-ES_tradnl"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。则由于</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上的边是由</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上相邻结点</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i</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i+1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a:t>
            </a:r>
            <a:r>
              <a:rPr kumimoji="1" lang="en-US" altLang="zh-CN" sz="2400" b="1" dirty="0" err="1">
                <a:solidFill>
                  <a:srgbClr val="000000"/>
                </a:solidFill>
                <a:latin typeface="Times New Roman" panose="02020603050405020304" pitchFamily="18" charset="0"/>
                <a:ea typeface="宋体"/>
                <a:cs typeface="Times New Roman" panose="02020603050405020304" pitchFamily="18" charset="0"/>
              </a:rPr>
              <a:t>i</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=0,1,…,k-1)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构成，因此</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上有</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条边，即</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W</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的长度为</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。如果一条环</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上有</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个结点，即</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 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0</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2</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k</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a:t>
            </a:r>
            <a:r>
              <a:rPr kumimoji="1" lang="es-ES_tradnl"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则由于</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上的边是由</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上相邻结点</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i</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i+1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400" b="1" dirty="0" err="1">
                <a:solidFill>
                  <a:srgbClr val="000000"/>
                </a:solidFill>
                <a:latin typeface="Times New Roman" panose="02020603050405020304" pitchFamily="18" charset="0"/>
                <a:ea typeface="宋体"/>
                <a:cs typeface="Times New Roman" panose="02020603050405020304" pitchFamily="18" charset="0"/>
              </a:rPr>
              <a:t>i</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=0,1,…,k-1)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以及（</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k</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,v</a:t>
            </a:r>
            <a:r>
              <a:rPr kumimoji="1" lang="en-US" altLang="zh-CN" sz="2400" b="1" baseline="-30000" dirty="0">
                <a:solidFill>
                  <a:srgbClr val="000000"/>
                </a:solidFill>
                <a:latin typeface="Times New Roman" panose="02020603050405020304" pitchFamily="18" charset="0"/>
                <a:ea typeface="宋体"/>
                <a:cs typeface="Times New Roman" panose="02020603050405020304" pitchFamily="18" charset="0"/>
              </a:rPr>
              <a:t>0</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）构成，因此</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上有</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条边，即</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C</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的长度为</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k+1</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a:t>
            </a:r>
            <a:endParaRPr kumimoji="1" lang="zh-CN" altLang="en-US" sz="2400" b="1" dirty="0">
              <a:solidFill>
                <a:srgbClr val="990000"/>
              </a:solidFill>
              <a:latin typeface="Times New Roman" panose="02020603050405020304" pitchFamily="18" charset="0"/>
              <a:ea typeface="宋体"/>
              <a:cs typeface="Times New Roman" panose="02020603050405020304" pitchFamily="18" charset="0"/>
            </a:endParaRPr>
          </a:p>
        </p:txBody>
      </p:sp>
    </p:spTree>
    <p:extLst>
      <p:ext uri="{BB962C8B-B14F-4D97-AF65-F5344CB8AC3E}">
        <p14:creationId xmlns:p14="http://schemas.microsoft.com/office/powerpoint/2010/main" val="3237077886"/>
      </p:ext>
    </p:extLst>
  </p:cSld>
  <p:clrMapOvr>
    <a:masterClrMapping/>
  </p:clrMapOvr>
  <p:transition spd="slow"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7" name="Rectangle 2">
            <a:extLst>
              <a:ext uri="{FF2B5EF4-FFF2-40B4-BE49-F238E27FC236}">
                <a16:creationId xmlns:a16="http://schemas.microsoft.com/office/drawing/2014/main" id="{682F3755-A32C-4EB9-A994-F2178D08043C}"/>
              </a:ext>
            </a:extLst>
          </p:cNvPr>
          <p:cNvSpPr txBox="1">
            <a:spLocks noChangeArrowheads="1"/>
          </p:cNvSpPr>
          <p:nvPr/>
        </p:nvSpPr>
        <p:spPr bwMode="auto">
          <a:xfrm>
            <a:off x="1238485" y="1455738"/>
            <a:ext cx="10169744" cy="3816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 </a:t>
            </a:r>
          </a:p>
          <a:p>
            <a:pPr algn="just">
              <a:lnSpc>
                <a:spcPct val="120000"/>
              </a:lnSpc>
            </a:pPr>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  定义</a:t>
            </a:r>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如果图</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中结点</a:t>
            </a:r>
            <a:r>
              <a:rPr lang="en-US" altLang="zh-CN" sz="2400" dirty="0">
                <a:solidFill>
                  <a:srgbClr val="000000"/>
                </a:solidFill>
                <a:latin typeface="宋体" panose="02010600030101010101" pitchFamily="2" charset="-122"/>
                <a:cs typeface="Times New Roman" panose="02020603050405020304" pitchFamily="18" charset="0"/>
              </a:rPr>
              <a:t>u</a:t>
            </a:r>
            <a:r>
              <a:rPr lang="zh-CN" altLang="en-US" sz="2400" dirty="0">
                <a:solidFill>
                  <a:srgbClr val="000000"/>
                </a:solidFill>
                <a:latin typeface="宋体" panose="02010600030101010101" pitchFamily="2" charset="-122"/>
                <a:cs typeface="Times New Roman" panose="02020603050405020304" pitchFamily="18" charset="0"/>
              </a:rPr>
              <a:t>到</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有一条路径，则称结点</a:t>
            </a:r>
            <a:r>
              <a:rPr lang="en-US" altLang="zh-CN" sz="2400" dirty="0">
                <a:solidFill>
                  <a:srgbClr val="000000"/>
                </a:solidFill>
                <a:latin typeface="宋体" panose="02010600030101010101" pitchFamily="2" charset="-122"/>
                <a:cs typeface="Times New Roman" panose="02020603050405020304" pitchFamily="18" charset="0"/>
              </a:rPr>
              <a:t>u</a:t>
            </a:r>
            <a:r>
              <a:rPr lang="zh-CN" altLang="en-US" sz="2400" dirty="0">
                <a:solidFill>
                  <a:srgbClr val="000000"/>
                </a:solidFill>
                <a:latin typeface="宋体" panose="02010600030101010101" pitchFamily="2" charset="-122"/>
                <a:cs typeface="Times New Roman" panose="02020603050405020304" pitchFamily="18" charset="0"/>
              </a:rPr>
              <a:t>到</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是</a:t>
            </a:r>
            <a:r>
              <a:rPr lang="zh-CN" altLang="en-US" sz="2400" dirty="0">
                <a:solidFill>
                  <a:srgbClr val="0000FF"/>
                </a:solidFill>
                <a:latin typeface="宋体" panose="02010600030101010101" pitchFamily="2" charset="-122"/>
                <a:cs typeface="Times New Roman" panose="02020603050405020304" pitchFamily="18" charset="0"/>
              </a:rPr>
              <a:t>可达的</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err="1">
                <a:solidFill>
                  <a:srgbClr val="000000"/>
                </a:solidFill>
                <a:latin typeface="宋体" panose="02010600030101010101" pitchFamily="2" charset="-122"/>
                <a:cs typeface="Times New Roman" panose="02020603050405020304" pitchFamily="18" charset="0"/>
              </a:rPr>
              <a:t>Accesible</a:t>
            </a:r>
            <a:r>
              <a:rPr lang="zh-CN" altLang="en-US" sz="2400" dirty="0">
                <a:solidFill>
                  <a:srgbClr val="000000"/>
                </a:solidFill>
                <a:latin typeface="宋体" panose="02010600030101010101" pitchFamily="2" charset="-122"/>
                <a:cs typeface="Times New Roman" panose="02020603050405020304" pitchFamily="18" charset="0"/>
              </a:rPr>
              <a:t>）或</a:t>
            </a:r>
            <a:r>
              <a:rPr lang="zh-CN" altLang="en-US" sz="2400" dirty="0">
                <a:solidFill>
                  <a:srgbClr val="0000FF"/>
                </a:solidFill>
                <a:latin typeface="宋体" panose="02010600030101010101" pitchFamily="2" charset="-122"/>
                <a:cs typeface="Times New Roman" panose="02020603050405020304" pitchFamily="18" charset="0"/>
              </a:rPr>
              <a:t>连通的</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Connected</a:t>
            </a:r>
            <a:r>
              <a:rPr lang="zh-CN" altLang="en-US" sz="2400" dirty="0">
                <a:solidFill>
                  <a:srgbClr val="000000"/>
                </a:solidFill>
                <a:latin typeface="宋体" panose="02010600030101010101" pitchFamily="2" charset="-122"/>
                <a:cs typeface="Times New Roman" panose="02020603050405020304" pitchFamily="18" charset="0"/>
              </a:rPr>
              <a:t>）。结点</a:t>
            </a:r>
            <a:r>
              <a:rPr lang="en-US" altLang="zh-CN" sz="2400" dirty="0">
                <a:solidFill>
                  <a:srgbClr val="000000"/>
                </a:solidFill>
                <a:latin typeface="宋体" panose="02010600030101010101" pitchFamily="2" charset="-122"/>
                <a:cs typeface="Times New Roman" panose="02020603050405020304" pitchFamily="18" charset="0"/>
              </a:rPr>
              <a:t>u</a:t>
            </a:r>
            <a:r>
              <a:rPr lang="zh-CN" altLang="en-US" sz="2400" dirty="0">
                <a:solidFill>
                  <a:srgbClr val="000000"/>
                </a:solidFill>
                <a:latin typeface="宋体" panose="02010600030101010101" pitchFamily="2" charset="-122"/>
                <a:cs typeface="Times New Roman" panose="02020603050405020304" pitchFamily="18" charset="0"/>
              </a:rPr>
              <a:t>到其自身也定义为连通的。</a:t>
            </a:r>
          </a:p>
          <a:p>
            <a:pPr>
              <a:lnSpc>
                <a:spcPct val="120000"/>
              </a:lnSpc>
            </a:pPr>
            <a:r>
              <a:rPr lang="zh-CN" altLang="en-US"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FF"/>
                </a:solidFill>
                <a:latin typeface="黑体" panose="02010609060101010101" pitchFamily="49" charset="-122"/>
                <a:ea typeface="黑体" panose="02010609060101010101" pitchFamily="49" charset="-122"/>
              </a:rPr>
              <a:t>定义</a:t>
            </a:r>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如果图</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的任何两个结点都是相互可达的，称</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是</a:t>
            </a:r>
            <a:r>
              <a:rPr lang="zh-CN" altLang="en-US" sz="2400" dirty="0">
                <a:solidFill>
                  <a:srgbClr val="0000FF"/>
                </a:solidFill>
                <a:latin typeface="宋体" panose="02010600030101010101" pitchFamily="2" charset="-122"/>
                <a:cs typeface="Times New Roman" panose="02020603050405020304" pitchFamily="18" charset="0"/>
              </a:rPr>
              <a:t>连通的</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Connected</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cs typeface="Times New Roman" panose="02020603050405020304" pitchFamily="18" charset="0"/>
              </a:rPr>
              <a:t>并称</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为</a:t>
            </a:r>
            <a:r>
              <a:rPr lang="zh-CN" altLang="en-US" sz="2400" dirty="0">
                <a:solidFill>
                  <a:srgbClr val="0000FF"/>
                </a:solidFill>
                <a:latin typeface="宋体" panose="02010600030101010101" pitchFamily="2" charset="-122"/>
                <a:cs typeface="Times New Roman" panose="02020603050405020304" pitchFamily="18" charset="0"/>
              </a:rPr>
              <a:t>连通图</a:t>
            </a:r>
            <a:r>
              <a:rPr lang="en-US" altLang="zh-CN" sz="2400" dirty="0">
                <a:solidFill>
                  <a:srgbClr val="000000"/>
                </a:solidFill>
                <a:latin typeface="宋体" panose="02010600030101010101" pitchFamily="2" charset="-122"/>
                <a:cs typeface="Times New Roman" panose="02020603050405020304" pitchFamily="18" charset="0"/>
              </a:rPr>
              <a:t>(Connected Graph),</a:t>
            </a:r>
            <a:r>
              <a:rPr lang="zh-CN" altLang="en-US" sz="2400" dirty="0">
                <a:solidFill>
                  <a:srgbClr val="000000"/>
                </a:solidFill>
                <a:latin typeface="宋体" panose="02010600030101010101" pitchFamily="2" charset="-122"/>
                <a:cs typeface="Times New Roman" panose="02020603050405020304" pitchFamily="18" charset="0"/>
              </a:rPr>
              <a:t>否则称</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是</a:t>
            </a:r>
            <a:r>
              <a:rPr lang="zh-CN" altLang="en-US" sz="2400" dirty="0">
                <a:solidFill>
                  <a:srgbClr val="3B3BFF"/>
                </a:solidFill>
                <a:latin typeface="宋体" panose="02010600030101010101" pitchFamily="2" charset="-122"/>
                <a:cs typeface="Times New Roman" panose="02020603050405020304" pitchFamily="18" charset="0"/>
              </a:rPr>
              <a:t>非连通图</a:t>
            </a:r>
            <a:r>
              <a:rPr lang="en-US" altLang="zh-CN" sz="2400" dirty="0">
                <a:solidFill>
                  <a:srgbClr val="000000"/>
                </a:solidFill>
                <a:latin typeface="宋体" panose="02010600030101010101" pitchFamily="2" charset="-122"/>
                <a:cs typeface="Times New Roman" panose="02020603050405020304" pitchFamily="18" charset="0"/>
              </a:rPr>
              <a:t>(Unconnected Graph)</a:t>
            </a:r>
            <a:r>
              <a:rPr lang="zh-CN" altLang="en-US" sz="2400" dirty="0">
                <a:solidFill>
                  <a:srgbClr val="000000"/>
                </a:solidFill>
                <a:latin typeface="宋体" panose="02010600030101010101" pitchFamily="2" charset="-122"/>
                <a:cs typeface="Times New Roman" panose="02020603050405020304" pitchFamily="18" charset="0"/>
              </a:rPr>
              <a:t>或</a:t>
            </a:r>
            <a:r>
              <a:rPr lang="zh-CN" altLang="en-US" sz="2400" dirty="0">
                <a:solidFill>
                  <a:srgbClr val="3B3BFF"/>
                </a:solidFill>
                <a:latin typeface="宋体" panose="02010600030101010101" pitchFamily="2" charset="-122"/>
                <a:cs typeface="Times New Roman" panose="02020603050405020304" pitchFamily="18" charset="0"/>
              </a:rPr>
              <a:t>分离图</a:t>
            </a:r>
            <a:r>
              <a:rPr lang="en-US" altLang="zh-CN" sz="2400" dirty="0">
                <a:solidFill>
                  <a:srgbClr val="000000"/>
                </a:solidFill>
                <a:latin typeface="宋体" panose="02010600030101010101" pitchFamily="2" charset="-122"/>
                <a:cs typeface="Times New Roman" panose="02020603050405020304" pitchFamily="18" charset="0"/>
              </a:rPr>
              <a:t>(Separated Graph)</a:t>
            </a:r>
            <a:r>
              <a:rPr lang="zh-CN" altLang="en-US" sz="2400" dirty="0">
                <a:solidFill>
                  <a:srgbClr val="000000"/>
                </a:solidFill>
                <a:latin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88265120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blinds(horizontal)">
                                      <p:cBhvr>
                                        <p:cTn id="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5" name="Rectangle 2">
            <a:extLst>
              <a:ext uri="{FF2B5EF4-FFF2-40B4-BE49-F238E27FC236}">
                <a16:creationId xmlns:a16="http://schemas.microsoft.com/office/drawing/2014/main" id="{18875115-FAA9-4B60-B628-3B524B83BB41}"/>
              </a:ext>
            </a:extLst>
          </p:cNvPr>
          <p:cNvSpPr txBox="1">
            <a:spLocks noChangeArrowheads="1"/>
          </p:cNvSpPr>
          <p:nvPr/>
        </p:nvSpPr>
        <p:spPr bwMode="auto">
          <a:xfrm>
            <a:off x="1883568" y="860425"/>
            <a:ext cx="9002146"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zh-CN" altLang="en-US" dirty="0">
                <a:solidFill>
                  <a:srgbClr val="000000"/>
                </a:solidFill>
                <a:latin typeface="宋体" panose="02010600030101010101" pitchFamily="2" charset="-122"/>
                <a:cs typeface="Times New Roman" panose="02020603050405020304" pitchFamily="18" charset="0"/>
              </a:rPr>
              <a:t>若将图中两个结点间的连通性看作图的结点间的一种关系，容易判定图中两个结点间的连通性是一个</a:t>
            </a:r>
            <a:r>
              <a:rPr lang="zh-CN" altLang="en-US" dirty="0">
                <a:solidFill>
                  <a:srgbClr val="0000FF"/>
                </a:solidFill>
                <a:latin typeface="宋体" panose="02010600030101010101" pitchFamily="2" charset="-122"/>
                <a:cs typeface="Times New Roman" panose="02020603050405020304" pitchFamily="18" charset="0"/>
              </a:rPr>
              <a:t>等价关系</a:t>
            </a:r>
            <a:r>
              <a:rPr lang="zh-CN" altLang="en-US" dirty="0">
                <a:solidFill>
                  <a:srgbClr val="000000"/>
                </a:solidFill>
                <a:latin typeface="宋体" panose="02010600030101010101" pitchFamily="2" charset="-122"/>
                <a:cs typeface="Times New Roman" panose="02020603050405020304" pitchFamily="18" charset="0"/>
              </a:rPr>
              <a:t>，</a:t>
            </a:r>
          </a:p>
          <a:p>
            <a:pPr marL="0" indent="0"/>
            <a:r>
              <a:rPr lang="zh-CN" altLang="en-US" dirty="0">
                <a:solidFill>
                  <a:srgbClr val="000000"/>
                </a:solidFill>
                <a:latin typeface="宋体" panose="02010600030101010101" pitchFamily="2" charset="-122"/>
                <a:cs typeface="Times New Roman" panose="02020603050405020304" pitchFamily="18" charset="0"/>
              </a:rPr>
              <a:t>因为结点</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是连通的满足自反性；若</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v</a:t>
            </a:r>
            <a:r>
              <a:rPr lang="zh-CN" altLang="en-US" dirty="0">
                <a:solidFill>
                  <a:srgbClr val="000000"/>
                </a:solidFill>
                <a:latin typeface="宋体" panose="02010600030101010101" pitchFamily="2" charset="-122"/>
                <a:cs typeface="Times New Roman" panose="02020603050405020304" pitchFamily="18" charset="0"/>
              </a:rPr>
              <a:t>是连通的，则</a:t>
            </a:r>
            <a:r>
              <a:rPr lang="en-US" altLang="zh-CN" dirty="0">
                <a:solidFill>
                  <a:srgbClr val="000000"/>
                </a:solidFill>
                <a:latin typeface="宋体" panose="02010600030101010101" pitchFamily="2" charset="-122"/>
                <a:cs typeface="Times New Roman" panose="02020603050405020304" pitchFamily="18" charset="0"/>
              </a:rPr>
              <a:t>v</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也是连通的，满足对称性；若</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v</a:t>
            </a:r>
            <a:r>
              <a:rPr lang="zh-CN" altLang="en-US" dirty="0">
                <a:solidFill>
                  <a:srgbClr val="000000"/>
                </a:solidFill>
                <a:latin typeface="宋体" panose="02010600030101010101" pitchFamily="2" charset="-122"/>
                <a:cs typeface="Times New Roman" panose="02020603050405020304" pitchFamily="18" charset="0"/>
              </a:rPr>
              <a:t>连通，</a:t>
            </a:r>
            <a:r>
              <a:rPr lang="en-US" altLang="zh-CN" dirty="0">
                <a:solidFill>
                  <a:srgbClr val="000000"/>
                </a:solidFill>
                <a:latin typeface="宋体" panose="02010600030101010101" pitchFamily="2" charset="-122"/>
                <a:cs typeface="Times New Roman" panose="02020603050405020304" pitchFamily="18" charset="0"/>
              </a:rPr>
              <a:t>v</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w</a:t>
            </a:r>
            <a:r>
              <a:rPr lang="zh-CN" altLang="en-US" dirty="0">
                <a:solidFill>
                  <a:srgbClr val="000000"/>
                </a:solidFill>
                <a:latin typeface="宋体" panose="02010600030101010101" pitchFamily="2" charset="-122"/>
                <a:cs typeface="Times New Roman" panose="02020603050405020304" pitchFamily="18" charset="0"/>
              </a:rPr>
              <a:t>连通，则</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w</a:t>
            </a:r>
            <a:r>
              <a:rPr lang="zh-CN" altLang="en-US" dirty="0">
                <a:solidFill>
                  <a:srgbClr val="000000"/>
                </a:solidFill>
                <a:latin typeface="宋体" panose="02010600030101010101" pitchFamily="2" charset="-122"/>
                <a:cs typeface="Times New Roman" panose="02020603050405020304" pitchFamily="18" charset="0"/>
              </a:rPr>
              <a:t>存在一条通路，从而存在一条</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w</a:t>
            </a:r>
            <a:r>
              <a:rPr lang="zh-CN" altLang="en-US" dirty="0">
                <a:solidFill>
                  <a:srgbClr val="000000"/>
                </a:solidFill>
                <a:latin typeface="宋体" panose="02010600030101010101" pitchFamily="2" charset="-122"/>
                <a:cs typeface="Times New Roman" panose="02020603050405020304" pitchFamily="18" charset="0"/>
              </a:rPr>
              <a:t>的路径，故</a:t>
            </a:r>
            <a:r>
              <a:rPr lang="en-US" altLang="zh-CN" dirty="0">
                <a:solidFill>
                  <a:srgbClr val="000000"/>
                </a:solidFill>
                <a:latin typeface="宋体" panose="02010600030101010101" pitchFamily="2" charset="-122"/>
                <a:cs typeface="Times New Roman" panose="02020603050405020304" pitchFamily="18" charset="0"/>
              </a:rPr>
              <a:t>u</a:t>
            </a:r>
            <a:r>
              <a:rPr lang="zh-CN" altLang="en-US" dirty="0">
                <a:solidFill>
                  <a:srgbClr val="000000"/>
                </a:solidFill>
                <a:latin typeface="宋体" panose="02010600030101010101" pitchFamily="2" charset="-122"/>
                <a:cs typeface="Times New Roman" panose="02020603050405020304" pitchFamily="18" charset="0"/>
              </a:rPr>
              <a:t>到</a:t>
            </a:r>
            <a:r>
              <a:rPr lang="en-US" altLang="zh-CN" dirty="0">
                <a:solidFill>
                  <a:srgbClr val="000000"/>
                </a:solidFill>
                <a:latin typeface="宋体" panose="02010600030101010101" pitchFamily="2" charset="-122"/>
                <a:cs typeface="Times New Roman" panose="02020603050405020304" pitchFamily="18" charset="0"/>
              </a:rPr>
              <a:t>w</a:t>
            </a:r>
            <a:r>
              <a:rPr lang="zh-CN" altLang="en-US" dirty="0">
                <a:solidFill>
                  <a:srgbClr val="000000"/>
                </a:solidFill>
                <a:latin typeface="宋体" panose="02010600030101010101" pitchFamily="2" charset="-122"/>
                <a:cs typeface="Times New Roman" panose="02020603050405020304" pitchFamily="18" charset="0"/>
              </a:rPr>
              <a:t>是连通的，满足传递性。</a:t>
            </a:r>
          </a:p>
          <a:p>
            <a:pPr marL="0" indent="0"/>
            <a:r>
              <a:rPr lang="zh-CN" altLang="en-US" dirty="0">
                <a:solidFill>
                  <a:srgbClr val="000000"/>
                </a:solidFill>
                <a:latin typeface="宋体" panose="02010600030101010101" pitchFamily="2" charset="-122"/>
                <a:cs typeface="Times New Roman" panose="02020603050405020304" pitchFamily="18" charset="0"/>
              </a:rPr>
              <a:t>但对于有向图，结点间的连通性不满足对称性。</a:t>
            </a:r>
            <a:endParaRPr lang="zh-CN" altLang="en-US" sz="3200" dirty="0">
              <a:solidFill>
                <a:srgbClr val="99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5412589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5" name="Rectangle 2">
            <a:extLst>
              <a:ext uri="{FF2B5EF4-FFF2-40B4-BE49-F238E27FC236}">
                <a16:creationId xmlns:a16="http://schemas.microsoft.com/office/drawing/2014/main" id="{BC5ACC7A-8DBC-4619-838A-21F1E617A456}"/>
              </a:ext>
            </a:extLst>
          </p:cNvPr>
          <p:cNvSpPr txBox="1">
            <a:spLocks noChangeArrowheads="1"/>
          </p:cNvSpPr>
          <p:nvPr/>
        </p:nvSpPr>
        <p:spPr bwMode="auto">
          <a:xfrm>
            <a:off x="1571625" y="931862"/>
            <a:ext cx="8236518"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00" dirty="0">
                <a:solidFill>
                  <a:srgbClr val="000000"/>
                </a:solidFill>
                <a:latin typeface="宋体" panose="02010600030101010101" pitchFamily="2" charset="-122"/>
                <a:cs typeface="Times New Roman" panose="02020603050405020304" pitchFamily="18" charset="0"/>
              </a:rPr>
              <a:t>    </a:t>
            </a:r>
          </a:p>
          <a:p>
            <a:pPr algn="just">
              <a:lnSpc>
                <a:spcPct val="120000"/>
              </a:lnSpc>
            </a:pPr>
            <a:r>
              <a:rPr lang="zh-CN" altLang="en-US" sz="2400" dirty="0">
                <a:solidFill>
                  <a:srgbClr val="000000"/>
                </a:solidFill>
                <a:latin typeface="宋体" panose="02010600030101010101" pitchFamily="2" charset="-122"/>
                <a:cs typeface="Times New Roman" panose="02020603050405020304" pitchFamily="18" charset="0"/>
              </a:rPr>
              <a:t>      现在可以利用结点的连通性对图</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的结点集进行划分，于是利用这个划分可以得到</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的多个连通子图，如</a:t>
            </a:r>
          </a:p>
          <a:p>
            <a:pPr algn="just">
              <a:lnSpc>
                <a:spcPct val="120000"/>
              </a:lnSpc>
            </a:pPr>
            <a:r>
              <a:rPr lang="zh-CN" altLang="en-US" sz="2400" dirty="0">
                <a:solidFill>
                  <a:srgbClr val="000000"/>
                </a:solidFill>
                <a:latin typeface="宋体" panose="02010600030101010101" pitchFamily="2" charset="-122"/>
                <a:cs typeface="Times New Roman" panose="02020603050405020304" pitchFamily="18" charset="0"/>
              </a:rPr>
              <a:t>      </a:t>
            </a:r>
            <a:r>
              <a:rPr lang="en-US" altLang="zh-CN" sz="2400" dirty="0">
                <a:solidFill>
                  <a:srgbClr val="000000"/>
                </a:solidFill>
                <a:latin typeface="宋体" panose="02010600030101010101" pitchFamily="2" charset="-122"/>
                <a:cs typeface="Times New Roman" panose="02020603050405020304" pitchFamily="18" charset="0"/>
              </a:rPr>
              <a:t>G[v]=(V[v],E[v]),</a:t>
            </a:r>
          </a:p>
          <a:p>
            <a:pPr algn="just">
              <a:lnSpc>
                <a:spcPct val="120000"/>
              </a:lnSpc>
            </a:pPr>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是结点</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所在的一个连通子图，其中，</a:t>
            </a:r>
            <a:r>
              <a:rPr lang="en-US" altLang="zh-CN" sz="2400" dirty="0">
                <a:solidFill>
                  <a:srgbClr val="000000"/>
                </a:solidFill>
                <a:latin typeface="宋体" panose="02010600030101010101" pitchFamily="2" charset="-122"/>
                <a:cs typeface="Times New Roman" panose="02020603050405020304" pitchFamily="18" charset="0"/>
              </a:rPr>
              <a:t>V[v]={</a:t>
            </a:r>
            <a:r>
              <a:rPr lang="en-US" altLang="zh-CN" sz="2400" dirty="0" err="1">
                <a:solidFill>
                  <a:srgbClr val="000000"/>
                </a:solidFill>
                <a:latin typeface="宋体" panose="02010600030101010101" pitchFamily="2" charset="-122"/>
                <a:cs typeface="Times New Roman" panose="02020603050405020304" pitchFamily="18" charset="0"/>
              </a:rPr>
              <a:t>x|x</a:t>
            </a:r>
            <a:r>
              <a:rPr lang="zh-CN" altLang="es-ES_tradnl" sz="2400" dirty="0">
                <a:solidFill>
                  <a:srgbClr val="000000"/>
                </a:solidFill>
                <a:latin typeface="宋体" panose="02010600030101010101" pitchFamily="2" charset="-122"/>
                <a:cs typeface="Times New Roman" panose="02020603050405020304" pitchFamily="18" charset="0"/>
              </a:rPr>
              <a:t>到</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s-ES_tradnl" sz="2400" dirty="0">
                <a:solidFill>
                  <a:srgbClr val="000000"/>
                </a:solidFill>
                <a:latin typeface="宋体" panose="02010600030101010101" pitchFamily="2" charset="-122"/>
                <a:cs typeface="Times New Roman" panose="02020603050405020304" pitchFamily="18" charset="0"/>
              </a:rPr>
              <a:t>可达</a:t>
            </a:r>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E[v]</a:t>
            </a:r>
            <a:r>
              <a:rPr lang="zh-CN" altLang="es-ES_tradnl" sz="2400" dirty="0">
                <a:solidFill>
                  <a:srgbClr val="000000"/>
                </a:solidFill>
                <a:latin typeface="宋体" panose="02010600030101010101" pitchFamily="2" charset="-122"/>
                <a:cs typeface="Times New Roman" panose="02020603050405020304" pitchFamily="18" charset="0"/>
              </a:rPr>
              <a:t>为</a:t>
            </a:r>
            <a:r>
              <a:rPr lang="en-US" altLang="zh-CN" sz="2400" dirty="0">
                <a:solidFill>
                  <a:srgbClr val="000000"/>
                </a:solidFill>
                <a:latin typeface="宋体" panose="02010600030101010101" pitchFamily="2" charset="-122"/>
                <a:cs typeface="Times New Roman" panose="02020603050405020304" pitchFamily="18" charset="0"/>
              </a:rPr>
              <a:t>V[v]</a:t>
            </a:r>
            <a:r>
              <a:rPr lang="zh-CN" altLang="en-US" sz="2400" dirty="0">
                <a:solidFill>
                  <a:srgbClr val="000000"/>
                </a:solidFill>
                <a:latin typeface="宋体" panose="02010600030101010101" pitchFamily="2" charset="-122"/>
                <a:cs typeface="Times New Roman" panose="02020603050405020304" pitchFamily="18" charset="0"/>
              </a:rPr>
              <a:t>中结点在</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中相应的边之集合。</a:t>
            </a:r>
          </a:p>
          <a:p>
            <a:pPr>
              <a:lnSpc>
                <a:spcPct val="120000"/>
              </a:lnSpc>
            </a:pPr>
            <a:r>
              <a:rPr lang="zh-CN" altLang="en-US" sz="2400" dirty="0">
                <a:solidFill>
                  <a:srgbClr val="000000"/>
                </a:solidFill>
                <a:latin typeface="宋体" panose="02010600030101010101" pitchFamily="2" charset="-122"/>
                <a:cs typeface="Times New Roman" panose="02020603050405020304" pitchFamily="18" charset="0"/>
              </a:rPr>
              <a:t>      </a:t>
            </a:r>
            <a:r>
              <a:rPr lang="en-US" altLang="zh-CN" sz="2400" dirty="0">
                <a:solidFill>
                  <a:srgbClr val="000000"/>
                </a:solidFill>
                <a:latin typeface="宋体" panose="02010600030101010101" pitchFamily="2" charset="-122"/>
                <a:cs typeface="Times New Roman" panose="02020603050405020304" pitchFamily="18" charset="0"/>
              </a:rPr>
              <a:t>G[v]</a:t>
            </a:r>
            <a:r>
              <a:rPr lang="zh-CN" altLang="en-US" sz="2400" dirty="0">
                <a:solidFill>
                  <a:srgbClr val="000000"/>
                </a:solidFill>
                <a:latin typeface="宋体" panose="02010600030101010101" pitchFamily="2" charset="-122"/>
                <a:cs typeface="Times New Roman" panose="02020603050405020304" pitchFamily="18" charset="0"/>
              </a:rPr>
              <a:t>具有一个特点，即不存在一个</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的真子图</a:t>
            </a:r>
            <a:r>
              <a:rPr lang="en-US" altLang="zh-CN" sz="2400" dirty="0">
                <a:solidFill>
                  <a:srgbClr val="000000"/>
                </a:solidFill>
                <a:latin typeface="宋体" panose="02010600030101010101" pitchFamily="2" charset="-122"/>
                <a:cs typeface="Times New Roman" panose="02020603050405020304" pitchFamily="18" charset="0"/>
              </a:rPr>
              <a:t>G′, G[v]</a:t>
            </a:r>
            <a:r>
              <a:rPr lang="zh-CN" altLang="en-US" sz="2400" dirty="0">
                <a:solidFill>
                  <a:srgbClr val="000000"/>
                </a:solidFill>
                <a:latin typeface="宋体" panose="02010600030101010101" pitchFamily="2" charset="-122"/>
                <a:cs typeface="Times New Roman" panose="02020603050405020304" pitchFamily="18" charset="0"/>
              </a:rPr>
              <a:t>为</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的真子图</a:t>
            </a:r>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cs typeface="Times New Roman" panose="02020603050405020304" pitchFamily="18" charset="0"/>
              </a:rPr>
              <a:t>且</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也是</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的连通子图。称</a:t>
            </a:r>
            <a:r>
              <a:rPr lang="en-US" altLang="zh-CN" sz="2400" dirty="0">
                <a:solidFill>
                  <a:srgbClr val="000000"/>
                </a:solidFill>
                <a:latin typeface="宋体" panose="02010600030101010101" pitchFamily="2" charset="-122"/>
                <a:cs typeface="Times New Roman" panose="02020603050405020304" pitchFamily="18" charset="0"/>
              </a:rPr>
              <a:t>G[v]</a:t>
            </a:r>
            <a:r>
              <a:rPr lang="zh-CN" altLang="en-US" sz="2400" dirty="0">
                <a:solidFill>
                  <a:srgbClr val="000000"/>
                </a:solidFill>
                <a:latin typeface="宋体" panose="02010600030101010101" pitchFamily="2" charset="-122"/>
                <a:cs typeface="Times New Roman" panose="02020603050405020304" pitchFamily="18" charset="0"/>
              </a:rPr>
              <a:t>为</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a:t>
            </a:r>
            <a:r>
              <a:rPr lang="zh-CN" altLang="en-US" sz="2400" dirty="0">
                <a:solidFill>
                  <a:srgbClr val="0000FF"/>
                </a:solidFill>
                <a:latin typeface="宋体" panose="02010600030101010101" pitchFamily="2" charset="-122"/>
                <a:cs typeface="Times New Roman" panose="02020603050405020304" pitchFamily="18" charset="0"/>
              </a:rPr>
              <a:t>连通分支</a:t>
            </a:r>
            <a:r>
              <a:rPr lang="zh-CN" altLang="en-US" sz="2400" dirty="0">
                <a:solidFill>
                  <a:srgbClr val="000000"/>
                </a:solidFill>
                <a:latin typeface="宋体" panose="02010600030101010101" pitchFamily="2" charset="-122"/>
                <a:cs typeface="Times New Roman" panose="02020603050405020304" pitchFamily="18" charset="0"/>
              </a:rPr>
              <a:t>或</a:t>
            </a:r>
            <a:r>
              <a:rPr lang="zh-CN" altLang="en-US" sz="2400" dirty="0">
                <a:solidFill>
                  <a:srgbClr val="0000FF"/>
                </a:solidFill>
                <a:latin typeface="宋体" panose="02010600030101010101" pitchFamily="2" charset="-122"/>
                <a:cs typeface="Times New Roman" panose="02020603050405020304" pitchFamily="18" charset="0"/>
              </a:rPr>
              <a:t>连通分图</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Connected Component</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cs typeface="Times New Roman" panose="02020603050405020304" pitchFamily="18" charset="0"/>
              </a:rPr>
              <a:t>也称为</a:t>
            </a:r>
            <a:r>
              <a:rPr lang="zh-CN" altLang="en-US" sz="2400" dirty="0">
                <a:solidFill>
                  <a:srgbClr val="0000FF"/>
                </a:solidFill>
                <a:latin typeface="宋体" panose="02010600030101010101" pitchFamily="2" charset="-122"/>
                <a:cs typeface="Times New Roman" panose="02020603050405020304" pitchFamily="18" charset="0"/>
              </a:rPr>
              <a:t>极大连通子图</a:t>
            </a:r>
            <a:r>
              <a:rPr lang="zh-CN" altLang="en-US"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990000"/>
                </a:solidFill>
                <a:latin typeface="宋体" panose="02010600030101010101" pitchFamily="2" charset="-122"/>
              </a:rPr>
              <a:t> </a:t>
            </a:r>
          </a:p>
        </p:txBody>
      </p:sp>
    </p:spTree>
    <p:extLst>
      <p:ext uri="{BB962C8B-B14F-4D97-AF65-F5344CB8AC3E}">
        <p14:creationId xmlns:p14="http://schemas.microsoft.com/office/powerpoint/2010/main" val="83214182"/>
      </p:ext>
    </p:extLst>
  </p:cSld>
  <p:clrMapOvr>
    <a:masterClrMapping/>
  </p:clrMapOvr>
  <p:transition spd="slow"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5" name="Rectangle 2">
            <a:extLst>
              <a:ext uri="{FF2B5EF4-FFF2-40B4-BE49-F238E27FC236}">
                <a16:creationId xmlns:a16="http://schemas.microsoft.com/office/drawing/2014/main" id="{55B7FBAF-867C-4E8C-8F74-FD25D117FC39}"/>
              </a:ext>
            </a:extLst>
          </p:cNvPr>
          <p:cNvSpPr txBox="1">
            <a:spLocks noChangeArrowheads="1"/>
          </p:cNvSpPr>
          <p:nvPr/>
        </p:nvSpPr>
        <p:spPr bwMode="auto">
          <a:xfrm>
            <a:off x="1172261" y="952500"/>
            <a:ext cx="8116118"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1000" dirty="0">
              <a:solidFill>
                <a:srgbClr val="990000"/>
              </a:solidFill>
              <a:latin typeface="黑体" panose="02010609060101010101" pitchFamily="49" charset="-122"/>
              <a:ea typeface="黑体" panose="02010609060101010101" pitchFamily="49" charset="-122"/>
            </a:endParaRPr>
          </a:p>
          <a:p>
            <a:pPr algn="just"/>
            <a:r>
              <a:rPr lang="zh-CN" altLang="en-US" dirty="0">
                <a:solidFill>
                  <a:srgbClr val="0000FF"/>
                </a:solidFill>
                <a:latin typeface="黑体" panose="02010609060101010101" pitchFamily="49" charset="-122"/>
                <a:ea typeface="黑体" panose="02010609060101010101" pitchFamily="49" charset="-122"/>
                <a:cs typeface="Times New Roman" panose="02020603050405020304" pitchFamily="18" charset="0"/>
              </a:rPr>
              <a:t>  定理</a:t>
            </a:r>
            <a:r>
              <a:rPr lang="en-US" altLang="zh-CN" dirty="0">
                <a:solidFill>
                  <a:srgbClr val="000000"/>
                </a:solidFill>
                <a:latin typeface="宋体" panose="02010600030101010101" pitchFamily="2" charset="-122"/>
                <a:ea typeface="黑体" panose="02010609060101010101" pitchFamily="49" charset="-122"/>
                <a:cs typeface="Times New Roman" panose="02020603050405020304" pitchFamily="18" charset="0"/>
              </a:rPr>
              <a:t> </a:t>
            </a:r>
            <a:r>
              <a:rPr lang="zh-CN" altLang="en-US" dirty="0">
                <a:solidFill>
                  <a:srgbClr val="000000"/>
                </a:solidFill>
                <a:latin typeface="Times New Roman" panose="02020603050405020304" pitchFamily="18" charset="0"/>
                <a:cs typeface="Tahoma" panose="020B0604030504040204" pitchFamily="34" charset="0"/>
              </a:rPr>
              <a:t>设</a:t>
            </a:r>
            <a:r>
              <a:rPr lang="en-US" altLang="zh-CN" dirty="0">
                <a:solidFill>
                  <a:srgbClr val="000000"/>
                </a:solidFill>
                <a:latin typeface="Times New Roman" panose="02020603050405020304" pitchFamily="18" charset="0"/>
                <a:cs typeface="Tahoma" panose="020B0604030504040204" pitchFamily="34" charset="0"/>
              </a:rPr>
              <a:t>G</a:t>
            </a:r>
            <a:r>
              <a:rPr lang="zh-CN" altLang="en-US" dirty="0">
                <a:solidFill>
                  <a:srgbClr val="000000"/>
                </a:solidFill>
                <a:latin typeface="Times New Roman" panose="02020603050405020304" pitchFamily="18" charset="0"/>
                <a:cs typeface="Tahoma" panose="020B0604030504040204" pitchFamily="34" charset="0"/>
              </a:rPr>
              <a:t>是一</a:t>
            </a:r>
            <a:r>
              <a:rPr lang="en-US" altLang="zh-CN" dirty="0">
                <a:solidFill>
                  <a:srgbClr val="000000"/>
                </a:solidFill>
                <a:latin typeface="Times New Roman" panose="02020603050405020304" pitchFamily="18" charset="0"/>
                <a:cs typeface="Tahoma" panose="020B0604030504040204" pitchFamily="34" charset="0"/>
              </a:rPr>
              <a:t>(n</a:t>
            </a:r>
            <a:r>
              <a:rPr lang="zh-CN" altLang="en-US" dirty="0">
                <a:solidFill>
                  <a:srgbClr val="000000"/>
                </a:solidFill>
                <a:latin typeface="Times New Roman" panose="02020603050405020304" pitchFamily="18" charset="0"/>
                <a:cs typeface="Tahoma" panose="020B0604030504040204" pitchFamily="34" charset="0"/>
              </a:rPr>
              <a:t>，</a:t>
            </a:r>
            <a:r>
              <a:rPr lang="en-US" altLang="zh-CN" dirty="0">
                <a:solidFill>
                  <a:srgbClr val="000000"/>
                </a:solidFill>
                <a:latin typeface="Times New Roman" panose="02020603050405020304" pitchFamily="18" charset="0"/>
                <a:cs typeface="Tahoma" panose="020B0604030504040204" pitchFamily="34" charset="0"/>
              </a:rPr>
              <a:t>m)</a:t>
            </a:r>
            <a:r>
              <a:rPr lang="zh-CN" altLang="en-US" dirty="0">
                <a:solidFill>
                  <a:srgbClr val="000000"/>
                </a:solidFill>
                <a:latin typeface="Times New Roman" panose="02020603050405020304" pitchFamily="18" charset="0"/>
                <a:cs typeface="Tahoma" panose="020B0604030504040204" pitchFamily="34" charset="0"/>
              </a:rPr>
              <a:t>图，</a:t>
            </a:r>
            <a:r>
              <a:rPr lang="en-US" altLang="zh-CN" dirty="0">
                <a:solidFill>
                  <a:srgbClr val="000000"/>
                </a:solidFill>
                <a:latin typeface="Times New Roman" panose="02020603050405020304" pitchFamily="18" charset="0"/>
                <a:cs typeface="Tahoma" panose="020B0604030504040204" pitchFamily="34" charset="0"/>
              </a:rPr>
              <a:t>G</a:t>
            </a:r>
            <a:r>
              <a:rPr lang="zh-CN" altLang="en-US" dirty="0">
                <a:solidFill>
                  <a:srgbClr val="000000"/>
                </a:solidFill>
                <a:latin typeface="Times New Roman" panose="02020603050405020304" pitchFamily="18" charset="0"/>
                <a:cs typeface="Tahoma" panose="020B0604030504040204" pitchFamily="34" charset="0"/>
              </a:rPr>
              <a:t>有</a:t>
            </a:r>
            <a:r>
              <a:rPr lang="en-US" altLang="zh-CN" dirty="0">
                <a:solidFill>
                  <a:srgbClr val="000000"/>
                </a:solidFill>
                <a:latin typeface="Times New Roman" panose="02020603050405020304" pitchFamily="18" charset="0"/>
                <a:cs typeface="Tahoma" panose="020B0604030504040204" pitchFamily="34" charset="0"/>
              </a:rPr>
              <a:t>ω</a:t>
            </a:r>
            <a:r>
              <a:rPr lang="zh-CN" altLang="en-US" dirty="0">
                <a:solidFill>
                  <a:srgbClr val="000000"/>
                </a:solidFill>
                <a:latin typeface="Times New Roman" panose="02020603050405020304" pitchFamily="18" charset="0"/>
                <a:cs typeface="Tahoma" panose="020B0604030504040204" pitchFamily="34" charset="0"/>
              </a:rPr>
              <a:t>个分图，则</a:t>
            </a:r>
          </a:p>
          <a:p>
            <a:pPr algn="just"/>
            <a:r>
              <a:rPr lang="zh-CN" altLang="en-US" dirty="0">
                <a:solidFill>
                  <a:srgbClr val="000000"/>
                </a:solidFill>
                <a:latin typeface="Times New Roman" panose="02020603050405020304" pitchFamily="18" charset="0"/>
                <a:cs typeface="Tahoma" panose="020B0604030504040204" pitchFamily="34" charset="0"/>
              </a:rPr>
              <a:t>         </a:t>
            </a:r>
            <a:r>
              <a:rPr lang="en-US" altLang="zh-CN" dirty="0" err="1">
                <a:solidFill>
                  <a:srgbClr val="000000"/>
                </a:solidFill>
                <a:latin typeface="Times New Roman" panose="02020603050405020304" pitchFamily="18" charset="0"/>
                <a:cs typeface="Tahoma" panose="020B0604030504040204" pitchFamily="34" charset="0"/>
              </a:rPr>
              <a:t>n-ω≤m</a:t>
            </a:r>
            <a:r>
              <a:rPr lang="en-US" altLang="zh-CN" dirty="0">
                <a:solidFill>
                  <a:srgbClr val="000000"/>
                </a:solidFill>
                <a:latin typeface="Times New Roman" panose="02020603050405020304" pitchFamily="18" charset="0"/>
                <a:cs typeface="Tahoma" panose="020B0604030504040204" pitchFamily="34" charset="0"/>
              </a:rPr>
              <a:t>≤(n-ω)(n-ω+1)/2</a:t>
            </a:r>
          </a:p>
        </p:txBody>
      </p:sp>
    </p:spTree>
    <p:extLst>
      <p:ext uri="{BB962C8B-B14F-4D97-AF65-F5344CB8AC3E}">
        <p14:creationId xmlns:p14="http://schemas.microsoft.com/office/powerpoint/2010/main" val="217699419"/>
      </p:ext>
    </p:extLst>
  </p:cSld>
  <p:clrMapOvr>
    <a:masterClrMapping/>
  </p:clrMapOvr>
  <p:transition spd="slow"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5" name="Rectangle 2">
            <a:extLst>
              <a:ext uri="{FF2B5EF4-FFF2-40B4-BE49-F238E27FC236}">
                <a16:creationId xmlns:a16="http://schemas.microsoft.com/office/drawing/2014/main" id="{BB97C554-C976-44B0-B63A-53A8DFE83F05}"/>
              </a:ext>
            </a:extLst>
          </p:cNvPr>
          <p:cNvSpPr txBox="1">
            <a:spLocks noChangeArrowheads="1"/>
          </p:cNvSpPr>
          <p:nvPr/>
        </p:nvSpPr>
        <p:spPr bwMode="auto">
          <a:xfrm>
            <a:off x="1955800" y="1055091"/>
            <a:ext cx="8280400"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00" dirty="0">
                <a:solidFill>
                  <a:srgbClr val="000000"/>
                </a:solidFill>
                <a:latin typeface="宋体" panose="02010600030101010101" pitchFamily="2" charset="-122"/>
                <a:cs typeface="Times New Roman" panose="02020603050405020304" pitchFamily="18" charset="0"/>
              </a:rPr>
              <a:t>  </a:t>
            </a:r>
          </a:p>
          <a:p>
            <a:r>
              <a:rPr lang="zh-CN" altLang="en-US"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定义</a:t>
            </a:r>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设</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为图</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的结点集</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的子集，称</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为</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a:t>
            </a:r>
            <a:r>
              <a:rPr lang="zh-CN" altLang="en-US" sz="2400" dirty="0">
                <a:solidFill>
                  <a:srgbClr val="0000FF"/>
                </a:solidFill>
                <a:latin typeface="宋体" panose="02010600030101010101" pitchFamily="2" charset="-122"/>
                <a:cs typeface="Times New Roman" panose="02020603050405020304" pitchFamily="18" charset="0"/>
              </a:rPr>
              <a:t>点割集</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Cut Set of Vertex</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000000"/>
                </a:solidFill>
                <a:latin typeface="宋体" panose="02010600030101010101" pitchFamily="2" charset="-122"/>
                <a:cs typeface="Times New Roman" panose="02020603050405020304" pitchFamily="18" charset="0"/>
              </a:rPr>
              <a:t>如果从</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中删除</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中的所有结点后</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的连通分支数增加，但</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的任何真子集均无这一特性。当点割集为单元素集合</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时，</a:t>
            </a:r>
            <a:r>
              <a:rPr lang="en-US" altLang="zh-CN" sz="2400" dirty="0">
                <a:solidFill>
                  <a:srgbClr val="000000"/>
                </a:solidFill>
                <a:latin typeface="宋体" panose="02010600030101010101" pitchFamily="2" charset="-122"/>
                <a:cs typeface="Times New Roman" panose="02020603050405020304" pitchFamily="18" charset="0"/>
              </a:rPr>
              <a:t>v</a:t>
            </a:r>
            <a:r>
              <a:rPr lang="zh-CN" altLang="en-US" sz="2400" dirty="0">
                <a:solidFill>
                  <a:srgbClr val="000000"/>
                </a:solidFill>
                <a:latin typeface="宋体" panose="02010600030101010101" pitchFamily="2" charset="-122"/>
                <a:cs typeface="Times New Roman" panose="02020603050405020304" pitchFamily="18" charset="0"/>
              </a:rPr>
              <a:t>称为</a:t>
            </a:r>
            <a:r>
              <a:rPr lang="zh-CN" altLang="en-US" sz="2400" dirty="0">
                <a:solidFill>
                  <a:srgbClr val="0000FF"/>
                </a:solidFill>
                <a:latin typeface="宋体" panose="02010600030101010101" pitchFamily="2" charset="-122"/>
                <a:cs typeface="Times New Roman" panose="02020603050405020304" pitchFamily="18" charset="0"/>
              </a:rPr>
              <a:t>割点</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Cut Vertex</a:t>
            </a:r>
            <a:r>
              <a:rPr lang="zh-CN" altLang="en-US" sz="2400" dirty="0">
                <a:solidFill>
                  <a:srgbClr val="000000"/>
                </a:solidFill>
                <a:latin typeface="宋体" panose="02010600030101010101" pitchFamily="2" charset="-122"/>
                <a:cs typeface="Times New Roman" panose="02020603050405020304" pitchFamily="18" charset="0"/>
              </a:rPr>
              <a:t>）。</a:t>
            </a:r>
            <a:r>
              <a:rPr lang="zh-CN" altLang="en-US" dirty="0">
                <a:solidFill>
                  <a:srgbClr val="990000"/>
                </a:solidFill>
                <a:latin typeface="黑体" panose="02010609060101010101" pitchFamily="49" charset="-122"/>
                <a:ea typeface="黑体" panose="02010609060101010101" pitchFamily="49" charset="-122"/>
              </a:rPr>
              <a:t> </a:t>
            </a:r>
          </a:p>
          <a:p>
            <a:r>
              <a:rPr lang="zh-CN" altLang="en-US" sz="2400" dirty="0">
                <a:solidFill>
                  <a:srgbClr val="000000"/>
                </a:solidFill>
                <a:latin typeface="宋体" panose="02010600030101010101" pitchFamily="2" charset="-122"/>
                <a:cs typeface="Times New Roman" panose="02020603050405020304" pitchFamily="18" charset="0"/>
              </a:rPr>
              <a:t>      设</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为连通图</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边集</a:t>
            </a:r>
            <a:r>
              <a:rPr lang="en-US" altLang="zh-CN" sz="2400" dirty="0">
                <a:solidFill>
                  <a:srgbClr val="000000"/>
                </a:solidFill>
                <a:latin typeface="宋体" panose="02010600030101010101" pitchFamily="2" charset="-122"/>
                <a:cs typeface="Times New Roman" panose="02020603050405020304" pitchFamily="18" charset="0"/>
              </a:rPr>
              <a:t>E</a:t>
            </a:r>
            <a:r>
              <a:rPr lang="zh-CN" altLang="en-US" sz="2400" dirty="0">
                <a:solidFill>
                  <a:srgbClr val="000000"/>
                </a:solidFill>
                <a:latin typeface="宋体" panose="02010600030101010101" pitchFamily="2" charset="-122"/>
                <a:cs typeface="Times New Roman" panose="02020603050405020304" pitchFamily="18" charset="0"/>
              </a:rPr>
              <a:t>的子集，称</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为</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a:t>
            </a:r>
            <a:r>
              <a:rPr lang="zh-CN" altLang="en-US" sz="2400" dirty="0">
                <a:solidFill>
                  <a:srgbClr val="0000FF"/>
                </a:solidFill>
                <a:latin typeface="宋体" panose="02010600030101010101" pitchFamily="2" charset="-122"/>
                <a:cs typeface="Times New Roman" panose="02020603050405020304" pitchFamily="18" charset="0"/>
              </a:rPr>
              <a:t>边割集</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Cut set of Edge</a:t>
            </a:r>
            <a:r>
              <a:rPr lang="zh-CN" altLang="en-US" sz="2400" dirty="0">
                <a:solidFill>
                  <a:srgbClr val="000000"/>
                </a:solidFill>
                <a:latin typeface="宋体" panose="02010600030101010101" pitchFamily="2" charset="-122"/>
                <a:cs typeface="Times New Roman" panose="02020603050405020304" pitchFamily="18" charset="0"/>
              </a:rPr>
              <a:t>），如果从</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中删除</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的所有边后</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的连通分支数增加，但</a:t>
            </a:r>
            <a:r>
              <a:rPr lang="en-US" altLang="zh-CN" sz="2400" dirty="0">
                <a:solidFill>
                  <a:srgbClr val="000000"/>
                </a:solidFill>
                <a:latin typeface="宋体" panose="02010600030101010101" pitchFamily="2" charset="-122"/>
                <a:cs typeface="Times New Roman" panose="02020603050405020304" pitchFamily="18" charset="0"/>
              </a:rPr>
              <a:t>S</a:t>
            </a:r>
            <a:r>
              <a:rPr lang="zh-CN" altLang="en-US" sz="2400" dirty="0">
                <a:solidFill>
                  <a:srgbClr val="000000"/>
                </a:solidFill>
                <a:latin typeface="宋体" panose="02010600030101010101" pitchFamily="2" charset="-122"/>
                <a:cs typeface="Times New Roman" panose="02020603050405020304" pitchFamily="18" charset="0"/>
              </a:rPr>
              <a:t>的任何真子集均无这一特性。当割集为单元素集</a:t>
            </a:r>
            <a:r>
              <a:rPr lang="en-US" altLang="zh-CN" sz="2400" dirty="0">
                <a:solidFill>
                  <a:srgbClr val="000000"/>
                </a:solidFill>
                <a:latin typeface="宋体" panose="02010600030101010101" pitchFamily="2" charset="-122"/>
                <a:cs typeface="Times New Roman" panose="02020603050405020304" pitchFamily="18" charset="0"/>
              </a:rPr>
              <a:t>{e}</a:t>
            </a:r>
            <a:r>
              <a:rPr lang="zh-CN" altLang="en-US" sz="2400" dirty="0">
                <a:solidFill>
                  <a:srgbClr val="000000"/>
                </a:solidFill>
                <a:latin typeface="宋体" panose="02010600030101010101" pitchFamily="2" charset="-122"/>
                <a:cs typeface="Times New Roman" panose="02020603050405020304" pitchFamily="18" charset="0"/>
              </a:rPr>
              <a:t>时，称</a:t>
            </a:r>
            <a:r>
              <a:rPr lang="en-US" altLang="zh-CN" sz="2400" dirty="0">
                <a:solidFill>
                  <a:srgbClr val="000000"/>
                </a:solidFill>
                <a:latin typeface="宋体" panose="02010600030101010101" pitchFamily="2" charset="-122"/>
                <a:cs typeface="Times New Roman" panose="02020603050405020304" pitchFamily="18" charset="0"/>
              </a:rPr>
              <a:t>e</a:t>
            </a:r>
            <a:r>
              <a:rPr lang="zh-CN" altLang="en-US" sz="2400" dirty="0">
                <a:solidFill>
                  <a:srgbClr val="000000"/>
                </a:solidFill>
                <a:latin typeface="宋体" panose="02010600030101010101" pitchFamily="2" charset="-122"/>
                <a:cs typeface="Times New Roman" panose="02020603050405020304" pitchFamily="18" charset="0"/>
              </a:rPr>
              <a:t>为</a:t>
            </a:r>
            <a:r>
              <a:rPr lang="zh-CN" altLang="en-US" sz="2400" dirty="0">
                <a:solidFill>
                  <a:srgbClr val="0000FF"/>
                </a:solidFill>
                <a:latin typeface="宋体" panose="02010600030101010101" pitchFamily="2" charset="-122"/>
                <a:cs typeface="Times New Roman" panose="02020603050405020304" pitchFamily="18" charset="0"/>
              </a:rPr>
              <a:t>桥</a:t>
            </a:r>
            <a:r>
              <a:rPr lang="en-US" altLang="zh-CN" sz="2400" dirty="0">
                <a:solidFill>
                  <a:srgbClr val="000000"/>
                </a:solidFill>
                <a:latin typeface="宋体" panose="02010600030101010101" pitchFamily="2" charset="-122"/>
                <a:cs typeface="Times New Roman" panose="02020603050405020304" pitchFamily="18" charset="0"/>
              </a:rPr>
              <a:t>(Bridge)</a:t>
            </a:r>
            <a:r>
              <a:rPr lang="zh-CN" altLang="en-US" sz="2400" dirty="0">
                <a:solidFill>
                  <a:srgbClr val="000000"/>
                </a:solidFill>
                <a:latin typeface="宋体" panose="02010600030101010101" pitchFamily="2" charset="-122"/>
                <a:cs typeface="Times New Roman" panose="02020603050405020304" pitchFamily="18" charset="0"/>
              </a:rPr>
              <a:t>或</a:t>
            </a:r>
            <a:r>
              <a:rPr lang="zh-CN" altLang="en-US" sz="2400" dirty="0">
                <a:solidFill>
                  <a:srgbClr val="0000FF"/>
                </a:solidFill>
                <a:latin typeface="宋体" panose="02010600030101010101" pitchFamily="2" charset="-122"/>
                <a:cs typeface="Times New Roman" panose="02020603050405020304" pitchFamily="18" charset="0"/>
              </a:rPr>
              <a:t>割边</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Cut Edge</a:t>
            </a:r>
            <a:r>
              <a:rPr lang="zh-CN" altLang="en-US" sz="2400" dirty="0">
                <a:solidFill>
                  <a:srgbClr val="000000"/>
                </a:solidFill>
                <a:latin typeface="宋体" panose="02010600030101010101" pitchFamily="2" charset="-122"/>
                <a:cs typeface="Times New Roman" panose="02020603050405020304" pitchFamily="18" charset="0"/>
              </a:rPr>
              <a:t>）。</a:t>
            </a:r>
            <a:r>
              <a:rPr lang="zh-CN" altLang="en-US" sz="2400" dirty="0">
                <a:solidFill>
                  <a:srgbClr val="990000"/>
                </a:solidFill>
                <a:latin typeface="宋体" panose="02010600030101010101" pitchFamily="2" charset="-122"/>
              </a:rPr>
              <a:t> </a:t>
            </a:r>
          </a:p>
        </p:txBody>
      </p:sp>
    </p:spTree>
    <p:extLst>
      <p:ext uri="{BB962C8B-B14F-4D97-AF65-F5344CB8AC3E}">
        <p14:creationId xmlns:p14="http://schemas.microsoft.com/office/powerpoint/2010/main" val="1094391301"/>
      </p:ext>
    </p:extLst>
  </p:cSld>
  <p:clrMapOvr>
    <a:masterClrMapping/>
  </p:clrMapOvr>
  <p:transition spd="slow"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4" name="Rectangle 2">
            <a:extLst>
              <a:ext uri="{FF2B5EF4-FFF2-40B4-BE49-F238E27FC236}">
                <a16:creationId xmlns:a16="http://schemas.microsoft.com/office/drawing/2014/main" id="{A7E50AB2-F990-4146-A554-8538B68AA60F}"/>
              </a:ext>
            </a:extLst>
          </p:cNvPr>
          <p:cNvSpPr txBox="1">
            <a:spLocks noChangeArrowheads="1"/>
          </p:cNvSpPr>
          <p:nvPr/>
        </p:nvSpPr>
        <p:spPr bwMode="auto">
          <a:xfrm>
            <a:off x="1955800" y="952500"/>
            <a:ext cx="8280400"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00" dirty="0">
                <a:solidFill>
                  <a:srgbClr val="000000"/>
                </a:solidFill>
                <a:latin typeface="宋体" panose="02010600030101010101" pitchFamily="2" charset="-122"/>
                <a:cs typeface="Times New Roman" panose="02020603050405020304" pitchFamily="18" charset="0"/>
              </a:rPr>
              <a:t>  </a:t>
            </a:r>
          </a:p>
          <a:p>
            <a:r>
              <a:rPr lang="zh-CN" altLang="en-US"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定义</a:t>
            </a:r>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点连通度   </a:t>
            </a:r>
            <a:r>
              <a:rPr lang="en-US" altLang="zh-CN" sz="2400" dirty="0">
                <a:solidFill>
                  <a:srgbClr val="000000"/>
                </a:solidFill>
                <a:latin typeface="宋体" panose="02010600030101010101" pitchFamily="2" charset="-122"/>
                <a:cs typeface="Times New Roman" panose="02020603050405020304" pitchFamily="18" charset="0"/>
              </a:rPr>
              <a:t>κ</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a:t>
            </a:r>
            <a:endParaRPr lang="en-US" altLang="zh-CN" sz="2400" dirty="0">
              <a:solidFill>
                <a:srgbClr val="000000"/>
              </a:solidFill>
              <a:latin typeface="宋体" panose="02010600030101010101" pitchFamily="2" charset="-122"/>
              <a:cs typeface="Times New Roman" panose="02020603050405020304" pitchFamily="18" charset="0"/>
            </a:endParaRPr>
          </a:p>
          <a:p>
            <a:r>
              <a:rPr lang="en-US" altLang="zh-CN"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宋体" panose="02010600030101010101" pitchFamily="2" charset="-122"/>
                <a:cs typeface="Times New Roman" panose="02020603050405020304" pitchFamily="18" charset="0"/>
              </a:rPr>
              <a:t>边连通度   </a:t>
            </a:r>
            <a:r>
              <a:rPr lang="en-US" altLang="zh-CN" sz="2400" dirty="0">
                <a:solidFill>
                  <a:srgbClr val="000000"/>
                </a:solidFill>
                <a:latin typeface="宋体" panose="02010600030101010101" pitchFamily="2" charset="-122"/>
                <a:cs typeface="Times New Roman" panose="02020603050405020304" pitchFamily="18" charset="0"/>
              </a:rPr>
              <a:t>λ</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a:t>
            </a:r>
            <a:endParaRPr lang="en-US" altLang="zh-CN" sz="2400" dirty="0">
              <a:solidFill>
                <a:srgbClr val="000000"/>
              </a:solidFill>
              <a:latin typeface="宋体" panose="02010600030101010101" pitchFamily="2" charset="-122"/>
              <a:cs typeface="Times New Roman" panose="02020603050405020304" pitchFamily="18" charset="0"/>
            </a:endParaRPr>
          </a:p>
          <a:p>
            <a:endParaRPr lang="en-US" altLang="zh-CN" sz="2400" dirty="0">
              <a:solidFill>
                <a:srgbClr val="000000"/>
              </a:solidFill>
              <a:latin typeface="宋体" panose="02010600030101010101" pitchFamily="2" charset="-122"/>
              <a:cs typeface="Times New Roman" panose="02020603050405020304" pitchFamily="18" charset="0"/>
            </a:endParaRPr>
          </a:p>
          <a:p>
            <a:r>
              <a:rPr lang="en-US" altLang="zh-CN" sz="2400" dirty="0">
                <a:solidFill>
                  <a:srgbClr val="000000"/>
                </a:solidFill>
                <a:latin typeface="宋体" panose="02010600030101010101" pitchFamily="2" charset="-122"/>
                <a:cs typeface="Times New Roman" panose="02020603050405020304" pitchFamily="18" charset="0"/>
              </a:rPr>
              <a:t>           0           </a:t>
            </a:r>
            <a:r>
              <a:rPr lang="zh-CN" altLang="en-US" sz="2400" dirty="0">
                <a:solidFill>
                  <a:srgbClr val="000000"/>
                </a:solidFill>
                <a:latin typeface="宋体" panose="02010600030101010101" pitchFamily="2" charset="-122"/>
                <a:cs typeface="Times New Roman" panose="02020603050405020304" pitchFamily="18" charset="0"/>
              </a:rPr>
              <a:t>非连通 </a:t>
            </a:r>
            <a:r>
              <a:rPr lang="en-US" altLang="zh-CN" sz="2400" dirty="0">
                <a:solidFill>
                  <a:srgbClr val="000000"/>
                </a:solidFill>
                <a:latin typeface="宋体" panose="02010600030101010101" pitchFamily="2" charset="-122"/>
                <a:cs typeface="Times New Roman" panose="02020603050405020304" pitchFamily="18" charset="0"/>
              </a:rPr>
              <a:t>K</a:t>
            </a:r>
            <a:r>
              <a:rPr lang="en-US" altLang="zh-CN" sz="2400" baseline="-25000" dirty="0">
                <a:solidFill>
                  <a:srgbClr val="000000"/>
                </a:solidFill>
                <a:latin typeface="宋体" panose="02010600030101010101" pitchFamily="2" charset="-122"/>
                <a:cs typeface="Times New Roman" panose="02020603050405020304" pitchFamily="18" charset="0"/>
              </a:rPr>
              <a:t>1</a:t>
            </a:r>
            <a:endParaRPr lang="en-US" altLang="zh-CN" sz="2400" dirty="0">
              <a:solidFill>
                <a:srgbClr val="000000"/>
              </a:solidFill>
              <a:latin typeface="宋体" panose="02010600030101010101" pitchFamily="2" charset="-122"/>
              <a:cs typeface="Times New Roman" panose="02020603050405020304" pitchFamily="18" charset="0"/>
            </a:endParaRPr>
          </a:p>
          <a:p>
            <a:r>
              <a:rPr lang="en-US" altLang="zh-CN" sz="2400" dirty="0">
                <a:solidFill>
                  <a:srgbClr val="000000"/>
                </a:solidFill>
                <a:latin typeface="宋体" panose="02010600030101010101" pitchFamily="2" charset="-122"/>
                <a:cs typeface="Times New Roman" panose="02020603050405020304" pitchFamily="18" charset="0"/>
              </a:rPr>
              <a:t>κ</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G</a:t>
            </a:r>
            <a:r>
              <a:rPr lang="zh-CN" altLang="en-US" sz="2400" dirty="0">
                <a:solidFill>
                  <a:srgbClr val="000000"/>
                </a:solidFill>
                <a:latin typeface="宋体" panose="02010600030101010101" pitchFamily="2" charset="-122"/>
                <a:cs typeface="Times New Roman" panose="02020603050405020304" pitchFamily="18" charset="0"/>
              </a:rPr>
              <a:t>）</a:t>
            </a:r>
            <a:r>
              <a:rPr lang="en-US" altLang="zh-CN" sz="2400" dirty="0">
                <a:solidFill>
                  <a:srgbClr val="000000"/>
                </a:solidFill>
                <a:latin typeface="宋体" panose="02010600030101010101" pitchFamily="2" charset="-122"/>
                <a:cs typeface="Times New Roman" panose="02020603050405020304" pitchFamily="18" charset="0"/>
              </a:rPr>
              <a:t>=   n-1         </a:t>
            </a:r>
            <a:r>
              <a:rPr lang="en-US" altLang="zh-CN" sz="2400" dirty="0" err="1">
                <a:solidFill>
                  <a:srgbClr val="000000"/>
                </a:solidFill>
                <a:latin typeface="宋体" panose="02010600030101010101" pitchFamily="2" charset="-122"/>
                <a:cs typeface="Times New Roman" panose="02020603050405020304" pitchFamily="18" charset="0"/>
              </a:rPr>
              <a:t>K</a:t>
            </a:r>
            <a:r>
              <a:rPr lang="en-US" altLang="zh-CN" sz="2400" baseline="-25000" dirty="0" err="1">
                <a:solidFill>
                  <a:srgbClr val="000000"/>
                </a:solidFill>
                <a:latin typeface="宋体" panose="02010600030101010101" pitchFamily="2" charset="-122"/>
                <a:cs typeface="Times New Roman" panose="02020603050405020304" pitchFamily="18" charset="0"/>
              </a:rPr>
              <a:t>n</a:t>
            </a:r>
            <a:endParaRPr lang="en-US" altLang="zh-CN" sz="2400" baseline="-25000" dirty="0">
              <a:solidFill>
                <a:srgbClr val="000000"/>
              </a:solidFill>
              <a:latin typeface="宋体" panose="02010600030101010101" pitchFamily="2" charset="-122"/>
              <a:cs typeface="Times New Roman" panose="02020603050405020304" pitchFamily="18" charset="0"/>
            </a:endParaRPr>
          </a:p>
          <a:p>
            <a:r>
              <a:rPr lang="en-US" altLang="zh-CN" sz="2400" dirty="0">
                <a:solidFill>
                  <a:srgbClr val="000000"/>
                </a:solidFill>
                <a:latin typeface="宋体" panose="02010600030101010101" pitchFamily="2" charset="-122"/>
                <a:cs typeface="Times New Roman" panose="02020603050405020304" pitchFamily="18" charset="0"/>
              </a:rPr>
              <a:t>           min{|S|}    </a:t>
            </a:r>
            <a:r>
              <a:rPr lang="zh-CN" altLang="en-US" sz="2400" dirty="0">
                <a:solidFill>
                  <a:srgbClr val="000000"/>
                </a:solidFill>
                <a:latin typeface="宋体" panose="02010600030101010101" pitchFamily="2" charset="-122"/>
                <a:cs typeface="Times New Roman" panose="02020603050405020304" pitchFamily="18" charset="0"/>
              </a:rPr>
              <a:t>连通非完全</a:t>
            </a:r>
            <a:endParaRPr lang="en-US" altLang="zh-CN" sz="2400" dirty="0">
              <a:solidFill>
                <a:srgbClr val="000000"/>
              </a:solidFill>
              <a:latin typeface="宋体" panose="02010600030101010101" pitchFamily="2" charset="-122"/>
              <a:cs typeface="Times New Roman" panose="02020603050405020304" pitchFamily="18" charset="0"/>
            </a:endParaRPr>
          </a:p>
        </p:txBody>
      </p:sp>
      <p:sp>
        <p:nvSpPr>
          <p:cNvPr id="5" name="Rectangle 2">
            <a:extLst>
              <a:ext uri="{FF2B5EF4-FFF2-40B4-BE49-F238E27FC236}">
                <a16:creationId xmlns:a16="http://schemas.microsoft.com/office/drawing/2014/main" id="{282DABC4-CC79-40F7-A764-CF6F8ECF1ABA}"/>
              </a:ext>
            </a:extLst>
          </p:cNvPr>
          <p:cNvSpPr txBox="1">
            <a:spLocks noChangeArrowheads="1"/>
          </p:cNvSpPr>
          <p:nvPr/>
        </p:nvSpPr>
        <p:spPr bwMode="auto">
          <a:xfrm>
            <a:off x="1955800" y="4882742"/>
            <a:ext cx="8116118" cy="1035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1000" dirty="0">
              <a:solidFill>
                <a:srgbClr val="990000"/>
              </a:solidFill>
              <a:latin typeface="黑体" panose="02010609060101010101" pitchFamily="49" charset="-122"/>
              <a:ea typeface="黑体" panose="02010609060101010101" pitchFamily="49" charset="-122"/>
            </a:endParaRPr>
          </a:p>
          <a:p>
            <a:pPr algn="just"/>
            <a:r>
              <a:rPr lang="zh-CN" altLang="en-US" dirty="0">
                <a:solidFill>
                  <a:srgbClr val="0000FF"/>
                </a:solidFill>
                <a:latin typeface="黑体" panose="02010609060101010101" pitchFamily="49" charset="-122"/>
                <a:ea typeface="黑体" panose="02010609060101010101" pitchFamily="49" charset="-122"/>
                <a:cs typeface="Times New Roman" panose="02020603050405020304" pitchFamily="18" charset="0"/>
              </a:rPr>
              <a:t>  定理</a:t>
            </a:r>
            <a:r>
              <a:rPr lang="en-US" altLang="zh-CN" dirty="0">
                <a:solidFill>
                  <a:srgbClr val="000000"/>
                </a:solidFill>
                <a:latin typeface="宋体" panose="02010600030101010101" pitchFamily="2" charset="-122"/>
                <a:ea typeface="黑体" panose="02010609060101010101" pitchFamily="49" charset="-122"/>
                <a:cs typeface="Times New Roman" panose="02020603050405020304" pitchFamily="18" charset="0"/>
              </a:rPr>
              <a:t> </a:t>
            </a:r>
            <a:r>
              <a:rPr lang="en-US" altLang="zh-CN" dirty="0">
                <a:solidFill>
                  <a:srgbClr val="000000"/>
                </a:solidFill>
                <a:latin typeface="Times New Roman" panose="02020603050405020304" pitchFamily="18" charset="0"/>
                <a:cs typeface="Tahoma" panose="020B0604030504040204" pitchFamily="34" charset="0"/>
              </a:rPr>
              <a:t>κ</a:t>
            </a:r>
            <a:r>
              <a:rPr lang="zh-CN" altLang="en-US" dirty="0">
                <a:solidFill>
                  <a:srgbClr val="000000"/>
                </a:solidFill>
                <a:latin typeface="Times New Roman" panose="02020603050405020304" pitchFamily="18" charset="0"/>
                <a:cs typeface="Tahoma" panose="020B0604030504040204" pitchFamily="34" charset="0"/>
              </a:rPr>
              <a:t>（</a:t>
            </a:r>
            <a:r>
              <a:rPr lang="en-US" altLang="zh-CN" dirty="0">
                <a:solidFill>
                  <a:srgbClr val="000000"/>
                </a:solidFill>
                <a:latin typeface="Times New Roman" panose="02020603050405020304" pitchFamily="18" charset="0"/>
                <a:cs typeface="Tahoma" panose="020B0604030504040204" pitchFamily="34" charset="0"/>
              </a:rPr>
              <a:t>G</a:t>
            </a:r>
            <a:r>
              <a:rPr lang="zh-CN" altLang="en-US" dirty="0">
                <a:solidFill>
                  <a:srgbClr val="000000"/>
                </a:solidFill>
                <a:latin typeface="Times New Roman" panose="02020603050405020304" pitchFamily="18" charset="0"/>
                <a:cs typeface="Tahoma" panose="020B0604030504040204" pitchFamily="34" charset="0"/>
              </a:rPr>
              <a:t>）≤ </a:t>
            </a:r>
            <a:r>
              <a:rPr lang="en-US" altLang="zh-CN" dirty="0">
                <a:solidFill>
                  <a:srgbClr val="000000"/>
                </a:solidFill>
                <a:latin typeface="Times New Roman" panose="02020603050405020304" pitchFamily="18" charset="0"/>
                <a:cs typeface="Tahoma" panose="020B0604030504040204" pitchFamily="34" charset="0"/>
              </a:rPr>
              <a:t>λ</a:t>
            </a:r>
            <a:r>
              <a:rPr lang="zh-CN" altLang="en-US" dirty="0">
                <a:solidFill>
                  <a:srgbClr val="000000"/>
                </a:solidFill>
                <a:latin typeface="Times New Roman" panose="02020603050405020304" pitchFamily="18" charset="0"/>
                <a:cs typeface="Tahoma" panose="020B0604030504040204" pitchFamily="34" charset="0"/>
              </a:rPr>
              <a:t>（</a:t>
            </a:r>
            <a:r>
              <a:rPr lang="en-US" altLang="zh-CN" dirty="0">
                <a:solidFill>
                  <a:srgbClr val="000000"/>
                </a:solidFill>
                <a:latin typeface="Times New Roman" panose="02020603050405020304" pitchFamily="18" charset="0"/>
                <a:cs typeface="Tahoma" panose="020B0604030504040204" pitchFamily="34" charset="0"/>
              </a:rPr>
              <a:t>G</a:t>
            </a:r>
            <a:r>
              <a:rPr lang="zh-CN" altLang="en-US" dirty="0">
                <a:solidFill>
                  <a:srgbClr val="000000"/>
                </a:solidFill>
                <a:latin typeface="Times New Roman" panose="02020603050405020304" pitchFamily="18" charset="0"/>
                <a:cs typeface="Tahoma" panose="020B0604030504040204" pitchFamily="34" charset="0"/>
              </a:rPr>
              <a:t>）≤ </a:t>
            </a:r>
            <a:r>
              <a:rPr lang="en-US" altLang="zh-CN" dirty="0">
                <a:solidFill>
                  <a:srgbClr val="000000"/>
                </a:solidFill>
                <a:latin typeface="Times New Roman" panose="02020603050405020304" pitchFamily="18" charset="0"/>
                <a:cs typeface="Tahoma" panose="020B0604030504040204" pitchFamily="34" charset="0"/>
              </a:rPr>
              <a:t>δ</a:t>
            </a:r>
            <a:r>
              <a:rPr lang="zh-CN" altLang="en-US" dirty="0">
                <a:solidFill>
                  <a:srgbClr val="000000"/>
                </a:solidFill>
                <a:latin typeface="Times New Roman" panose="02020603050405020304" pitchFamily="18" charset="0"/>
                <a:cs typeface="Tahoma" panose="020B0604030504040204" pitchFamily="34" charset="0"/>
              </a:rPr>
              <a:t>（</a:t>
            </a:r>
            <a:r>
              <a:rPr lang="en-US" altLang="zh-CN" dirty="0">
                <a:solidFill>
                  <a:srgbClr val="000000"/>
                </a:solidFill>
                <a:latin typeface="Times New Roman" panose="02020603050405020304" pitchFamily="18" charset="0"/>
                <a:cs typeface="Tahoma" panose="020B0604030504040204" pitchFamily="34" charset="0"/>
              </a:rPr>
              <a:t>G</a:t>
            </a:r>
            <a:r>
              <a:rPr lang="zh-CN" altLang="en-US" dirty="0">
                <a:solidFill>
                  <a:srgbClr val="000000"/>
                </a:solidFill>
                <a:latin typeface="Times New Roman" panose="02020603050405020304" pitchFamily="18" charset="0"/>
                <a:cs typeface="Tahoma" panose="020B0604030504040204" pitchFamily="34" charset="0"/>
              </a:rPr>
              <a:t>）</a:t>
            </a:r>
            <a:endParaRPr lang="en-US" altLang="zh-CN" dirty="0">
              <a:solidFill>
                <a:srgbClr val="000000"/>
              </a:solidFill>
              <a:latin typeface="Times New Roman" panose="02020603050405020304" pitchFamily="18" charset="0"/>
              <a:cs typeface="Tahoma" panose="020B0604030504040204" pitchFamily="34" charset="0"/>
            </a:endParaRPr>
          </a:p>
        </p:txBody>
      </p:sp>
    </p:spTree>
    <p:extLst>
      <p:ext uri="{BB962C8B-B14F-4D97-AF65-F5344CB8AC3E}">
        <p14:creationId xmlns:p14="http://schemas.microsoft.com/office/powerpoint/2010/main" val="68423217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4" name="Rectangle 2">
            <a:extLst>
              <a:ext uri="{FF2B5EF4-FFF2-40B4-BE49-F238E27FC236}">
                <a16:creationId xmlns:a16="http://schemas.microsoft.com/office/drawing/2014/main" id="{2C22852F-A464-4AFB-8D6E-DE87D8F8F287}"/>
              </a:ext>
            </a:extLst>
          </p:cNvPr>
          <p:cNvSpPr txBox="1">
            <a:spLocks noChangeArrowheads="1"/>
          </p:cNvSpPr>
          <p:nvPr/>
        </p:nvSpPr>
        <p:spPr>
          <a:xfrm>
            <a:off x="1126860" y="3960698"/>
            <a:ext cx="9846415" cy="18716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000000"/>
                </a:solidFill>
                <a:latin typeface="宋体" panose="02010600030101010101" pitchFamily="2" charset="-122"/>
                <a:cs typeface="Times New Roman" panose="02020603050405020304" pitchFamily="18" charset="0"/>
              </a:rPr>
              <a:t>容易判断，强连通图必定是单向连通图，单向连通图必定是弱连通图。</a:t>
            </a:r>
          </a:p>
        </p:txBody>
      </p:sp>
      <p:sp>
        <p:nvSpPr>
          <p:cNvPr id="5" name="Oval 5">
            <a:extLst>
              <a:ext uri="{FF2B5EF4-FFF2-40B4-BE49-F238E27FC236}">
                <a16:creationId xmlns:a16="http://schemas.microsoft.com/office/drawing/2014/main" id="{2F80E9AB-4162-4D32-AEBC-CDAC7744BEE6}"/>
              </a:ext>
            </a:extLst>
          </p:cNvPr>
          <p:cNvSpPr>
            <a:spLocks noChangeArrowheads="1"/>
          </p:cNvSpPr>
          <p:nvPr/>
        </p:nvSpPr>
        <p:spPr bwMode="auto">
          <a:xfrm>
            <a:off x="3594206" y="4373448"/>
            <a:ext cx="76200" cy="100012"/>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6" name="Oval 6">
            <a:extLst>
              <a:ext uri="{FF2B5EF4-FFF2-40B4-BE49-F238E27FC236}">
                <a16:creationId xmlns:a16="http://schemas.microsoft.com/office/drawing/2014/main" id="{7782EC6D-A706-449A-B7AF-C7CA3720C2A5}"/>
              </a:ext>
            </a:extLst>
          </p:cNvPr>
          <p:cNvSpPr>
            <a:spLocks noChangeArrowheads="1"/>
          </p:cNvSpPr>
          <p:nvPr/>
        </p:nvSpPr>
        <p:spPr bwMode="auto">
          <a:xfrm>
            <a:off x="4370493" y="4863985"/>
            <a:ext cx="76200" cy="100013"/>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7" name="Oval 7">
            <a:extLst>
              <a:ext uri="{FF2B5EF4-FFF2-40B4-BE49-F238E27FC236}">
                <a16:creationId xmlns:a16="http://schemas.microsoft.com/office/drawing/2014/main" id="{99927A08-E60A-41E8-A4BE-B604B4256858}"/>
              </a:ext>
            </a:extLst>
          </p:cNvPr>
          <p:cNvSpPr>
            <a:spLocks noChangeArrowheads="1"/>
          </p:cNvSpPr>
          <p:nvPr/>
        </p:nvSpPr>
        <p:spPr bwMode="auto">
          <a:xfrm>
            <a:off x="2560743" y="4457585"/>
            <a:ext cx="76200" cy="100013"/>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8" name="Oval 8">
            <a:extLst>
              <a:ext uri="{FF2B5EF4-FFF2-40B4-BE49-F238E27FC236}">
                <a16:creationId xmlns:a16="http://schemas.microsoft.com/office/drawing/2014/main" id="{05AAE3F6-093A-4564-9D1A-3E38E6204B2C}"/>
              </a:ext>
            </a:extLst>
          </p:cNvPr>
          <p:cNvSpPr>
            <a:spLocks noChangeArrowheads="1"/>
          </p:cNvSpPr>
          <p:nvPr/>
        </p:nvSpPr>
        <p:spPr bwMode="auto">
          <a:xfrm>
            <a:off x="2975081" y="4957648"/>
            <a:ext cx="76200" cy="100012"/>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9" name="Line 9">
            <a:extLst>
              <a:ext uri="{FF2B5EF4-FFF2-40B4-BE49-F238E27FC236}">
                <a16:creationId xmlns:a16="http://schemas.microsoft.com/office/drawing/2014/main" id="{76E9D726-86FA-4524-9CC4-A791540116C3}"/>
              </a:ext>
            </a:extLst>
          </p:cNvPr>
          <p:cNvSpPr>
            <a:spLocks noChangeShapeType="1"/>
          </p:cNvSpPr>
          <p:nvPr/>
        </p:nvSpPr>
        <p:spPr bwMode="auto">
          <a:xfrm>
            <a:off x="1582843" y="4494098"/>
            <a:ext cx="9477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0" name="Line 10">
            <a:extLst>
              <a:ext uri="{FF2B5EF4-FFF2-40B4-BE49-F238E27FC236}">
                <a16:creationId xmlns:a16="http://schemas.microsoft.com/office/drawing/2014/main" id="{99F945F7-A456-48AA-A1B6-37FC571B36F5}"/>
              </a:ext>
            </a:extLst>
          </p:cNvPr>
          <p:cNvSpPr>
            <a:spLocks noChangeShapeType="1"/>
          </p:cNvSpPr>
          <p:nvPr/>
        </p:nvSpPr>
        <p:spPr bwMode="auto">
          <a:xfrm>
            <a:off x="1503468" y="4597285"/>
            <a:ext cx="1588" cy="12620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1" name="Line 11">
            <a:extLst>
              <a:ext uri="{FF2B5EF4-FFF2-40B4-BE49-F238E27FC236}">
                <a16:creationId xmlns:a16="http://schemas.microsoft.com/office/drawing/2014/main" id="{D5655C73-F533-4768-A8C8-E24911C94922}"/>
              </a:ext>
            </a:extLst>
          </p:cNvPr>
          <p:cNvSpPr>
            <a:spLocks noChangeShapeType="1"/>
          </p:cNvSpPr>
          <p:nvPr/>
        </p:nvSpPr>
        <p:spPr bwMode="auto">
          <a:xfrm>
            <a:off x="1582843" y="5964123"/>
            <a:ext cx="94773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2" name="Line 12">
            <a:extLst>
              <a:ext uri="{FF2B5EF4-FFF2-40B4-BE49-F238E27FC236}">
                <a16:creationId xmlns:a16="http://schemas.microsoft.com/office/drawing/2014/main" id="{61DB816C-A38E-4F9D-B1F7-44971A6CD228}"/>
              </a:ext>
            </a:extLst>
          </p:cNvPr>
          <p:cNvSpPr>
            <a:spLocks noChangeShapeType="1"/>
          </p:cNvSpPr>
          <p:nvPr/>
        </p:nvSpPr>
        <p:spPr bwMode="auto">
          <a:xfrm>
            <a:off x="2611543" y="4597285"/>
            <a:ext cx="0" cy="12620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3" name="Line 13">
            <a:extLst>
              <a:ext uri="{FF2B5EF4-FFF2-40B4-BE49-F238E27FC236}">
                <a16:creationId xmlns:a16="http://schemas.microsoft.com/office/drawing/2014/main" id="{461DBAD4-9013-4F58-B18A-C76DB027E4C7}"/>
              </a:ext>
            </a:extLst>
          </p:cNvPr>
          <p:cNvSpPr>
            <a:spLocks noChangeShapeType="1"/>
          </p:cNvSpPr>
          <p:nvPr/>
        </p:nvSpPr>
        <p:spPr bwMode="auto">
          <a:xfrm>
            <a:off x="1503468" y="4494098"/>
            <a:ext cx="1108075" cy="14700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4" name="Line 14">
            <a:extLst>
              <a:ext uri="{FF2B5EF4-FFF2-40B4-BE49-F238E27FC236}">
                <a16:creationId xmlns:a16="http://schemas.microsoft.com/office/drawing/2014/main" id="{9418D245-A4AF-4CDB-AD36-FB04D2E51628}"/>
              </a:ext>
            </a:extLst>
          </p:cNvPr>
          <p:cNvSpPr>
            <a:spLocks noChangeShapeType="1"/>
          </p:cNvSpPr>
          <p:nvPr/>
        </p:nvSpPr>
        <p:spPr bwMode="auto">
          <a:xfrm flipV="1">
            <a:off x="1582843" y="4605223"/>
            <a:ext cx="944563" cy="12541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5" name="Line 15">
            <a:extLst>
              <a:ext uri="{FF2B5EF4-FFF2-40B4-BE49-F238E27FC236}">
                <a16:creationId xmlns:a16="http://schemas.microsoft.com/office/drawing/2014/main" id="{479F3E0A-F37E-4D69-A090-E51E5D41B864}"/>
              </a:ext>
            </a:extLst>
          </p:cNvPr>
          <p:cNvSpPr>
            <a:spLocks noChangeShapeType="1"/>
          </p:cNvSpPr>
          <p:nvPr/>
        </p:nvSpPr>
        <p:spPr bwMode="auto">
          <a:xfrm flipV="1">
            <a:off x="3043343" y="4430598"/>
            <a:ext cx="555625" cy="5270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6" name="Line 16">
            <a:extLst>
              <a:ext uri="{FF2B5EF4-FFF2-40B4-BE49-F238E27FC236}">
                <a16:creationId xmlns:a16="http://schemas.microsoft.com/office/drawing/2014/main" id="{F4A7B7BE-1350-411A-8138-92B4B268FB80}"/>
              </a:ext>
            </a:extLst>
          </p:cNvPr>
          <p:cNvSpPr>
            <a:spLocks noChangeShapeType="1"/>
          </p:cNvSpPr>
          <p:nvPr/>
        </p:nvSpPr>
        <p:spPr bwMode="auto">
          <a:xfrm>
            <a:off x="3667231" y="4422660"/>
            <a:ext cx="706437" cy="4683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7" name="Line 17">
            <a:extLst>
              <a:ext uri="{FF2B5EF4-FFF2-40B4-BE49-F238E27FC236}">
                <a16:creationId xmlns:a16="http://schemas.microsoft.com/office/drawing/2014/main" id="{92475C6E-7E3D-4206-982E-A6EAF3765945}"/>
              </a:ext>
            </a:extLst>
          </p:cNvPr>
          <p:cNvSpPr>
            <a:spLocks noChangeShapeType="1"/>
          </p:cNvSpPr>
          <p:nvPr/>
        </p:nvSpPr>
        <p:spPr bwMode="auto">
          <a:xfrm flipV="1">
            <a:off x="3073506" y="4916373"/>
            <a:ext cx="1266825" cy="1031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8" name="Line 18">
            <a:extLst>
              <a:ext uri="{FF2B5EF4-FFF2-40B4-BE49-F238E27FC236}">
                <a16:creationId xmlns:a16="http://schemas.microsoft.com/office/drawing/2014/main" id="{BE3BD303-9371-4521-A3CB-B18663702075}"/>
              </a:ext>
            </a:extLst>
          </p:cNvPr>
          <p:cNvSpPr>
            <a:spLocks noChangeShapeType="1"/>
          </p:cNvSpPr>
          <p:nvPr/>
        </p:nvSpPr>
        <p:spPr bwMode="auto">
          <a:xfrm flipH="1" flipV="1">
            <a:off x="3124306" y="5960948"/>
            <a:ext cx="1133475" cy="285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19" name="Line 19">
            <a:extLst>
              <a:ext uri="{FF2B5EF4-FFF2-40B4-BE49-F238E27FC236}">
                <a16:creationId xmlns:a16="http://schemas.microsoft.com/office/drawing/2014/main" id="{3ADF0B02-C61C-417D-A298-61A81EF0F9FF}"/>
              </a:ext>
            </a:extLst>
          </p:cNvPr>
          <p:cNvSpPr>
            <a:spLocks noChangeShapeType="1"/>
          </p:cNvSpPr>
          <p:nvPr/>
        </p:nvSpPr>
        <p:spPr bwMode="auto">
          <a:xfrm flipH="1">
            <a:off x="3043343" y="5470410"/>
            <a:ext cx="912813" cy="49053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20" name="Oval 20">
            <a:extLst>
              <a:ext uri="{FF2B5EF4-FFF2-40B4-BE49-F238E27FC236}">
                <a16:creationId xmlns:a16="http://schemas.microsoft.com/office/drawing/2014/main" id="{174E29E7-1740-4409-B30E-597CB02B1788}"/>
              </a:ext>
            </a:extLst>
          </p:cNvPr>
          <p:cNvSpPr>
            <a:spLocks noChangeArrowheads="1"/>
          </p:cNvSpPr>
          <p:nvPr/>
        </p:nvSpPr>
        <p:spPr bwMode="auto">
          <a:xfrm>
            <a:off x="3027468" y="5894273"/>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1" name="Oval 21">
            <a:extLst>
              <a:ext uri="{FF2B5EF4-FFF2-40B4-BE49-F238E27FC236}">
                <a16:creationId xmlns:a16="http://schemas.microsoft.com/office/drawing/2014/main" id="{B73D0F7F-7D4F-4BE4-AE71-0B022D1E2D84}"/>
              </a:ext>
            </a:extLst>
          </p:cNvPr>
          <p:cNvSpPr>
            <a:spLocks noChangeArrowheads="1"/>
          </p:cNvSpPr>
          <p:nvPr/>
        </p:nvSpPr>
        <p:spPr bwMode="auto">
          <a:xfrm>
            <a:off x="2555981" y="5875223"/>
            <a:ext cx="76200" cy="100012"/>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2" name="Oval 22">
            <a:extLst>
              <a:ext uri="{FF2B5EF4-FFF2-40B4-BE49-F238E27FC236}">
                <a16:creationId xmlns:a16="http://schemas.microsoft.com/office/drawing/2014/main" id="{1C8AB5C1-E85A-420C-B7DE-3379B11E08D2}"/>
              </a:ext>
            </a:extLst>
          </p:cNvPr>
          <p:cNvSpPr>
            <a:spLocks noChangeArrowheads="1"/>
          </p:cNvSpPr>
          <p:nvPr/>
        </p:nvSpPr>
        <p:spPr bwMode="auto">
          <a:xfrm>
            <a:off x="1484418" y="5860935"/>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3" name="Oval 23">
            <a:extLst>
              <a:ext uri="{FF2B5EF4-FFF2-40B4-BE49-F238E27FC236}">
                <a16:creationId xmlns:a16="http://schemas.microsoft.com/office/drawing/2014/main" id="{AE71F387-0B40-40F7-ABD5-B598ECA25422}"/>
              </a:ext>
            </a:extLst>
          </p:cNvPr>
          <p:cNvSpPr>
            <a:spLocks noChangeArrowheads="1"/>
          </p:cNvSpPr>
          <p:nvPr/>
        </p:nvSpPr>
        <p:spPr bwMode="auto">
          <a:xfrm>
            <a:off x="4218093" y="592284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4" name="Oval 24">
            <a:extLst>
              <a:ext uri="{FF2B5EF4-FFF2-40B4-BE49-F238E27FC236}">
                <a16:creationId xmlns:a16="http://schemas.microsoft.com/office/drawing/2014/main" id="{058501F1-F574-41FE-B926-4DB08FBF8BB4}"/>
              </a:ext>
            </a:extLst>
          </p:cNvPr>
          <p:cNvSpPr>
            <a:spLocks noChangeArrowheads="1"/>
          </p:cNvSpPr>
          <p:nvPr/>
        </p:nvSpPr>
        <p:spPr bwMode="auto">
          <a:xfrm>
            <a:off x="1463781" y="4457585"/>
            <a:ext cx="76200" cy="100013"/>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5" name="Oval 25">
            <a:extLst>
              <a:ext uri="{FF2B5EF4-FFF2-40B4-BE49-F238E27FC236}">
                <a16:creationId xmlns:a16="http://schemas.microsoft.com/office/drawing/2014/main" id="{5921491D-DC9C-45B7-B0D6-CF8DEA9E0A64}"/>
              </a:ext>
            </a:extLst>
          </p:cNvPr>
          <p:cNvSpPr>
            <a:spLocks noChangeArrowheads="1"/>
          </p:cNvSpPr>
          <p:nvPr/>
        </p:nvSpPr>
        <p:spPr bwMode="auto">
          <a:xfrm>
            <a:off x="3976793" y="538944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6" name="Oval 26">
            <a:extLst>
              <a:ext uri="{FF2B5EF4-FFF2-40B4-BE49-F238E27FC236}">
                <a16:creationId xmlns:a16="http://schemas.microsoft.com/office/drawing/2014/main" id="{20A43AD8-9002-4FA0-9994-106D623B44CB}"/>
              </a:ext>
            </a:extLst>
          </p:cNvPr>
          <p:cNvSpPr>
            <a:spLocks noChangeArrowheads="1"/>
          </p:cNvSpPr>
          <p:nvPr/>
        </p:nvSpPr>
        <p:spPr bwMode="auto">
          <a:xfrm>
            <a:off x="6018318" y="444329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27" name="Line 27">
            <a:extLst>
              <a:ext uri="{FF2B5EF4-FFF2-40B4-BE49-F238E27FC236}">
                <a16:creationId xmlns:a16="http://schemas.microsoft.com/office/drawing/2014/main" id="{2FE50C8B-3ECE-40AD-91D4-43F4914BF58C}"/>
              </a:ext>
            </a:extLst>
          </p:cNvPr>
          <p:cNvSpPr>
            <a:spLocks noChangeShapeType="1"/>
          </p:cNvSpPr>
          <p:nvPr/>
        </p:nvSpPr>
        <p:spPr bwMode="auto">
          <a:xfrm>
            <a:off x="5038831" y="4479810"/>
            <a:ext cx="949325" cy="1588"/>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28" name="Line 28">
            <a:extLst>
              <a:ext uri="{FF2B5EF4-FFF2-40B4-BE49-F238E27FC236}">
                <a16:creationId xmlns:a16="http://schemas.microsoft.com/office/drawing/2014/main" id="{C1FC2D06-F610-456A-9119-CFBD05934E64}"/>
              </a:ext>
            </a:extLst>
          </p:cNvPr>
          <p:cNvSpPr>
            <a:spLocks noChangeShapeType="1"/>
          </p:cNvSpPr>
          <p:nvPr/>
        </p:nvSpPr>
        <p:spPr bwMode="auto">
          <a:xfrm>
            <a:off x="4961043" y="4584585"/>
            <a:ext cx="0" cy="1262063"/>
          </a:xfrm>
          <a:prstGeom prst="line">
            <a:avLst/>
          </a:prstGeom>
          <a:noFill/>
          <a:ln w="9525">
            <a:solidFill>
              <a:srgbClr val="00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29" name="Line 29">
            <a:extLst>
              <a:ext uri="{FF2B5EF4-FFF2-40B4-BE49-F238E27FC236}">
                <a16:creationId xmlns:a16="http://schemas.microsoft.com/office/drawing/2014/main" id="{C69780A4-3804-4A98-9982-48323A5B0C32}"/>
              </a:ext>
            </a:extLst>
          </p:cNvPr>
          <p:cNvSpPr>
            <a:spLocks noChangeShapeType="1"/>
          </p:cNvSpPr>
          <p:nvPr/>
        </p:nvSpPr>
        <p:spPr bwMode="auto">
          <a:xfrm>
            <a:off x="5038831" y="5949835"/>
            <a:ext cx="949325" cy="1588"/>
          </a:xfrm>
          <a:prstGeom prst="line">
            <a:avLst/>
          </a:prstGeom>
          <a:noFill/>
          <a:ln w="9525">
            <a:solidFill>
              <a:srgbClr val="00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0" name="Line 30">
            <a:extLst>
              <a:ext uri="{FF2B5EF4-FFF2-40B4-BE49-F238E27FC236}">
                <a16:creationId xmlns:a16="http://schemas.microsoft.com/office/drawing/2014/main" id="{9A27C909-AF02-46BA-AE33-F45965887807}"/>
              </a:ext>
            </a:extLst>
          </p:cNvPr>
          <p:cNvSpPr>
            <a:spLocks noChangeShapeType="1"/>
          </p:cNvSpPr>
          <p:nvPr/>
        </p:nvSpPr>
        <p:spPr bwMode="auto">
          <a:xfrm>
            <a:off x="6067531" y="4584585"/>
            <a:ext cx="1587" cy="1262063"/>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1" name="Oval 31">
            <a:extLst>
              <a:ext uri="{FF2B5EF4-FFF2-40B4-BE49-F238E27FC236}">
                <a16:creationId xmlns:a16="http://schemas.microsoft.com/office/drawing/2014/main" id="{EE4FA873-8CDE-445B-B3F1-E486C5E61185}"/>
              </a:ext>
            </a:extLst>
          </p:cNvPr>
          <p:cNvSpPr>
            <a:spLocks noChangeArrowheads="1"/>
          </p:cNvSpPr>
          <p:nvPr/>
        </p:nvSpPr>
        <p:spPr bwMode="auto">
          <a:xfrm>
            <a:off x="6011968" y="5860935"/>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32" name="Oval 32">
            <a:extLst>
              <a:ext uri="{FF2B5EF4-FFF2-40B4-BE49-F238E27FC236}">
                <a16:creationId xmlns:a16="http://schemas.microsoft.com/office/drawing/2014/main" id="{50338B54-3EB1-426B-85E4-2927AF6C6E21}"/>
              </a:ext>
            </a:extLst>
          </p:cNvPr>
          <p:cNvSpPr>
            <a:spLocks noChangeArrowheads="1"/>
          </p:cNvSpPr>
          <p:nvPr/>
        </p:nvSpPr>
        <p:spPr bwMode="auto">
          <a:xfrm>
            <a:off x="4940406" y="5848235"/>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33" name="Oval 33">
            <a:extLst>
              <a:ext uri="{FF2B5EF4-FFF2-40B4-BE49-F238E27FC236}">
                <a16:creationId xmlns:a16="http://schemas.microsoft.com/office/drawing/2014/main" id="{CE05046B-9C62-471A-ABE5-50968ECAD582}"/>
              </a:ext>
            </a:extLst>
          </p:cNvPr>
          <p:cNvSpPr>
            <a:spLocks noChangeArrowheads="1"/>
          </p:cNvSpPr>
          <p:nvPr/>
        </p:nvSpPr>
        <p:spPr bwMode="auto">
          <a:xfrm>
            <a:off x="4919768" y="444329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34" name="Oval 34">
            <a:extLst>
              <a:ext uri="{FF2B5EF4-FFF2-40B4-BE49-F238E27FC236}">
                <a16:creationId xmlns:a16="http://schemas.microsoft.com/office/drawing/2014/main" id="{BAD7A24A-4571-4BD4-ACCB-FC90F7ECD999}"/>
              </a:ext>
            </a:extLst>
          </p:cNvPr>
          <p:cNvSpPr>
            <a:spLocks noChangeArrowheads="1"/>
          </p:cNvSpPr>
          <p:nvPr/>
        </p:nvSpPr>
        <p:spPr bwMode="auto">
          <a:xfrm>
            <a:off x="7743931" y="4378210"/>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35" name="Line 35">
            <a:extLst>
              <a:ext uri="{FF2B5EF4-FFF2-40B4-BE49-F238E27FC236}">
                <a16:creationId xmlns:a16="http://schemas.microsoft.com/office/drawing/2014/main" id="{A0A78BA1-6D8E-4B22-8928-18B875F27F26}"/>
              </a:ext>
            </a:extLst>
          </p:cNvPr>
          <p:cNvSpPr>
            <a:spLocks noChangeShapeType="1"/>
          </p:cNvSpPr>
          <p:nvPr/>
        </p:nvSpPr>
        <p:spPr bwMode="auto">
          <a:xfrm>
            <a:off x="6764443" y="4414723"/>
            <a:ext cx="949325" cy="1587"/>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6" name="Line 36">
            <a:extLst>
              <a:ext uri="{FF2B5EF4-FFF2-40B4-BE49-F238E27FC236}">
                <a16:creationId xmlns:a16="http://schemas.microsoft.com/office/drawing/2014/main" id="{BE9EA3D3-F5B9-40B6-9ABE-F8CA891B82AE}"/>
              </a:ext>
            </a:extLst>
          </p:cNvPr>
          <p:cNvSpPr>
            <a:spLocks noChangeShapeType="1"/>
          </p:cNvSpPr>
          <p:nvPr/>
        </p:nvSpPr>
        <p:spPr bwMode="auto">
          <a:xfrm>
            <a:off x="6686656" y="4519498"/>
            <a:ext cx="0" cy="126047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7" name="Line 37">
            <a:extLst>
              <a:ext uri="{FF2B5EF4-FFF2-40B4-BE49-F238E27FC236}">
                <a16:creationId xmlns:a16="http://schemas.microsoft.com/office/drawing/2014/main" id="{64AADA33-63A3-47DF-B8B1-F1800C507FF9}"/>
              </a:ext>
            </a:extLst>
          </p:cNvPr>
          <p:cNvSpPr>
            <a:spLocks noChangeShapeType="1"/>
          </p:cNvSpPr>
          <p:nvPr/>
        </p:nvSpPr>
        <p:spPr bwMode="auto">
          <a:xfrm>
            <a:off x="6764443" y="5884748"/>
            <a:ext cx="949325" cy="1587"/>
          </a:xfrm>
          <a:prstGeom prst="line">
            <a:avLst/>
          </a:prstGeom>
          <a:noFill/>
          <a:ln w="9525">
            <a:solidFill>
              <a:srgbClr val="00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8" name="Line 38">
            <a:extLst>
              <a:ext uri="{FF2B5EF4-FFF2-40B4-BE49-F238E27FC236}">
                <a16:creationId xmlns:a16="http://schemas.microsoft.com/office/drawing/2014/main" id="{94C3611F-A7BC-4FFC-89B8-FBAF10C74162}"/>
              </a:ext>
            </a:extLst>
          </p:cNvPr>
          <p:cNvSpPr>
            <a:spLocks noChangeShapeType="1"/>
          </p:cNvSpPr>
          <p:nvPr/>
        </p:nvSpPr>
        <p:spPr bwMode="auto">
          <a:xfrm>
            <a:off x="7793143" y="4519498"/>
            <a:ext cx="1588" cy="126047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39" name="Oval 39">
            <a:extLst>
              <a:ext uri="{FF2B5EF4-FFF2-40B4-BE49-F238E27FC236}">
                <a16:creationId xmlns:a16="http://schemas.microsoft.com/office/drawing/2014/main" id="{55D9424E-68FB-4C7A-9720-90B875FA4A86}"/>
              </a:ext>
            </a:extLst>
          </p:cNvPr>
          <p:cNvSpPr>
            <a:spLocks noChangeArrowheads="1"/>
          </p:cNvSpPr>
          <p:nvPr/>
        </p:nvSpPr>
        <p:spPr bwMode="auto">
          <a:xfrm>
            <a:off x="7739168" y="579584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0" name="Oval 40">
            <a:extLst>
              <a:ext uri="{FF2B5EF4-FFF2-40B4-BE49-F238E27FC236}">
                <a16:creationId xmlns:a16="http://schemas.microsoft.com/office/drawing/2014/main" id="{AEF59F39-BD4B-49A3-BEFC-07E22928BD67}"/>
              </a:ext>
            </a:extLst>
          </p:cNvPr>
          <p:cNvSpPr>
            <a:spLocks noChangeArrowheads="1"/>
          </p:cNvSpPr>
          <p:nvPr/>
        </p:nvSpPr>
        <p:spPr bwMode="auto">
          <a:xfrm>
            <a:off x="6666018" y="578314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1" name="Oval 41">
            <a:extLst>
              <a:ext uri="{FF2B5EF4-FFF2-40B4-BE49-F238E27FC236}">
                <a16:creationId xmlns:a16="http://schemas.microsoft.com/office/drawing/2014/main" id="{3CD37A0C-5898-45D0-9177-A90F362C5EFE}"/>
              </a:ext>
            </a:extLst>
          </p:cNvPr>
          <p:cNvSpPr>
            <a:spLocks noChangeArrowheads="1"/>
          </p:cNvSpPr>
          <p:nvPr/>
        </p:nvSpPr>
        <p:spPr bwMode="auto">
          <a:xfrm>
            <a:off x="6646968" y="4378210"/>
            <a:ext cx="74613"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2" name="Oval 42">
            <a:extLst>
              <a:ext uri="{FF2B5EF4-FFF2-40B4-BE49-F238E27FC236}">
                <a16:creationId xmlns:a16="http://schemas.microsoft.com/office/drawing/2014/main" id="{1FB0FCB0-C6D3-4415-B78F-C8D1C0E02727}"/>
              </a:ext>
            </a:extLst>
          </p:cNvPr>
          <p:cNvSpPr>
            <a:spLocks noChangeArrowheads="1"/>
          </p:cNvSpPr>
          <p:nvPr/>
        </p:nvSpPr>
        <p:spPr bwMode="auto">
          <a:xfrm>
            <a:off x="9594956" y="444329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3" name="Line 43">
            <a:extLst>
              <a:ext uri="{FF2B5EF4-FFF2-40B4-BE49-F238E27FC236}">
                <a16:creationId xmlns:a16="http://schemas.microsoft.com/office/drawing/2014/main" id="{18F894CE-8AC4-4525-87C9-19757BF4EFAD}"/>
              </a:ext>
            </a:extLst>
          </p:cNvPr>
          <p:cNvSpPr>
            <a:spLocks noChangeShapeType="1"/>
          </p:cNvSpPr>
          <p:nvPr/>
        </p:nvSpPr>
        <p:spPr bwMode="auto">
          <a:xfrm>
            <a:off x="8617056" y="4479810"/>
            <a:ext cx="947737" cy="1588"/>
          </a:xfrm>
          <a:prstGeom prst="line">
            <a:avLst/>
          </a:prstGeom>
          <a:noFill/>
          <a:ln w="9525">
            <a:solidFill>
              <a:srgbClr val="00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44" name="Line 44">
            <a:extLst>
              <a:ext uri="{FF2B5EF4-FFF2-40B4-BE49-F238E27FC236}">
                <a16:creationId xmlns:a16="http://schemas.microsoft.com/office/drawing/2014/main" id="{F7BA537E-DD75-43A0-9D5A-BBED6B4CCDED}"/>
              </a:ext>
            </a:extLst>
          </p:cNvPr>
          <p:cNvSpPr>
            <a:spLocks noChangeShapeType="1"/>
          </p:cNvSpPr>
          <p:nvPr/>
        </p:nvSpPr>
        <p:spPr bwMode="auto">
          <a:xfrm>
            <a:off x="8537681" y="4584585"/>
            <a:ext cx="1587" cy="1260475"/>
          </a:xfrm>
          <a:prstGeom prst="line">
            <a:avLst/>
          </a:prstGeom>
          <a:noFill/>
          <a:ln w="9525">
            <a:solidFill>
              <a:srgbClr val="0000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45" name="Line 45">
            <a:extLst>
              <a:ext uri="{FF2B5EF4-FFF2-40B4-BE49-F238E27FC236}">
                <a16:creationId xmlns:a16="http://schemas.microsoft.com/office/drawing/2014/main" id="{9BB3C14F-030F-47EE-A1B4-C83AD812A03C}"/>
              </a:ext>
            </a:extLst>
          </p:cNvPr>
          <p:cNvSpPr>
            <a:spLocks noChangeShapeType="1"/>
          </p:cNvSpPr>
          <p:nvPr/>
        </p:nvSpPr>
        <p:spPr bwMode="auto">
          <a:xfrm>
            <a:off x="8617056" y="5949835"/>
            <a:ext cx="947737" cy="1588"/>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46" name="Line 46">
            <a:extLst>
              <a:ext uri="{FF2B5EF4-FFF2-40B4-BE49-F238E27FC236}">
                <a16:creationId xmlns:a16="http://schemas.microsoft.com/office/drawing/2014/main" id="{2A9B8BA9-7B05-42EF-92BB-3580AB01BAD7}"/>
              </a:ext>
            </a:extLst>
          </p:cNvPr>
          <p:cNvSpPr>
            <a:spLocks noChangeShapeType="1"/>
          </p:cNvSpPr>
          <p:nvPr/>
        </p:nvSpPr>
        <p:spPr bwMode="auto">
          <a:xfrm>
            <a:off x="9645756" y="4584585"/>
            <a:ext cx="0" cy="126047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47" name="Oval 47">
            <a:extLst>
              <a:ext uri="{FF2B5EF4-FFF2-40B4-BE49-F238E27FC236}">
                <a16:creationId xmlns:a16="http://schemas.microsoft.com/office/drawing/2014/main" id="{91D800AD-F990-4679-A449-583D49B71331}"/>
              </a:ext>
            </a:extLst>
          </p:cNvPr>
          <p:cNvSpPr>
            <a:spLocks noChangeArrowheads="1"/>
          </p:cNvSpPr>
          <p:nvPr/>
        </p:nvSpPr>
        <p:spPr bwMode="auto">
          <a:xfrm>
            <a:off x="9590193" y="5860935"/>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8" name="Oval 48">
            <a:extLst>
              <a:ext uri="{FF2B5EF4-FFF2-40B4-BE49-F238E27FC236}">
                <a16:creationId xmlns:a16="http://schemas.microsoft.com/office/drawing/2014/main" id="{92B5B689-D0A3-4DFE-832C-37574B7A85E5}"/>
              </a:ext>
            </a:extLst>
          </p:cNvPr>
          <p:cNvSpPr>
            <a:spLocks noChangeArrowheads="1"/>
          </p:cNvSpPr>
          <p:nvPr/>
        </p:nvSpPr>
        <p:spPr bwMode="auto">
          <a:xfrm>
            <a:off x="8517043" y="5848235"/>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49" name="Oval 49">
            <a:extLst>
              <a:ext uri="{FF2B5EF4-FFF2-40B4-BE49-F238E27FC236}">
                <a16:creationId xmlns:a16="http://schemas.microsoft.com/office/drawing/2014/main" id="{98D5CF85-72DE-4760-9AA6-3BB990EE6ED9}"/>
              </a:ext>
            </a:extLst>
          </p:cNvPr>
          <p:cNvSpPr>
            <a:spLocks noChangeArrowheads="1"/>
          </p:cNvSpPr>
          <p:nvPr/>
        </p:nvSpPr>
        <p:spPr bwMode="auto">
          <a:xfrm>
            <a:off x="8497993" y="4443298"/>
            <a:ext cx="76200" cy="10160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wrap="none" anchor="ctr"/>
          <a:lstStyle/>
          <a:p>
            <a:endParaRPr lang="zh-CN" altLang="en-US"/>
          </a:p>
        </p:txBody>
      </p:sp>
      <p:sp>
        <p:nvSpPr>
          <p:cNvPr id="50" name="Rectangle 51">
            <a:extLst>
              <a:ext uri="{FF2B5EF4-FFF2-40B4-BE49-F238E27FC236}">
                <a16:creationId xmlns:a16="http://schemas.microsoft.com/office/drawing/2014/main" id="{CA0365EC-2209-4F4C-9DEA-73FD83F4E1B3}"/>
              </a:ext>
            </a:extLst>
          </p:cNvPr>
          <p:cNvSpPr>
            <a:spLocks noChangeArrowheads="1"/>
          </p:cNvSpPr>
          <p:nvPr/>
        </p:nvSpPr>
        <p:spPr bwMode="auto">
          <a:xfrm>
            <a:off x="1535218" y="6178435"/>
            <a:ext cx="101123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p>
            <a:r>
              <a:rPr kumimoji="1" lang="zh-CN" altLang="en-US"/>
              <a:t>连通图</a:t>
            </a:r>
          </a:p>
        </p:txBody>
      </p:sp>
      <p:sp>
        <p:nvSpPr>
          <p:cNvPr id="51" name="Rectangle 52">
            <a:extLst>
              <a:ext uri="{FF2B5EF4-FFF2-40B4-BE49-F238E27FC236}">
                <a16:creationId xmlns:a16="http://schemas.microsoft.com/office/drawing/2014/main" id="{EF2FA6E4-3085-45AE-9BC3-43634E71B833}"/>
              </a:ext>
            </a:extLst>
          </p:cNvPr>
          <p:cNvSpPr>
            <a:spLocks noChangeArrowheads="1"/>
          </p:cNvSpPr>
          <p:nvPr/>
        </p:nvSpPr>
        <p:spPr bwMode="auto">
          <a:xfrm>
            <a:off x="3046518" y="6178435"/>
            <a:ext cx="13684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bIns="0">
            <a:spAutoFit/>
          </a:bodyPr>
          <a:lstStyle/>
          <a:p>
            <a:r>
              <a:rPr kumimoji="1" lang="zh-CN" altLang="en-US"/>
              <a:t>非连通图</a:t>
            </a:r>
          </a:p>
        </p:txBody>
      </p:sp>
      <p:sp>
        <p:nvSpPr>
          <p:cNvPr id="52" name="Rectangle 53">
            <a:extLst>
              <a:ext uri="{FF2B5EF4-FFF2-40B4-BE49-F238E27FC236}">
                <a16:creationId xmlns:a16="http://schemas.microsoft.com/office/drawing/2014/main" id="{032C20A2-FC7B-4FAB-909D-62A117E22B77}"/>
              </a:ext>
            </a:extLst>
          </p:cNvPr>
          <p:cNvSpPr>
            <a:spLocks noChangeArrowheads="1"/>
          </p:cNvSpPr>
          <p:nvPr/>
        </p:nvSpPr>
        <p:spPr bwMode="auto">
          <a:xfrm>
            <a:off x="4843568" y="6183198"/>
            <a:ext cx="14446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bIns="0">
            <a:spAutoFit/>
          </a:bodyPr>
          <a:lstStyle/>
          <a:p>
            <a:r>
              <a:rPr kumimoji="1" lang="zh-CN" altLang="en-US"/>
              <a:t>强连通图</a:t>
            </a:r>
          </a:p>
        </p:txBody>
      </p:sp>
      <p:sp>
        <p:nvSpPr>
          <p:cNvPr id="53" name="Rectangle 54">
            <a:extLst>
              <a:ext uri="{FF2B5EF4-FFF2-40B4-BE49-F238E27FC236}">
                <a16:creationId xmlns:a16="http://schemas.microsoft.com/office/drawing/2014/main" id="{E6BCA4DE-34F7-432F-8C7F-BC4B8B0B5BD5}"/>
              </a:ext>
            </a:extLst>
          </p:cNvPr>
          <p:cNvSpPr>
            <a:spLocks noChangeArrowheads="1"/>
          </p:cNvSpPr>
          <p:nvPr/>
        </p:nvSpPr>
        <p:spPr bwMode="auto">
          <a:xfrm>
            <a:off x="6431068" y="6183198"/>
            <a:ext cx="172878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bIns="0">
            <a:spAutoFit/>
          </a:bodyPr>
          <a:lstStyle/>
          <a:p>
            <a:r>
              <a:rPr kumimoji="1" lang="zh-CN" altLang="en-US"/>
              <a:t>单向连通图</a:t>
            </a:r>
          </a:p>
        </p:txBody>
      </p:sp>
      <p:sp>
        <p:nvSpPr>
          <p:cNvPr id="54" name="Rectangle 55">
            <a:extLst>
              <a:ext uri="{FF2B5EF4-FFF2-40B4-BE49-F238E27FC236}">
                <a16:creationId xmlns:a16="http://schemas.microsoft.com/office/drawing/2014/main" id="{2A87D258-0A4F-4464-99D9-102324D433A1}"/>
              </a:ext>
            </a:extLst>
          </p:cNvPr>
          <p:cNvSpPr>
            <a:spLocks noChangeArrowheads="1"/>
          </p:cNvSpPr>
          <p:nvPr/>
        </p:nvSpPr>
        <p:spPr bwMode="auto">
          <a:xfrm>
            <a:off x="8520218" y="6183198"/>
            <a:ext cx="15843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bIns="0">
            <a:spAutoFit/>
          </a:bodyPr>
          <a:lstStyle/>
          <a:p>
            <a:r>
              <a:rPr kumimoji="1" lang="zh-CN" altLang="en-US"/>
              <a:t>弱连通图</a:t>
            </a:r>
          </a:p>
        </p:txBody>
      </p:sp>
      <p:sp>
        <p:nvSpPr>
          <p:cNvPr id="56" name="文本框 55">
            <a:extLst>
              <a:ext uri="{FF2B5EF4-FFF2-40B4-BE49-F238E27FC236}">
                <a16:creationId xmlns:a16="http://schemas.microsoft.com/office/drawing/2014/main" id="{12415A54-4779-4331-846C-033270883053}"/>
              </a:ext>
            </a:extLst>
          </p:cNvPr>
          <p:cNvSpPr txBox="1"/>
          <p:nvPr/>
        </p:nvSpPr>
        <p:spPr>
          <a:xfrm>
            <a:off x="1612000" y="771640"/>
            <a:ext cx="8433071" cy="3154133"/>
          </a:xfrm>
          <a:prstGeom prst="rect">
            <a:avLst/>
          </a:prstGeom>
          <a:noFill/>
        </p:spPr>
        <p:txBody>
          <a:bodyPr wrap="square">
            <a:spAutoFit/>
          </a:bodyPr>
          <a:lstStyle/>
          <a:p>
            <a:pPr>
              <a:lnSpc>
                <a:spcPct val="120000"/>
              </a:lnSpc>
            </a:pPr>
            <a:r>
              <a:rPr lang="zh-CN" altLang="en-US" sz="2800" b="1" dirty="0">
                <a:solidFill>
                  <a:srgbClr val="000000"/>
                </a:solidFill>
                <a:latin typeface="宋体" panose="02010600030101010101" pitchFamily="2" charset="-122"/>
                <a:cs typeface="Times New Roman" panose="02020603050405020304" pitchFamily="18" charset="0"/>
              </a:rPr>
              <a:t>对于</a:t>
            </a:r>
            <a:r>
              <a:rPr lang="zh-CN" altLang="en-US" sz="2800" b="1" dirty="0">
                <a:solidFill>
                  <a:srgbClr val="990000"/>
                </a:solidFill>
                <a:latin typeface="宋体" panose="02010600030101010101" pitchFamily="2" charset="-122"/>
                <a:cs typeface="Times New Roman" panose="02020603050405020304" pitchFamily="18" charset="0"/>
              </a:rPr>
              <a:t>有向图</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，如果</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的任何两个结点都是相互可达的，则称有向图</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是</a:t>
            </a:r>
            <a:r>
              <a:rPr lang="zh-CN" altLang="en-US" sz="2800" b="1" dirty="0">
                <a:solidFill>
                  <a:srgbClr val="0000FF"/>
                </a:solidFill>
                <a:latin typeface="宋体" panose="02010600030101010101" pitchFamily="2" charset="-122"/>
                <a:cs typeface="Times New Roman" panose="02020603050405020304" pitchFamily="18" charset="0"/>
              </a:rPr>
              <a:t>强连通</a:t>
            </a:r>
            <a:r>
              <a:rPr lang="zh-CN" altLang="en-US" sz="2800" b="1" dirty="0">
                <a:solidFill>
                  <a:srgbClr val="000000"/>
                </a:solidFill>
                <a:latin typeface="宋体" panose="02010600030101010101" pitchFamily="2" charset="-122"/>
                <a:cs typeface="Times New Roman" panose="02020603050405020304" pitchFamily="18" charset="0"/>
              </a:rPr>
              <a:t>的；</a:t>
            </a:r>
          </a:p>
          <a:p>
            <a:pPr>
              <a:lnSpc>
                <a:spcPct val="120000"/>
              </a:lnSpc>
            </a:pPr>
            <a:r>
              <a:rPr lang="zh-CN" altLang="en-US" sz="2800" b="1" dirty="0">
                <a:solidFill>
                  <a:srgbClr val="000000"/>
                </a:solidFill>
                <a:latin typeface="宋体" panose="02010600030101010101" pitchFamily="2" charset="-122"/>
                <a:cs typeface="Times New Roman" panose="02020603050405020304" pitchFamily="18" charset="0"/>
              </a:rPr>
              <a:t>如果</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的任何两个结点中，至少从一个结点到另一个结点是可达的，称有向图</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是</a:t>
            </a:r>
            <a:r>
              <a:rPr lang="zh-CN" altLang="en-US" sz="2800" b="1" dirty="0">
                <a:solidFill>
                  <a:srgbClr val="0000FF"/>
                </a:solidFill>
                <a:latin typeface="宋体" panose="02010600030101010101" pitchFamily="2" charset="-122"/>
                <a:cs typeface="Times New Roman" panose="02020603050405020304" pitchFamily="18" charset="0"/>
              </a:rPr>
              <a:t>单向连通</a:t>
            </a:r>
            <a:r>
              <a:rPr lang="zh-CN" altLang="en-US" sz="2800" b="1" dirty="0">
                <a:solidFill>
                  <a:srgbClr val="000000"/>
                </a:solidFill>
                <a:latin typeface="宋体" panose="02010600030101010101" pitchFamily="2" charset="-122"/>
                <a:cs typeface="Times New Roman" panose="02020603050405020304" pitchFamily="18" charset="0"/>
              </a:rPr>
              <a:t>的；</a:t>
            </a:r>
          </a:p>
          <a:p>
            <a:pPr>
              <a:lnSpc>
                <a:spcPct val="120000"/>
              </a:lnSpc>
            </a:pPr>
            <a:r>
              <a:rPr lang="zh-CN" altLang="en-US" sz="2800" b="1" dirty="0">
                <a:solidFill>
                  <a:srgbClr val="000000"/>
                </a:solidFill>
                <a:latin typeface="宋体" panose="02010600030101010101" pitchFamily="2" charset="-122"/>
                <a:cs typeface="Times New Roman" panose="02020603050405020304" pitchFamily="18" charset="0"/>
              </a:rPr>
              <a:t>如果</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的有向边被看作无向边时是连通的，称有向图</a:t>
            </a:r>
            <a:r>
              <a:rPr lang="en-US" altLang="zh-CN" sz="2800" b="1" dirty="0">
                <a:solidFill>
                  <a:srgbClr val="000000"/>
                </a:solidFill>
                <a:latin typeface="宋体" panose="02010600030101010101" pitchFamily="2" charset="-122"/>
                <a:cs typeface="Times New Roman" panose="02020603050405020304" pitchFamily="18" charset="0"/>
              </a:rPr>
              <a:t>G</a:t>
            </a:r>
            <a:r>
              <a:rPr lang="zh-CN" altLang="en-US" sz="2800" b="1" dirty="0">
                <a:solidFill>
                  <a:srgbClr val="000000"/>
                </a:solidFill>
                <a:latin typeface="宋体" panose="02010600030101010101" pitchFamily="2" charset="-122"/>
                <a:cs typeface="Times New Roman" panose="02020603050405020304" pitchFamily="18" charset="0"/>
              </a:rPr>
              <a:t>是</a:t>
            </a:r>
            <a:r>
              <a:rPr lang="zh-CN" altLang="en-US" sz="2800" b="1" dirty="0">
                <a:solidFill>
                  <a:srgbClr val="0000FF"/>
                </a:solidFill>
                <a:latin typeface="宋体" panose="02010600030101010101" pitchFamily="2" charset="-122"/>
                <a:cs typeface="Times New Roman" panose="02020603050405020304" pitchFamily="18" charset="0"/>
              </a:rPr>
              <a:t>弱连通</a:t>
            </a:r>
            <a:r>
              <a:rPr lang="zh-CN" altLang="en-US" sz="2800" b="1" dirty="0">
                <a:solidFill>
                  <a:srgbClr val="000000"/>
                </a:solidFill>
                <a:latin typeface="宋体" panose="02010600030101010101" pitchFamily="2" charset="-122"/>
                <a:cs typeface="Times New Roman" panose="02020603050405020304" pitchFamily="18" charset="0"/>
              </a:rPr>
              <a:t>的。</a:t>
            </a:r>
            <a:r>
              <a:rPr lang="zh-CN" altLang="en-US" sz="2800" b="1" dirty="0">
                <a:solidFill>
                  <a:srgbClr val="990000"/>
                </a:solidFill>
                <a:latin typeface="宋体" panose="02010600030101010101" pitchFamily="2" charset="-122"/>
              </a:rPr>
              <a:t> </a:t>
            </a:r>
          </a:p>
        </p:txBody>
      </p:sp>
    </p:spTree>
    <p:extLst>
      <p:ext uri="{BB962C8B-B14F-4D97-AF65-F5344CB8AC3E}">
        <p14:creationId xmlns:p14="http://schemas.microsoft.com/office/powerpoint/2010/main" val="151776219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linds(horizontal)">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linds(horizontal)">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blinds(horizontal)">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linds(horizontal)">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blinds(horizontal)">
                                      <p:cBhvr>
                                        <p:cTn id="2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7" name="Rectangle 3">
            <a:extLst>
              <a:ext uri="{FF2B5EF4-FFF2-40B4-BE49-F238E27FC236}">
                <a16:creationId xmlns:a16="http://schemas.microsoft.com/office/drawing/2014/main" id="{FEF14578-5276-4784-9583-54500758AF4A}"/>
              </a:ext>
            </a:extLst>
          </p:cNvPr>
          <p:cNvSpPr txBox="1">
            <a:spLocks noChangeArrowheads="1"/>
          </p:cNvSpPr>
          <p:nvPr/>
        </p:nvSpPr>
        <p:spPr>
          <a:xfrm>
            <a:off x="1717456" y="1010513"/>
            <a:ext cx="9412097" cy="44513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dirty="0">
                <a:latin typeface="宋体" panose="02010600030101010101" pitchFamily="2" charset="-122"/>
                <a:ea typeface="宋体" panose="02010600030101010101" pitchFamily="2" charset="-122"/>
              </a:rPr>
              <a:t>在有向图</a:t>
            </a:r>
            <a:r>
              <a:rPr lang="en-US" altLang="zh-CN" b="1" dirty="0">
                <a:latin typeface="宋体" panose="02010600030101010101" pitchFamily="2" charset="-122"/>
                <a:ea typeface="宋体" panose="02010600030101010101" pitchFamily="2" charset="-122"/>
              </a:rPr>
              <a:t>G = &lt;V, E&gt;</a:t>
            </a:r>
            <a:r>
              <a:rPr lang="zh-CN" altLang="en-US" b="1" dirty="0">
                <a:latin typeface="宋体" panose="02010600030101010101" pitchFamily="2" charset="-122"/>
                <a:ea typeface="宋体" panose="02010600030101010101" pitchFamily="2" charset="-122"/>
              </a:rPr>
              <a:t>中，设</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的子图，如果</a:t>
            </a:r>
          </a:p>
          <a:p>
            <a:pPr marL="0" indent="0">
              <a:lnSpc>
                <a:spcPct val="150000"/>
              </a:lnSpc>
              <a:buNone/>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是</a:t>
            </a:r>
            <a:r>
              <a:rPr lang="zh-CN" altLang="en-US" b="1" dirty="0">
                <a:solidFill>
                  <a:srgbClr val="FF0000"/>
                </a:solidFill>
                <a:latin typeface="宋体" panose="02010600030101010101" pitchFamily="2" charset="-122"/>
                <a:ea typeface="宋体" panose="02010600030101010101" pitchFamily="2" charset="-122"/>
              </a:rPr>
              <a:t>强连通的</a:t>
            </a:r>
            <a:r>
              <a:rPr lang="zh-CN" altLang="en-US" b="1" dirty="0">
                <a:latin typeface="宋体" panose="02010600030101010101" pitchFamily="2" charset="-122"/>
                <a:ea typeface="宋体" panose="02010600030101010101" pitchFamily="2" charset="-122"/>
              </a:rPr>
              <a:t>（</a:t>
            </a:r>
            <a:r>
              <a:rPr lang="zh-CN" altLang="en-US" b="1" dirty="0">
                <a:solidFill>
                  <a:srgbClr val="0000FF"/>
                </a:solidFill>
                <a:latin typeface="宋体" panose="02010600030101010101" pitchFamily="2" charset="-122"/>
                <a:ea typeface="宋体" panose="02010600030101010101" pitchFamily="2" charset="-122"/>
              </a:rPr>
              <a:t>单向连通的</a:t>
            </a:r>
            <a:r>
              <a:rPr lang="zh-CN" altLang="en-US" b="1" dirty="0">
                <a:latin typeface="宋体" panose="02010600030101010101" pitchFamily="2" charset="-122"/>
                <a:ea typeface="宋体" panose="02010600030101010101" pitchFamily="2" charset="-122"/>
              </a:rPr>
              <a:t>、</a:t>
            </a:r>
            <a:r>
              <a:rPr lang="zh-CN" altLang="en-US" b="1" dirty="0">
                <a:solidFill>
                  <a:srgbClr val="800080"/>
                </a:solidFill>
                <a:latin typeface="宋体" panose="02010600030101010101" pitchFamily="2" charset="-122"/>
                <a:ea typeface="宋体" panose="02010600030101010101" pitchFamily="2" charset="-122"/>
              </a:rPr>
              <a:t>弱连通的</a:t>
            </a:r>
            <a:r>
              <a:rPr lang="zh-CN" altLang="en-US" b="1" dirty="0">
                <a:latin typeface="宋体" panose="02010600030101010101" pitchFamily="2" charset="-122"/>
                <a:ea typeface="宋体" panose="02010600030101010101" pitchFamily="2" charset="-122"/>
              </a:rPr>
              <a:t>）；</a:t>
            </a:r>
          </a:p>
          <a:p>
            <a:pPr marL="0" indent="0">
              <a:lnSpc>
                <a:spcPct val="150000"/>
              </a:lnSpc>
              <a:buNone/>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）对任意</a:t>
            </a:r>
            <a:r>
              <a:rPr lang="en-US" altLang="zh-CN" b="1" dirty="0">
                <a:latin typeface="宋体" panose="02010600030101010101" pitchFamily="2" charset="-122"/>
                <a:ea typeface="宋体" panose="02010600030101010101" pitchFamily="2" charset="-122"/>
              </a:rPr>
              <a:t>G"</a:t>
            </a:r>
            <a:r>
              <a:rPr lang="zh-CN" altLang="en-US" sz="2800" b="0" i="0" dirty="0">
                <a:solidFill>
                  <a:srgbClr val="333333"/>
                </a:solidFill>
                <a:effectLst/>
                <a:latin typeface="Arial" panose="020B0604020202020204" pitchFamily="34" charset="0"/>
              </a:rPr>
              <a:t>⊆ </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，若</a:t>
            </a:r>
            <a:r>
              <a:rPr lang="en-US" altLang="zh-CN" b="1" dirty="0">
                <a:latin typeface="宋体" panose="02010600030101010101" pitchFamily="2" charset="-122"/>
                <a:ea typeface="宋体" panose="02010600030101010101" pitchFamily="2" charset="-122"/>
              </a:rPr>
              <a:t>G’</a:t>
            </a:r>
            <a:r>
              <a:rPr lang="zh-CN" altLang="en-US" sz="2800" b="0" i="0" dirty="0">
                <a:solidFill>
                  <a:srgbClr val="333333"/>
                </a:solidFill>
                <a:effectLst/>
                <a:latin typeface="Arial" panose="020B0604020202020204" pitchFamily="34" charset="0"/>
              </a:rPr>
              <a:t>⊆</a:t>
            </a:r>
            <a:r>
              <a:rPr lang="en-US" altLang="zh-CN" b="1" dirty="0">
                <a:latin typeface="宋体" panose="02010600030101010101" pitchFamily="2" charset="-122"/>
                <a:ea typeface="宋体" panose="02010600030101010101" pitchFamily="2" charset="-122"/>
              </a:rPr>
              <a:t> G"</a:t>
            </a:r>
            <a:r>
              <a:rPr lang="zh-CN" altLang="en-US" b="1" dirty="0">
                <a:latin typeface="宋体" panose="02010600030101010101" pitchFamily="2" charset="-122"/>
                <a:ea typeface="宋体" panose="02010600030101010101" pitchFamily="2" charset="-122"/>
              </a:rPr>
              <a:t>，则</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不是</a:t>
            </a:r>
            <a:r>
              <a:rPr lang="zh-CN" altLang="en-US" b="1" dirty="0">
                <a:solidFill>
                  <a:srgbClr val="FF0000"/>
                </a:solidFill>
                <a:latin typeface="宋体" panose="02010600030101010101" pitchFamily="2" charset="-122"/>
                <a:ea typeface="宋体" panose="02010600030101010101" pitchFamily="2" charset="-122"/>
              </a:rPr>
              <a:t>强连通</a:t>
            </a:r>
            <a:r>
              <a:rPr lang="zh-CN" altLang="en-US" b="1" dirty="0">
                <a:solidFill>
                  <a:schemeClr val="accent1"/>
                </a:solidFill>
                <a:latin typeface="宋体" panose="02010600030101010101" pitchFamily="2" charset="-122"/>
                <a:ea typeface="宋体" panose="02010600030101010101" pitchFamily="2" charset="-122"/>
              </a:rPr>
              <a:t>的</a:t>
            </a:r>
            <a:r>
              <a:rPr lang="zh-CN" altLang="en-US" b="1" dirty="0">
                <a:latin typeface="宋体" panose="02010600030101010101" pitchFamily="2" charset="-122"/>
                <a:ea typeface="宋体" panose="02010600030101010101" pitchFamily="2" charset="-122"/>
              </a:rPr>
              <a:t>（</a:t>
            </a:r>
            <a:r>
              <a:rPr lang="zh-CN" altLang="en-US" b="1" dirty="0">
                <a:solidFill>
                  <a:srgbClr val="0000FF"/>
                </a:solidFill>
                <a:latin typeface="宋体" panose="02010600030101010101" pitchFamily="2" charset="-122"/>
                <a:ea typeface="宋体" panose="02010600030101010101" pitchFamily="2" charset="-122"/>
              </a:rPr>
              <a:t>单向连通的</a:t>
            </a:r>
            <a:r>
              <a:rPr lang="zh-CN" altLang="en-US" b="1" dirty="0">
                <a:latin typeface="宋体" panose="02010600030101010101" pitchFamily="2" charset="-122"/>
                <a:ea typeface="宋体" panose="02010600030101010101" pitchFamily="2" charset="-122"/>
              </a:rPr>
              <a:t>、</a:t>
            </a:r>
            <a:r>
              <a:rPr lang="zh-CN" altLang="en-US" b="1" dirty="0">
                <a:solidFill>
                  <a:srgbClr val="800080"/>
                </a:solidFill>
                <a:latin typeface="宋体" panose="02010600030101010101" pitchFamily="2" charset="-122"/>
                <a:ea typeface="宋体" panose="02010600030101010101" pitchFamily="2" charset="-122"/>
              </a:rPr>
              <a:t>弱连通的</a:t>
            </a:r>
            <a:r>
              <a:rPr lang="zh-CN" altLang="en-US" b="1" dirty="0">
                <a:latin typeface="宋体" panose="02010600030101010101" pitchFamily="2" charset="-122"/>
                <a:ea typeface="宋体" panose="02010600030101010101" pitchFamily="2" charset="-122"/>
              </a:rPr>
              <a:t>）；</a:t>
            </a:r>
          </a:p>
          <a:p>
            <a:pPr marL="0" indent="0">
              <a:lnSpc>
                <a:spcPct val="150000"/>
              </a:lnSpc>
              <a:buNone/>
            </a:pPr>
            <a:r>
              <a:rPr lang="zh-CN" altLang="en-US" b="1" dirty="0">
                <a:latin typeface="宋体" panose="02010600030101010101" pitchFamily="2" charset="-122"/>
                <a:ea typeface="宋体" panose="02010600030101010101" pitchFamily="2" charset="-122"/>
              </a:rPr>
              <a:t>那么称</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为</a:t>
            </a:r>
            <a:r>
              <a:rPr lang="en-US" altLang="zh-CN" b="1" dirty="0">
                <a:latin typeface="宋体" panose="02010600030101010101" pitchFamily="2" charset="-122"/>
                <a:ea typeface="宋体" panose="02010600030101010101" pitchFamily="2" charset="-122"/>
              </a:rPr>
              <a:t>G</a:t>
            </a:r>
            <a:r>
              <a:rPr lang="zh-CN" altLang="en-US" b="1" dirty="0">
                <a:latin typeface="宋体" panose="02010600030101010101" pitchFamily="2" charset="-122"/>
                <a:ea typeface="宋体" panose="02010600030101010101" pitchFamily="2" charset="-122"/>
              </a:rPr>
              <a:t>的</a:t>
            </a:r>
            <a:r>
              <a:rPr lang="zh-CN" altLang="en-US" b="1" dirty="0">
                <a:solidFill>
                  <a:srgbClr val="FF0000"/>
                </a:solidFill>
                <a:latin typeface="宋体" panose="02010600030101010101" pitchFamily="2" charset="-122"/>
                <a:ea typeface="宋体" panose="02010600030101010101" pitchFamily="2" charset="-122"/>
              </a:rPr>
              <a:t>强连通分支</a:t>
            </a:r>
            <a:r>
              <a:rPr lang="zh-CN" altLang="en-US" b="1" dirty="0">
                <a:latin typeface="宋体" panose="02010600030101010101" pitchFamily="2" charset="-122"/>
                <a:ea typeface="宋体" panose="02010600030101010101" pitchFamily="2" charset="-122"/>
              </a:rPr>
              <a:t>（</a:t>
            </a:r>
            <a:r>
              <a:rPr lang="zh-CN" altLang="en-US" b="1" dirty="0">
                <a:solidFill>
                  <a:srgbClr val="0000FF"/>
                </a:solidFill>
                <a:latin typeface="宋体" panose="02010600030101010101" pitchFamily="2" charset="-122"/>
                <a:ea typeface="宋体" panose="02010600030101010101" pitchFamily="2" charset="-122"/>
              </a:rPr>
              <a:t>单向连通分支</a:t>
            </a:r>
            <a:r>
              <a:rPr lang="zh-CN" altLang="en-US" b="1" dirty="0">
                <a:latin typeface="宋体" panose="02010600030101010101" pitchFamily="2" charset="-122"/>
                <a:ea typeface="宋体" panose="02010600030101010101" pitchFamily="2" charset="-122"/>
              </a:rPr>
              <a:t>、</a:t>
            </a:r>
            <a:r>
              <a:rPr lang="zh-CN" altLang="en-US" b="1" dirty="0">
                <a:solidFill>
                  <a:srgbClr val="800080"/>
                </a:solidFill>
                <a:latin typeface="宋体" panose="02010600030101010101" pitchFamily="2" charset="-122"/>
                <a:ea typeface="宋体" panose="02010600030101010101" pitchFamily="2" charset="-122"/>
              </a:rPr>
              <a:t>弱连通分支</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(Strongly/Unilaterally/weakly Connected Component)</a:t>
            </a:r>
            <a:r>
              <a:rPr lang="zh-CN" altLang="en-US" b="1" dirty="0">
                <a:latin typeface="宋体" panose="02010600030101010101" pitchFamily="2" charset="-122"/>
                <a:ea typeface="宋体" panose="02010600030101010101" pitchFamily="2" charset="-122"/>
              </a:rPr>
              <a:t>，或称为</a:t>
            </a:r>
            <a:r>
              <a:rPr lang="zh-CN" altLang="en-US" b="1" dirty="0">
                <a:solidFill>
                  <a:srgbClr val="FF0000"/>
                </a:solidFill>
                <a:latin typeface="宋体" panose="02010600030101010101" pitchFamily="2" charset="-122"/>
                <a:ea typeface="宋体" panose="02010600030101010101" pitchFamily="2" charset="-122"/>
              </a:rPr>
              <a:t>强分图（</a:t>
            </a:r>
            <a:r>
              <a:rPr lang="zh-CN" altLang="en-US" b="1" dirty="0">
                <a:solidFill>
                  <a:srgbClr val="0000FF"/>
                </a:solidFill>
                <a:latin typeface="宋体" panose="02010600030101010101" pitchFamily="2" charset="-122"/>
                <a:ea typeface="宋体" panose="02010600030101010101" pitchFamily="2" charset="-122"/>
              </a:rPr>
              <a:t>单向分图</a:t>
            </a:r>
            <a:r>
              <a:rPr lang="zh-CN" altLang="en-US" b="1" dirty="0">
                <a:latin typeface="宋体" panose="02010600030101010101" pitchFamily="2" charset="-122"/>
                <a:ea typeface="宋体" panose="02010600030101010101" pitchFamily="2" charset="-122"/>
              </a:rPr>
              <a:t>、</a:t>
            </a:r>
            <a:r>
              <a:rPr lang="zh-CN" altLang="en-US" b="1" dirty="0">
                <a:solidFill>
                  <a:srgbClr val="800080"/>
                </a:solidFill>
                <a:latin typeface="宋体" panose="02010600030101010101" pitchFamily="2" charset="-122"/>
                <a:ea typeface="宋体" panose="02010600030101010101" pitchFamily="2" charset="-122"/>
              </a:rPr>
              <a:t>弱分图</a:t>
            </a:r>
            <a:r>
              <a:rPr lang="zh-CN" altLang="en-US" b="1" dirty="0">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1361952345"/>
      </p:ext>
    </p:extLst>
  </p:cSld>
  <p:clrMapOvr>
    <a:masterClrMapping/>
  </p:clrMapOvr>
  <p:transition spd="slow"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6" name="文本占位符 93186"/>
          <p:cNvSpPr txBox="1">
            <a:spLocks/>
          </p:cNvSpPr>
          <p:nvPr/>
        </p:nvSpPr>
        <p:spPr>
          <a:xfrm>
            <a:off x="2074545" y="1292861"/>
            <a:ext cx="8229600" cy="4525963"/>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Arial" panose="020B0604020202020204" pitchFamily="34" charset="0"/>
              <a:buNone/>
            </a:pPr>
            <a:endParaRPr lang="zh-CN" altLang="en-US" sz="2000" dirty="0">
              <a:latin typeface="Microsoft YaHei" panose="020B0503020204020204" charset="-122"/>
              <a:ea typeface="Microsoft YaHei" panose="020B0503020204020204" charset="-122"/>
            </a:endParaRPr>
          </a:p>
          <a:p>
            <a:pPr>
              <a:lnSpc>
                <a:spcPct val="110000"/>
              </a:lnSpc>
              <a:buFont typeface="Arial" panose="020B0604020202020204" pitchFamily="34" charset="0"/>
              <a:buNone/>
            </a:pPr>
            <a:endParaRPr lang="zh-CN" altLang="en-US" sz="2400" dirty="0">
              <a:solidFill>
                <a:schemeClr val="folHlink"/>
              </a:solidFill>
              <a:latin typeface="Microsoft YaHei" panose="020B0503020204020204" charset="-122"/>
              <a:ea typeface="Microsoft YaHei" panose="020B0503020204020204" charset="-122"/>
            </a:endParaRPr>
          </a:p>
          <a:p>
            <a:pPr>
              <a:lnSpc>
                <a:spcPct val="110000"/>
              </a:lnSpc>
              <a:buFont typeface="Arial" panose="020B0604020202020204" pitchFamily="34" charset="0"/>
              <a:buNone/>
            </a:pPr>
            <a:r>
              <a:rPr lang="en-US" altLang="zh-CN" sz="2000" dirty="0">
                <a:solidFill>
                  <a:srgbClr val="3333FF"/>
                </a:solidFill>
                <a:latin typeface="Microsoft YaHei" panose="020B0503020204020204" charset="-122"/>
                <a:ea typeface="Microsoft YaHei" panose="020B0503020204020204" charset="-122"/>
              </a:rPr>
              <a:t>1</a:t>
            </a:r>
            <a:r>
              <a:rPr lang="zh-CN" altLang="en-US" sz="2000" dirty="0">
                <a:solidFill>
                  <a:schemeClr val="folHlink"/>
                </a:solidFill>
                <a:latin typeface="Microsoft YaHei" panose="020B0503020204020204" charset="-122"/>
                <a:ea typeface="Microsoft YaHei" panose="020B0503020204020204" charset="-122"/>
              </a:rPr>
              <a:t> </a:t>
            </a:r>
            <a:r>
              <a:rPr lang="zh-CN" altLang="en-US" sz="2000" dirty="0">
                <a:latin typeface="Microsoft YaHei" panose="020B0503020204020204" charset="-122"/>
                <a:ea typeface="Microsoft YaHei" panose="020B0503020204020204" charset="-122"/>
              </a:rPr>
              <a:t>有向图D强连通 </a:t>
            </a:r>
            <a:r>
              <a:rPr lang="zh-CN" altLang="en-US" sz="2000" dirty="0">
                <a:latin typeface="Microsoft YaHei" panose="020B0503020204020204" charset="-122"/>
                <a:ea typeface="Microsoft YaHei" panose="020B0503020204020204" charset="-122"/>
                <a:sym typeface="Symbol" panose="05050102010706020507" pitchFamily="2" charset="2"/>
              </a:rPr>
              <a:t> D中有闭通路过每个结点至少一次.</a:t>
            </a:r>
          </a:p>
          <a:p>
            <a:pPr>
              <a:lnSpc>
                <a:spcPct val="110000"/>
              </a:lnSpc>
              <a:buFont typeface="Arial" panose="020B0604020202020204" pitchFamily="34" charset="0"/>
              <a:buNone/>
            </a:pPr>
            <a:endParaRPr lang="zh-CN" altLang="en-US" sz="2000" dirty="0">
              <a:solidFill>
                <a:schemeClr val="folHlink"/>
              </a:solidFill>
              <a:latin typeface="Microsoft YaHei" panose="020B0503020204020204" charset="-122"/>
              <a:ea typeface="Microsoft YaHei" panose="020B0503020204020204" charset="-122"/>
              <a:sym typeface="Symbol" panose="05050102010706020507" pitchFamily="2" charset="2"/>
            </a:endParaRPr>
          </a:p>
          <a:p>
            <a:pPr>
              <a:lnSpc>
                <a:spcPct val="110000"/>
              </a:lnSpc>
              <a:buFont typeface="Arial" panose="020B0604020202020204" pitchFamily="34" charset="0"/>
              <a:buNone/>
            </a:pPr>
            <a:r>
              <a:rPr lang="en-US" altLang="zh-CN" sz="2000" dirty="0">
                <a:solidFill>
                  <a:srgbClr val="3333FF"/>
                </a:solidFill>
                <a:latin typeface="Microsoft YaHei" panose="020B0503020204020204" charset="-122"/>
                <a:ea typeface="Microsoft YaHei" panose="020B0503020204020204" charset="-122"/>
              </a:rPr>
              <a:t>2</a:t>
            </a:r>
            <a:r>
              <a:rPr lang="zh-CN" altLang="en-US" dirty="0">
                <a:solidFill>
                  <a:schemeClr val="folHlink"/>
                </a:solidFill>
                <a:latin typeface="Microsoft YaHei" panose="020B0503020204020204" charset="-122"/>
                <a:ea typeface="Microsoft YaHei" panose="020B0503020204020204" charset="-122"/>
              </a:rPr>
              <a:t> </a:t>
            </a:r>
            <a:r>
              <a:rPr lang="zh-CN" altLang="en-US" sz="2000" dirty="0">
                <a:solidFill>
                  <a:srgbClr val="3333FF"/>
                </a:solidFill>
                <a:latin typeface="Microsoft YaHei" panose="020B0503020204020204" charset="-122"/>
                <a:ea typeface="Microsoft YaHei" panose="020B0503020204020204" charset="-122"/>
              </a:rPr>
              <a:t>有向图D单向连通 </a:t>
            </a:r>
            <a:r>
              <a:rPr lang="zh-CN" altLang="en-US" sz="2000" dirty="0">
                <a:solidFill>
                  <a:srgbClr val="3333FF"/>
                </a:solidFill>
                <a:latin typeface="Microsoft YaHei" panose="020B0503020204020204" charset="-122"/>
                <a:ea typeface="Microsoft YaHei" panose="020B0503020204020204" charset="-122"/>
                <a:sym typeface="Symbol" panose="05050102010706020507" pitchFamily="2" charset="2"/>
              </a:rPr>
              <a:t> D中有通路过每个结点至少一次.</a:t>
            </a:r>
          </a:p>
          <a:p>
            <a:pPr>
              <a:lnSpc>
                <a:spcPct val="110000"/>
              </a:lnSpc>
              <a:buFont typeface="Arial" panose="020B0604020202020204" pitchFamily="34" charset="0"/>
              <a:buNone/>
            </a:pPr>
            <a:endParaRPr lang="zh-CN" altLang="en-US" dirty="0">
              <a:solidFill>
                <a:schemeClr val="folHlink"/>
              </a:solidFill>
              <a:latin typeface="Microsoft YaHei" panose="020B0503020204020204" charset="-122"/>
              <a:ea typeface="Microsoft YaHei" panose="020B0503020204020204" charset="-122"/>
            </a:endParaRPr>
          </a:p>
          <a:p>
            <a:pPr>
              <a:buFont typeface="Arial" panose="020B0604020202020204" pitchFamily="34" charset="0"/>
              <a:buNone/>
            </a:pPr>
            <a:endParaRPr lang="zh-CN" altLang="en-US" sz="3600" dirty="0">
              <a:latin typeface="Microsoft YaHei" panose="020B0503020204020204" charset="-122"/>
              <a:ea typeface="Microsoft YaHei" panose="020B0503020204020204" charset="-122"/>
            </a:endParaRPr>
          </a:p>
        </p:txBody>
      </p:sp>
      <p:grpSp>
        <p:nvGrpSpPr>
          <p:cNvPr id="7" name="组合 6"/>
          <p:cNvGrpSpPr/>
          <p:nvPr/>
        </p:nvGrpSpPr>
        <p:grpSpPr>
          <a:xfrm>
            <a:off x="4665345" y="4328131"/>
            <a:ext cx="1524000" cy="1371600"/>
            <a:chOff x="0" y="0"/>
            <a:chExt cx="960" cy="864"/>
          </a:xfrm>
        </p:grpSpPr>
        <p:sp>
          <p:nvSpPr>
            <p:cNvPr id="8" name="椭圆 96260"/>
            <p:cNvSpPr/>
            <p:nvPr/>
          </p:nvSpPr>
          <p:spPr>
            <a:xfrm>
              <a:off x="864" y="288"/>
              <a:ext cx="96" cy="96"/>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9" name="椭圆 96261"/>
            <p:cNvSpPr/>
            <p:nvPr/>
          </p:nvSpPr>
          <p:spPr>
            <a:xfrm>
              <a:off x="0" y="288"/>
              <a:ext cx="96" cy="96"/>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0" name="椭圆 96262"/>
            <p:cNvSpPr/>
            <p:nvPr/>
          </p:nvSpPr>
          <p:spPr>
            <a:xfrm>
              <a:off x="144" y="768"/>
              <a:ext cx="96" cy="96"/>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1" name="椭圆 96263"/>
            <p:cNvSpPr/>
            <p:nvPr/>
          </p:nvSpPr>
          <p:spPr>
            <a:xfrm>
              <a:off x="432" y="0"/>
              <a:ext cx="96" cy="96"/>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2" name="椭圆 96264"/>
            <p:cNvSpPr/>
            <p:nvPr/>
          </p:nvSpPr>
          <p:spPr>
            <a:xfrm>
              <a:off x="672" y="768"/>
              <a:ext cx="96" cy="96"/>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3" name="直接连接符 96265"/>
            <p:cNvSpPr/>
            <p:nvPr/>
          </p:nvSpPr>
          <p:spPr>
            <a:xfrm flipH="1">
              <a:off x="192" y="144"/>
              <a:ext cx="240" cy="672"/>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4" name="直接连接符 96266"/>
            <p:cNvSpPr/>
            <p:nvPr/>
          </p:nvSpPr>
          <p:spPr>
            <a:xfrm>
              <a:off x="480" y="96"/>
              <a:ext cx="240" cy="72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5" name="直接连接符 96267"/>
            <p:cNvSpPr/>
            <p:nvPr/>
          </p:nvSpPr>
          <p:spPr>
            <a:xfrm>
              <a:off x="96" y="336"/>
              <a:ext cx="768" cy="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6" name="直接连接符 96268"/>
            <p:cNvSpPr/>
            <p:nvPr/>
          </p:nvSpPr>
          <p:spPr>
            <a:xfrm flipH="1">
              <a:off x="240" y="384"/>
              <a:ext cx="624" cy="432"/>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7" name="直接连接符 96269"/>
            <p:cNvSpPr/>
            <p:nvPr/>
          </p:nvSpPr>
          <p:spPr>
            <a:xfrm>
              <a:off x="96" y="384"/>
              <a:ext cx="672" cy="432"/>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8" name="直接连接符 96270"/>
            <p:cNvSpPr/>
            <p:nvPr/>
          </p:nvSpPr>
          <p:spPr>
            <a:xfrm flipV="1">
              <a:off x="48" y="48"/>
              <a:ext cx="384" cy="288"/>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9" name="直接连接符 96271"/>
            <p:cNvSpPr/>
            <p:nvPr/>
          </p:nvSpPr>
          <p:spPr>
            <a:xfrm>
              <a:off x="528" y="48"/>
              <a:ext cx="336" cy="24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0" name="直接连接符 96272"/>
            <p:cNvSpPr/>
            <p:nvPr/>
          </p:nvSpPr>
          <p:spPr>
            <a:xfrm>
              <a:off x="48" y="384"/>
              <a:ext cx="96" cy="384"/>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1" name="直接连接符 96273"/>
            <p:cNvSpPr/>
            <p:nvPr/>
          </p:nvSpPr>
          <p:spPr>
            <a:xfrm>
              <a:off x="240" y="816"/>
              <a:ext cx="432"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2" name="直接连接符 96274"/>
            <p:cNvSpPr/>
            <p:nvPr/>
          </p:nvSpPr>
          <p:spPr>
            <a:xfrm flipV="1">
              <a:off x="768" y="432"/>
              <a:ext cx="144" cy="384"/>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grpSp>
    </p:spTree>
    <p:extLst>
      <p:ext uri="{BB962C8B-B14F-4D97-AF65-F5344CB8AC3E}">
        <p14:creationId xmlns:p14="http://schemas.microsoft.com/office/powerpoint/2010/main" val="54308354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5" name="椭圆 98307"/>
          <p:cNvSpPr/>
          <p:nvPr/>
        </p:nvSpPr>
        <p:spPr>
          <a:xfrm>
            <a:off x="31089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 name="直接连接符 98308"/>
          <p:cNvSpPr/>
          <p:nvPr/>
        </p:nvSpPr>
        <p:spPr>
          <a:xfrm>
            <a:off x="3185160" y="3713019"/>
            <a:ext cx="5486400" cy="0"/>
          </a:xfrm>
          <a:prstGeom prst="line">
            <a:avLst/>
          </a:prstGeom>
          <a:ln w="9525" cap="flat" cmpd="sng">
            <a:solidFill>
              <a:schemeClr val="hlink"/>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 name="椭圆 98309"/>
          <p:cNvSpPr/>
          <p:nvPr/>
        </p:nvSpPr>
        <p:spPr>
          <a:xfrm>
            <a:off x="37185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9" name="椭圆 98310"/>
          <p:cNvSpPr/>
          <p:nvPr/>
        </p:nvSpPr>
        <p:spPr>
          <a:xfrm>
            <a:off x="43281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0" name="椭圆 98311"/>
          <p:cNvSpPr/>
          <p:nvPr/>
        </p:nvSpPr>
        <p:spPr>
          <a:xfrm>
            <a:off x="49377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1" name="椭圆 98312"/>
          <p:cNvSpPr/>
          <p:nvPr/>
        </p:nvSpPr>
        <p:spPr>
          <a:xfrm>
            <a:off x="55473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2" name="椭圆 98313"/>
          <p:cNvSpPr/>
          <p:nvPr/>
        </p:nvSpPr>
        <p:spPr>
          <a:xfrm>
            <a:off x="61569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3" name="椭圆 98314"/>
          <p:cNvSpPr/>
          <p:nvPr/>
        </p:nvSpPr>
        <p:spPr>
          <a:xfrm>
            <a:off x="67665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4" name="椭圆 98315"/>
          <p:cNvSpPr/>
          <p:nvPr/>
        </p:nvSpPr>
        <p:spPr>
          <a:xfrm>
            <a:off x="73761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5" name="椭圆 98316"/>
          <p:cNvSpPr/>
          <p:nvPr/>
        </p:nvSpPr>
        <p:spPr>
          <a:xfrm>
            <a:off x="79857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6" name="椭圆 98317"/>
          <p:cNvSpPr/>
          <p:nvPr/>
        </p:nvSpPr>
        <p:spPr>
          <a:xfrm>
            <a:off x="8595360" y="3636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7" name="直接连接符 98318"/>
          <p:cNvSpPr/>
          <p:nvPr/>
        </p:nvSpPr>
        <p:spPr>
          <a:xfrm>
            <a:off x="34899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8" name="直接连接符 98319"/>
          <p:cNvSpPr/>
          <p:nvPr/>
        </p:nvSpPr>
        <p:spPr>
          <a:xfrm>
            <a:off x="40995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9" name="直接连接符 98320"/>
          <p:cNvSpPr/>
          <p:nvPr/>
        </p:nvSpPr>
        <p:spPr>
          <a:xfrm>
            <a:off x="47091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0" name="直接连接符 98321"/>
          <p:cNvSpPr/>
          <p:nvPr/>
        </p:nvSpPr>
        <p:spPr>
          <a:xfrm>
            <a:off x="52425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1" name="直接连接符 98322"/>
          <p:cNvSpPr/>
          <p:nvPr/>
        </p:nvSpPr>
        <p:spPr>
          <a:xfrm>
            <a:off x="59283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2" name="直接连接符 98323"/>
          <p:cNvSpPr/>
          <p:nvPr/>
        </p:nvSpPr>
        <p:spPr>
          <a:xfrm>
            <a:off x="65379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3" name="直接连接符 98324"/>
          <p:cNvSpPr/>
          <p:nvPr/>
        </p:nvSpPr>
        <p:spPr>
          <a:xfrm>
            <a:off x="71475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4" name="直接连接符 98325"/>
          <p:cNvSpPr/>
          <p:nvPr/>
        </p:nvSpPr>
        <p:spPr>
          <a:xfrm>
            <a:off x="77571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5" name="直接连接符 98326"/>
          <p:cNvSpPr/>
          <p:nvPr/>
        </p:nvSpPr>
        <p:spPr>
          <a:xfrm>
            <a:off x="8366760" y="3713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6" name="椭圆 98327"/>
          <p:cNvSpPr/>
          <p:nvPr/>
        </p:nvSpPr>
        <p:spPr>
          <a:xfrm>
            <a:off x="5928360" y="2874819"/>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7" name="直接连接符 98328"/>
          <p:cNvSpPr/>
          <p:nvPr/>
        </p:nvSpPr>
        <p:spPr>
          <a:xfrm flipH="1">
            <a:off x="3261360" y="2951019"/>
            <a:ext cx="2667000" cy="685800"/>
          </a:xfrm>
          <a:prstGeom prst="line">
            <a:avLst/>
          </a:prstGeom>
          <a:ln w="9525" cap="flat" cmpd="sng">
            <a:solidFill>
              <a:schemeClr val="hlink"/>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8" name="椭圆 98329"/>
          <p:cNvSpPr/>
          <p:nvPr/>
        </p:nvSpPr>
        <p:spPr>
          <a:xfrm>
            <a:off x="31851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9" name="直接连接符 98330"/>
          <p:cNvSpPr/>
          <p:nvPr/>
        </p:nvSpPr>
        <p:spPr>
          <a:xfrm>
            <a:off x="3261360" y="2646219"/>
            <a:ext cx="5486400" cy="0"/>
          </a:xfrm>
          <a:prstGeom prst="line">
            <a:avLst/>
          </a:prstGeom>
          <a:ln w="9525" cap="flat" cmpd="sng">
            <a:solidFill>
              <a:schemeClr val="tx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0" name="椭圆 98331"/>
          <p:cNvSpPr/>
          <p:nvPr/>
        </p:nvSpPr>
        <p:spPr>
          <a:xfrm>
            <a:off x="37947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1" name="椭圆 98332"/>
          <p:cNvSpPr/>
          <p:nvPr/>
        </p:nvSpPr>
        <p:spPr>
          <a:xfrm>
            <a:off x="44043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2" name="椭圆 98333"/>
          <p:cNvSpPr/>
          <p:nvPr/>
        </p:nvSpPr>
        <p:spPr>
          <a:xfrm>
            <a:off x="50139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3" name="椭圆 98334"/>
          <p:cNvSpPr/>
          <p:nvPr/>
        </p:nvSpPr>
        <p:spPr>
          <a:xfrm>
            <a:off x="56235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4" name="椭圆 98335"/>
          <p:cNvSpPr/>
          <p:nvPr/>
        </p:nvSpPr>
        <p:spPr>
          <a:xfrm>
            <a:off x="62331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5" name="椭圆 98336"/>
          <p:cNvSpPr/>
          <p:nvPr/>
        </p:nvSpPr>
        <p:spPr>
          <a:xfrm>
            <a:off x="68427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6" name="椭圆 98337"/>
          <p:cNvSpPr/>
          <p:nvPr/>
        </p:nvSpPr>
        <p:spPr>
          <a:xfrm>
            <a:off x="74523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7" name="椭圆 98338"/>
          <p:cNvSpPr/>
          <p:nvPr/>
        </p:nvSpPr>
        <p:spPr>
          <a:xfrm>
            <a:off x="80619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8" name="椭圆 98339"/>
          <p:cNvSpPr/>
          <p:nvPr/>
        </p:nvSpPr>
        <p:spPr>
          <a:xfrm>
            <a:off x="8671560" y="25700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9" name="直接连接符 98340"/>
          <p:cNvSpPr/>
          <p:nvPr/>
        </p:nvSpPr>
        <p:spPr>
          <a:xfrm>
            <a:off x="35661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0" name="直接连接符 98341"/>
          <p:cNvSpPr/>
          <p:nvPr/>
        </p:nvSpPr>
        <p:spPr>
          <a:xfrm>
            <a:off x="41757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1" name="直接连接符 98342"/>
          <p:cNvSpPr/>
          <p:nvPr/>
        </p:nvSpPr>
        <p:spPr>
          <a:xfrm>
            <a:off x="47853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2" name="直接连接符 98343"/>
          <p:cNvSpPr/>
          <p:nvPr/>
        </p:nvSpPr>
        <p:spPr>
          <a:xfrm>
            <a:off x="53187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3" name="直接连接符 98344"/>
          <p:cNvSpPr/>
          <p:nvPr/>
        </p:nvSpPr>
        <p:spPr>
          <a:xfrm>
            <a:off x="60045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4" name="直接连接符 98345"/>
          <p:cNvSpPr/>
          <p:nvPr/>
        </p:nvSpPr>
        <p:spPr>
          <a:xfrm>
            <a:off x="66141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5" name="直接连接符 98346"/>
          <p:cNvSpPr/>
          <p:nvPr/>
        </p:nvSpPr>
        <p:spPr>
          <a:xfrm>
            <a:off x="72237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6" name="直接连接符 98347"/>
          <p:cNvSpPr/>
          <p:nvPr/>
        </p:nvSpPr>
        <p:spPr>
          <a:xfrm>
            <a:off x="78333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7" name="直接连接符 98348"/>
          <p:cNvSpPr/>
          <p:nvPr/>
        </p:nvSpPr>
        <p:spPr>
          <a:xfrm>
            <a:off x="8442960" y="26462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8" name="椭圆 98349"/>
          <p:cNvSpPr/>
          <p:nvPr/>
        </p:nvSpPr>
        <p:spPr>
          <a:xfrm>
            <a:off x="5852160" y="1884219"/>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9" name="椭圆 98350"/>
          <p:cNvSpPr/>
          <p:nvPr/>
        </p:nvSpPr>
        <p:spPr>
          <a:xfrm>
            <a:off x="31089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0" name="直接连接符 98351"/>
          <p:cNvSpPr/>
          <p:nvPr/>
        </p:nvSpPr>
        <p:spPr>
          <a:xfrm>
            <a:off x="3185160" y="4856019"/>
            <a:ext cx="5486400" cy="0"/>
          </a:xfrm>
          <a:prstGeom prst="line">
            <a:avLst/>
          </a:prstGeom>
          <a:ln w="9525" cap="flat" cmpd="sng">
            <a:solidFill>
              <a:schemeClr val="tx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1" name="椭圆 98352"/>
          <p:cNvSpPr/>
          <p:nvPr/>
        </p:nvSpPr>
        <p:spPr>
          <a:xfrm>
            <a:off x="37185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2" name="椭圆 98353"/>
          <p:cNvSpPr/>
          <p:nvPr/>
        </p:nvSpPr>
        <p:spPr>
          <a:xfrm>
            <a:off x="43281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3" name="椭圆 98354"/>
          <p:cNvSpPr/>
          <p:nvPr/>
        </p:nvSpPr>
        <p:spPr>
          <a:xfrm>
            <a:off x="49377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4" name="椭圆 98355"/>
          <p:cNvSpPr/>
          <p:nvPr/>
        </p:nvSpPr>
        <p:spPr>
          <a:xfrm>
            <a:off x="55473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5" name="椭圆 98356"/>
          <p:cNvSpPr/>
          <p:nvPr/>
        </p:nvSpPr>
        <p:spPr>
          <a:xfrm>
            <a:off x="61569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6" name="椭圆 98357"/>
          <p:cNvSpPr/>
          <p:nvPr/>
        </p:nvSpPr>
        <p:spPr>
          <a:xfrm>
            <a:off x="67665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7" name="椭圆 98358"/>
          <p:cNvSpPr/>
          <p:nvPr/>
        </p:nvSpPr>
        <p:spPr>
          <a:xfrm>
            <a:off x="73761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8" name="椭圆 98359"/>
          <p:cNvSpPr/>
          <p:nvPr/>
        </p:nvSpPr>
        <p:spPr>
          <a:xfrm>
            <a:off x="79857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9" name="椭圆 98360"/>
          <p:cNvSpPr/>
          <p:nvPr/>
        </p:nvSpPr>
        <p:spPr>
          <a:xfrm>
            <a:off x="8595360" y="4779819"/>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0" name="直接连接符 98361"/>
          <p:cNvSpPr/>
          <p:nvPr/>
        </p:nvSpPr>
        <p:spPr>
          <a:xfrm>
            <a:off x="34899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1" name="直接连接符 98362"/>
          <p:cNvSpPr/>
          <p:nvPr/>
        </p:nvSpPr>
        <p:spPr>
          <a:xfrm>
            <a:off x="40995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2" name="直接连接符 98363"/>
          <p:cNvSpPr/>
          <p:nvPr/>
        </p:nvSpPr>
        <p:spPr>
          <a:xfrm>
            <a:off x="47091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3" name="直接连接符 98364"/>
          <p:cNvSpPr/>
          <p:nvPr/>
        </p:nvSpPr>
        <p:spPr>
          <a:xfrm>
            <a:off x="52425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4" name="直接连接符 98365"/>
          <p:cNvSpPr/>
          <p:nvPr/>
        </p:nvSpPr>
        <p:spPr>
          <a:xfrm>
            <a:off x="59283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5" name="直接连接符 98366"/>
          <p:cNvSpPr/>
          <p:nvPr/>
        </p:nvSpPr>
        <p:spPr>
          <a:xfrm>
            <a:off x="65379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6" name="直接连接符 98367"/>
          <p:cNvSpPr/>
          <p:nvPr/>
        </p:nvSpPr>
        <p:spPr>
          <a:xfrm>
            <a:off x="71475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7" name="直接连接符 98368"/>
          <p:cNvSpPr/>
          <p:nvPr/>
        </p:nvSpPr>
        <p:spPr>
          <a:xfrm>
            <a:off x="77571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8" name="直接连接符 98369"/>
          <p:cNvSpPr/>
          <p:nvPr/>
        </p:nvSpPr>
        <p:spPr>
          <a:xfrm>
            <a:off x="8366760" y="4856019"/>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9" name="椭圆 98370"/>
          <p:cNvSpPr/>
          <p:nvPr/>
        </p:nvSpPr>
        <p:spPr>
          <a:xfrm>
            <a:off x="5928360" y="4017819"/>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0" name="直接连接符 98371"/>
          <p:cNvSpPr/>
          <p:nvPr/>
        </p:nvSpPr>
        <p:spPr>
          <a:xfrm flipH="1">
            <a:off x="3261360" y="4094019"/>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1" name="直接连接符 98372"/>
          <p:cNvSpPr/>
          <p:nvPr/>
        </p:nvSpPr>
        <p:spPr>
          <a:xfrm flipH="1">
            <a:off x="3261360" y="1960419"/>
            <a:ext cx="2667000" cy="685800"/>
          </a:xfrm>
          <a:prstGeom prst="line">
            <a:avLst/>
          </a:prstGeom>
          <a:ln w="38100" cap="flat" cmpd="sng">
            <a:solidFill>
              <a:schemeClr val="folHlink"/>
            </a:solidFill>
            <a:prstDash val="dash"/>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2" name="直接连接符 98373"/>
          <p:cNvSpPr/>
          <p:nvPr/>
        </p:nvSpPr>
        <p:spPr>
          <a:xfrm flipV="1">
            <a:off x="3794760" y="4170219"/>
            <a:ext cx="2209800" cy="685800"/>
          </a:xfrm>
          <a:prstGeom prst="line">
            <a:avLst/>
          </a:prstGeom>
          <a:ln w="38100" cap="flat" cmpd="sng">
            <a:solidFill>
              <a:schemeClr val="folHlink"/>
            </a:solidFill>
            <a:prstDash val="dash"/>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3" name="文本框 98374"/>
          <p:cNvSpPr txBox="1"/>
          <p:nvPr/>
        </p:nvSpPr>
        <p:spPr>
          <a:xfrm>
            <a:off x="2635885" y="2417619"/>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74" name="文本框 98375"/>
          <p:cNvSpPr txBox="1"/>
          <p:nvPr/>
        </p:nvSpPr>
        <p:spPr>
          <a:xfrm>
            <a:off x="8900160" y="2417619"/>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75" name="文本框 98376"/>
          <p:cNvSpPr txBox="1"/>
          <p:nvPr/>
        </p:nvSpPr>
        <p:spPr>
          <a:xfrm>
            <a:off x="6080760" y="1655619"/>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76" name="文本框 98377"/>
          <p:cNvSpPr txBox="1"/>
          <p:nvPr/>
        </p:nvSpPr>
        <p:spPr>
          <a:xfrm>
            <a:off x="2651760" y="3408219"/>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77" name="文本框 98378"/>
          <p:cNvSpPr txBox="1"/>
          <p:nvPr/>
        </p:nvSpPr>
        <p:spPr>
          <a:xfrm>
            <a:off x="8916035" y="3408219"/>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78" name="文本框 98379"/>
          <p:cNvSpPr txBox="1"/>
          <p:nvPr/>
        </p:nvSpPr>
        <p:spPr>
          <a:xfrm>
            <a:off x="6096635" y="2646219"/>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79" name="文本框 98380"/>
          <p:cNvSpPr txBox="1"/>
          <p:nvPr/>
        </p:nvSpPr>
        <p:spPr>
          <a:xfrm>
            <a:off x="2651760" y="4551219"/>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80" name="文本框 98381"/>
          <p:cNvSpPr txBox="1"/>
          <p:nvPr/>
        </p:nvSpPr>
        <p:spPr>
          <a:xfrm>
            <a:off x="8916035" y="4551219"/>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81" name="文本框 98382"/>
          <p:cNvSpPr txBox="1"/>
          <p:nvPr/>
        </p:nvSpPr>
        <p:spPr>
          <a:xfrm>
            <a:off x="6096635" y="3789219"/>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Tree>
    <p:extLst>
      <p:ext uri="{BB962C8B-B14F-4D97-AF65-F5344CB8AC3E}">
        <p14:creationId xmlns:p14="http://schemas.microsoft.com/office/powerpoint/2010/main" val="919349307"/>
      </p:ext>
    </p:extLst>
  </p:cSld>
  <p:clrMapOvr>
    <a:masterClrMapping/>
  </p:clrMapOvr>
  <p:transition spd="slow"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4" name="椭圆 99331"/>
          <p:cNvSpPr/>
          <p:nvPr/>
        </p:nvSpPr>
        <p:spPr>
          <a:xfrm>
            <a:off x="34511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 name="直接连接符 99332"/>
          <p:cNvSpPr/>
          <p:nvPr/>
        </p:nvSpPr>
        <p:spPr>
          <a:xfrm>
            <a:off x="3527367" y="2449483"/>
            <a:ext cx="5486400" cy="0"/>
          </a:xfrm>
          <a:prstGeom prst="line">
            <a:avLst/>
          </a:prstGeom>
          <a:ln w="9525" cap="flat" cmpd="sng">
            <a:solidFill>
              <a:schemeClr val="tx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 name="椭圆 99333"/>
          <p:cNvSpPr/>
          <p:nvPr/>
        </p:nvSpPr>
        <p:spPr>
          <a:xfrm>
            <a:off x="40607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 name="椭圆 99334"/>
          <p:cNvSpPr/>
          <p:nvPr/>
        </p:nvSpPr>
        <p:spPr>
          <a:xfrm>
            <a:off x="46703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 name="椭圆 99335"/>
          <p:cNvSpPr/>
          <p:nvPr/>
        </p:nvSpPr>
        <p:spPr>
          <a:xfrm>
            <a:off x="52799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9" name="椭圆 99336"/>
          <p:cNvSpPr/>
          <p:nvPr/>
        </p:nvSpPr>
        <p:spPr>
          <a:xfrm>
            <a:off x="58895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0" name="椭圆 99337"/>
          <p:cNvSpPr/>
          <p:nvPr/>
        </p:nvSpPr>
        <p:spPr>
          <a:xfrm>
            <a:off x="64991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1" name="椭圆 99338"/>
          <p:cNvSpPr/>
          <p:nvPr/>
        </p:nvSpPr>
        <p:spPr>
          <a:xfrm>
            <a:off x="71087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2" name="椭圆 99339"/>
          <p:cNvSpPr/>
          <p:nvPr/>
        </p:nvSpPr>
        <p:spPr>
          <a:xfrm>
            <a:off x="77183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3" name="椭圆 99340"/>
          <p:cNvSpPr/>
          <p:nvPr/>
        </p:nvSpPr>
        <p:spPr>
          <a:xfrm>
            <a:off x="83279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4" name="椭圆 99341"/>
          <p:cNvSpPr/>
          <p:nvPr/>
        </p:nvSpPr>
        <p:spPr>
          <a:xfrm>
            <a:off x="8937567" y="2373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5" name="直接连接符 99342"/>
          <p:cNvSpPr/>
          <p:nvPr/>
        </p:nvSpPr>
        <p:spPr>
          <a:xfrm>
            <a:off x="38321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6" name="直接连接符 99343"/>
          <p:cNvSpPr/>
          <p:nvPr/>
        </p:nvSpPr>
        <p:spPr>
          <a:xfrm>
            <a:off x="44417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7" name="直接连接符 99344"/>
          <p:cNvSpPr/>
          <p:nvPr/>
        </p:nvSpPr>
        <p:spPr>
          <a:xfrm>
            <a:off x="50513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8" name="直接连接符 99345"/>
          <p:cNvSpPr/>
          <p:nvPr/>
        </p:nvSpPr>
        <p:spPr>
          <a:xfrm>
            <a:off x="55847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9" name="直接连接符 99346"/>
          <p:cNvSpPr/>
          <p:nvPr/>
        </p:nvSpPr>
        <p:spPr>
          <a:xfrm>
            <a:off x="62705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0" name="直接连接符 99347"/>
          <p:cNvSpPr/>
          <p:nvPr/>
        </p:nvSpPr>
        <p:spPr>
          <a:xfrm>
            <a:off x="68801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1" name="直接连接符 99348"/>
          <p:cNvSpPr/>
          <p:nvPr/>
        </p:nvSpPr>
        <p:spPr>
          <a:xfrm>
            <a:off x="74897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2" name="直接连接符 99349"/>
          <p:cNvSpPr/>
          <p:nvPr/>
        </p:nvSpPr>
        <p:spPr>
          <a:xfrm>
            <a:off x="80993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3" name="直接连接符 99350"/>
          <p:cNvSpPr/>
          <p:nvPr/>
        </p:nvSpPr>
        <p:spPr>
          <a:xfrm>
            <a:off x="8708967" y="2449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4" name="椭圆 99351"/>
          <p:cNvSpPr/>
          <p:nvPr/>
        </p:nvSpPr>
        <p:spPr>
          <a:xfrm>
            <a:off x="6270567" y="1611283"/>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5" name="直接连接符 99352"/>
          <p:cNvSpPr/>
          <p:nvPr/>
        </p:nvSpPr>
        <p:spPr>
          <a:xfrm flipH="1">
            <a:off x="3603567" y="1687483"/>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6" name="椭圆 99353"/>
          <p:cNvSpPr/>
          <p:nvPr/>
        </p:nvSpPr>
        <p:spPr>
          <a:xfrm>
            <a:off x="34511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7" name="直接连接符 99354"/>
          <p:cNvSpPr/>
          <p:nvPr/>
        </p:nvSpPr>
        <p:spPr>
          <a:xfrm>
            <a:off x="4136967" y="3592483"/>
            <a:ext cx="4876800" cy="0"/>
          </a:xfrm>
          <a:prstGeom prst="line">
            <a:avLst/>
          </a:prstGeom>
          <a:ln w="9525" cap="flat" cmpd="sng">
            <a:solidFill>
              <a:schemeClr val="hlink"/>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8" name="椭圆 99355"/>
          <p:cNvSpPr/>
          <p:nvPr/>
        </p:nvSpPr>
        <p:spPr>
          <a:xfrm>
            <a:off x="40607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9" name="椭圆 99356"/>
          <p:cNvSpPr/>
          <p:nvPr/>
        </p:nvSpPr>
        <p:spPr>
          <a:xfrm>
            <a:off x="46703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0" name="椭圆 99357"/>
          <p:cNvSpPr/>
          <p:nvPr/>
        </p:nvSpPr>
        <p:spPr>
          <a:xfrm>
            <a:off x="52799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1" name="椭圆 99358"/>
          <p:cNvSpPr/>
          <p:nvPr/>
        </p:nvSpPr>
        <p:spPr>
          <a:xfrm>
            <a:off x="58895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2" name="椭圆 99359"/>
          <p:cNvSpPr/>
          <p:nvPr/>
        </p:nvSpPr>
        <p:spPr>
          <a:xfrm>
            <a:off x="64991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3" name="椭圆 99360"/>
          <p:cNvSpPr/>
          <p:nvPr/>
        </p:nvSpPr>
        <p:spPr>
          <a:xfrm>
            <a:off x="71087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4" name="椭圆 99361"/>
          <p:cNvSpPr/>
          <p:nvPr/>
        </p:nvSpPr>
        <p:spPr>
          <a:xfrm>
            <a:off x="77183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5" name="椭圆 99362"/>
          <p:cNvSpPr/>
          <p:nvPr/>
        </p:nvSpPr>
        <p:spPr>
          <a:xfrm>
            <a:off x="83279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6" name="椭圆 99363"/>
          <p:cNvSpPr/>
          <p:nvPr/>
        </p:nvSpPr>
        <p:spPr>
          <a:xfrm>
            <a:off x="8937567" y="35162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7" name="直接连接符 99364"/>
          <p:cNvSpPr/>
          <p:nvPr/>
        </p:nvSpPr>
        <p:spPr>
          <a:xfrm>
            <a:off x="44417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8" name="直接连接符 99365"/>
          <p:cNvSpPr/>
          <p:nvPr/>
        </p:nvSpPr>
        <p:spPr>
          <a:xfrm>
            <a:off x="50513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9" name="直接连接符 99366"/>
          <p:cNvSpPr/>
          <p:nvPr/>
        </p:nvSpPr>
        <p:spPr>
          <a:xfrm>
            <a:off x="55847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0" name="直接连接符 99367"/>
          <p:cNvSpPr/>
          <p:nvPr/>
        </p:nvSpPr>
        <p:spPr>
          <a:xfrm>
            <a:off x="62705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1" name="直接连接符 99368"/>
          <p:cNvSpPr/>
          <p:nvPr/>
        </p:nvSpPr>
        <p:spPr>
          <a:xfrm>
            <a:off x="68801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2" name="直接连接符 99369"/>
          <p:cNvSpPr/>
          <p:nvPr/>
        </p:nvSpPr>
        <p:spPr>
          <a:xfrm>
            <a:off x="74897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3" name="直接连接符 99370"/>
          <p:cNvSpPr/>
          <p:nvPr/>
        </p:nvSpPr>
        <p:spPr>
          <a:xfrm>
            <a:off x="80993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4" name="直接连接符 99371"/>
          <p:cNvSpPr/>
          <p:nvPr/>
        </p:nvSpPr>
        <p:spPr>
          <a:xfrm>
            <a:off x="8708967" y="35924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5" name="椭圆 99372"/>
          <p:cNvSpPr/>
          <p:nvPr/>
        </p:nvSpPr>
        <p:spPr>
          <a:xfrm>
            <a:off x="6270567" y="2754283"/>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6" name="直接连接符 99373"/>
          <p:cNvSpPr/>
          <p:nvPr/>
        </p:nvSpPr>
        <p:spPr>
          <a:xfrm flipH="1">
            <a:off x="3603567" y="2830483"/>
            <a:ext cx="2667000" cy="685800"/>
          </a:xfrm>
          <a:prstGeom prst="line">
            <a:avLst/>
          </a:prstGeom>
          <a:ln w="9525" cap="flat" cmpd="sng">
            <a:solidFill>
              <a:schemeClr val="hlink"/>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7" name="直接连接符 99374"/>
          <p:cNvSpPr/>
          <p:nvPr/>
        </p:nvSpPr>
        <p:spPr>
          <a:xfrm flipH="1">
            <a:off x="4213167" y="1687483"/>
            <a:ext cx="21336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8" name="直接连接符 99375"/>
          <p:cNvSpPr/>
          <p:nvPr/>
        </p:nvSpPr>
        <p:spPr>
          <a:xfrm flipH="1">
            <a:off x="4213167" y="2830483"/>
            <a:ext cx="2133600" cy="685800"/>
          </a:xfrm>
          <a:prstGeom prst="line">
            <a:avLst/>
          </a:prstGeom>
          <a:ln w="9525" cap="flat" cmpd="sng">
            <a:solidFill>
              <a:schemeClr val="hlink"/>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9" name="椭圆 99376"/>
          <p:cNvSpPr/>
          <p:nvPr/>
        </p:nvSpPr>
        <p:spPr>
          <a:xfrm>
            <a:off x="34511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0" name="直接连接符 99377"/>
          <p:cNvSpPr/>
          <p:nvPr/>
        </p:nvSpPr>
        <p:spPr>
          <a:xfrm>
            <a:off x="3527367" y="4964083"/>
            <a:ext cx="5486400" cy="0"/>
          </a:xfrm>
          <a:prstGeom prst="line">
            <a:avLst/>
          </a:prstGeom>
          <a:ln w="9525" cap="flat" cmpd="sng">
            <a:solidFill>
              <a:schemeClr val="tx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1" name="椭圆 99378"/>
          <p:cNvSpPr/>
          <p:nvPr/>
        </p:nvSpPr>
        <p:spPr>
          <a:xfrm>
            <a:off x="40607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2" name="椭圆 99379"/>
          <p:cNvSpPr/>
          <p:nvPr/>
        </p:nvSpPr>
        <p:spPr>
          <a:xfrm>
            <a:off x="46703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3" name="椭圆 99380"/>
          <p:cNvSpPr/>
          <p:nvPr/>
        </p:nvSpPr>
        <p:spPr>
          <a:xfrm>
            <a:off x="52799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4" name="椭圆 99381"/>
          <p:cNvSpPr/>
          <p:nvPr/>
        </p:nvSpPr>
        <p:spPr>
          <a:xfrm>
            <a:off x="58895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5" name="椭圆 99382"/>
          <p:cNvSpPr/>
          <p:nvPr/>
        </p:nvSpPr>
        <p:spPr>
          <a:xfrm>
            <a:off x="64991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6" name="椭圆 99383"/>
          <p:cNvSpPr/>
          <p:nvPr/>
        </p:nvSpPr>
        <p:spPr>
          <a:xfrm>
            <a:off x="71087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7" name="椭圆 99384"/>
          <p:cNvSpPr/>
          <p:nvPr/>
        </p:nvSpPr>
        <p:spPr>
          <a:xfrm>
            <a:off x="77183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8" name="椭圆 99385"/>
          <p:cNvSpPr/>
          <p:nvPr/>
        </p:nvSpPr>
        <p:spPr>
          <a:xfrm>
            <a:off x="83279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9" name="椭圆 99386"/>
          <p:cNvSpPr/>
          <p:nvPr/>
        </p:nvSpPr>
        <p:spPr>
          <a:xfrm>
            <a:off x="8937567" y="4887883"/>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0" name="直接连接符 99387"/>
          <p:cNvSpPr/>
          <p:nvPr/>
        </p:nvSpPr>
        <p:spPr>
          <a:xfrm>
            <a:off x="38321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1" name="直接连接符 99388"/>
          <p:cNvSpPr/>
          <p:nvPr/>
        </p:nvSpPr>
        <p:spPr>
          <a:xfrm>
            <a:off x="44417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2" name="直接连接符 99389"/>
          <p:cNvSpPr/>
          <p:nvPr/>
        </p:nvSpPr>
        <p:spPr>
          <a:xfrm>
            <a:off x="50513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3" name="直接连接符 99390"/>
          <p:cNvSpPr/>
          <p:nvPr/>
        </p:nvSpPr>
        <p:spPr>
          <a:xfrm>
            <a:off x="55847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4" name="直接连接符 99391"/>
          <p:cNvSpPr/>
          <p:nvPr/>
        </p:nvSpPr>
        <p:spPr>
          <a:xfrm>
            <a:off x="62705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5" name="直接连接符 99392"/>
          <p:cNvSpPr/>
          <p:nvPr/>
        </p:nvSpPr>
        <p:spPr>
          <a:xfrm>
            <a:off x="68801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6" name="直接连接符 99393"/>
          <p:cNvSpPr/>
          <p:nvPr/>
        </p:nvSpPr>
        <p:spPr>
          <a:xfrm>
            <a:off x="74897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7" name="直接连接符 99394"/>
          <p:cNvSpPr/>
          <p:nvPr/>
        </p:nvSpPr>
        <p:spPr>
          <a:xfrm>
            <a:off x="80993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8" name="直接连接符 99395"/>
          <p:cNvSpPr/>
          <p:nvPr/>
        </p:nvSpPr>
        <p:spPr>
          <a:xfrm>
            <a:off x="8708967" y="4964083"/>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9" name="椭圆 99396"/>
          <p:cNvSpPr/>
          <p:nvPr/>
        </p:nvSpPr>
        <p:spPr>
          <a:xfrm>
            <a:off x="6270567" y="4125883"/>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0" name="直接连接符 99397"/>
          <p:cNvSpPr/>
          <p:nvPr/>
        </p:nvSpPr>
        <p:spPr>
          <a:xfrm flipH="1">
            <a:off x="3603567" y="4202083"/>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1" name="直接连接符 99398"/>
          <p:cNvSpPr/>
          <p:nvPr/>
        </p:nvSpPr>
        <p:spPr>
          <a:xfrm flipH="1">
            <a:off x="4213167" y="4278283"/>
            <a:ext cx="2057400" cy="6096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2" name="直接连接符 99399"/>
          <p:cNvSpPr/>
          <p:nvPr/>
        </p:nvSpPr>
        <p:spPr>
          <a:xfrm flipH="1">
            <a:off x="4746567" y="4278283"/>
            <a:ext cx="1600200" cy="609600"/>
          </a:xfrm>
          <a:prstGeom prst="line">
            <a:avLst/>
          </a:prstGeom>
          <a:ln w="38100" cap="flat" cmpd="sng">
            <a:solidFill>
              <a:schemeClr val="tx2"/>
            </a:solidFill>
            <a:prstDash val="dash"/>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3" name="文本框 99400"/>
          <p:cNvSpPr txBox="1"/>
          <p:nvPr/>
        </p:nvSpPr>
        <p:spPr>
          <a:xfrm>
            <a:off x="2901892" y="2144683"/>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74" name="文本框 99401"/>
          <p:cNvSpPr txBox="1"/>
          <p:nvPr/>
        </p:nvSpPr>
        <p:spPr>
          <a:xfrm>
            <a:off x="9166167" y="2144683"/>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75" name="文本框 99402"/>
          <p:cNvSpPr txBox="1"/>
          <p:nvPr/>
        </p:nvSpPr>
        <p:spPr>
          <a:xfrm>
            <a:off x="6346767" y="1382683"/>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76" name="文本框 99403"/>
          <p:cNvSpPr txBox="1"/>
          <p:nvPr/>
        </p:nvSpPr>
        <p:spPr>
          <a:xfrm>
            <a:off x="2917767" y="3287683"/>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77" name="文本框 99404"/>
          <p:cNvSpPr txBox="1"/>
          <p:nvPr/>
        </p:nvSpPr>
        <p:spPr>
          <a:xfrm>
            <a:off x="9182042" y="3287683"/>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78" name="文本框 99405"/>
          <p:cNvSpPr txBox="1"/>
          <p:nvPr/>
        </p:nvSpPr>
        <p:spPr>
          <a:xfrm>
            <a:off x="6362642" y="2525683"/>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79" name="文本框 99406"/>
          <p:cNvSpPr txBox="1"/>
          <p:nvPr/>
        </p:nvSpPr>
        <p:spPr>
          <a:xfrm>
            <a:off x="2917767" y="4659283"/>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80" name="文本框 99407"/>
          <p:cNvSpPr txBox="1"/>
          <p:nvPr/>
        </p:nvSpPr>
        <p:spPr>
          <a:xfrm>
            <a:off x="9182042" y="4659283"/>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81" name="文本框 99408"/>
          <p:cNvSpPr txBox="1"/>
          <p:nvPr/>
        </p:nvSpPr>
        <p:spPr>
          <a:xfrm>
            <a:off x="6362642" y="3897283"/>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Tree>
    <p:extLst>
      <p:ext uri="{BB962C8B-B14F-4D97-AF65-F5344CB8AC3E}">
        <p14:creationId xmlns:p14="http://schemas.microsoft.com/office/powerpoint/2010/main" val="739865578"/>
      </p:ext>
    </p:extLst>
  </p:cSld>
  <p:clrMapOvr>
    <a:masterClrMapping/>
  </p:clrMapOvr>
  <p:transition spd="slow"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4" name="椭圆 100355"/>
          <p:cNvSpPr/>
          <p:nvPr/>
        </p:nvSpPr>
        <p:spPr>
          <a:xfrm>
            <a:off x="33431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 name="直接连接符 100356"/>
          <p:cNvSpPr/>
          <p:nvPr/>
        </p:nvSpPr>
        <p:spPr>
          <a:xfrm>
            <a:off x="3419302" y="2674938"/>
            <a:ext cx="5486400" cy="0"/>
          </a:xfrm>
          <a:prstGeom prst="line">
            <a:avLst/>
          </a:prstGeom>
          <a:ln w="9525" cap="flat" cmpd="sng">
            <a:solidFill>
              <a:schemeClr val="tx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 name="椭圆 100357"/>
          <p:cNvSpPr/>
          <p:nvPr/>
        </p:nvSpPr>
        <p:spPr>
          <a:xfrm>
            <a:off x="39527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 name="椭圆 100358"/>
          <p:cNvSpPr/>
          <p:nvPr/>
        </p:nvSpPr>
        <p:spPr>
          <a:xfrm>
            <a:off x="45623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 name="椭圆 100359"/>
          <p:cNvSpPr/>
          <p:nvPr/>
        </p:nvSpPr>
        <p:spPr>
          <a:xfrm>
            <a:off x="51719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9" name="椭圆 100360"/>
          <p:cNvSpPr/>
          <p:nvPr/>
        </p:nvSpPr>
        <p:spPr>
          <a:xfrm>
            <a:off x="57815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0" name="椭圆 100361"/>
          <p:cNvSpPr/>
          <p:nvPr/>
        </p:nvSpPr>
        <p:spPr>
          <a:xfrm>
            <a:off x="63911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1" name="椭圆 100362"/>
          <p:cNvSpPr/>
          <p:nvPr/>
        </p:nvSpPr>
        <p:spPr>
          <a:xfrm>
            <a:off x="70007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2" name="椭圆 100363"/>
          <p:cNvSpPr/>
          <p:nvPr/>
        </p:nvSpPr>
        <p:spPr>
          <a:xfrm>
            <a:off x="76103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3" name="椭圆 100364"/>
          <p:cNvSpPr/>
          <p:nvPr/>
        </p:nvSpPr>
        <p:spPr>
          <a:xfrm>
            <a:off x="82199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4" name="椭圆 100365"/>
          <p:cNvSpPr/>
          <p:nvPr/>
        </p:nvSpPr>
        <p:spPr>
          <a:xfrm>
            <a:off x="8829502" y="25987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5" name="直接连接符 100366"/>
          <p:cNvSpPr/>
          <p:nvPr/>
        </p:nvSpPr>
        <p:spPr>
          <a:xfrm>
            <a:off x="37241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6" name="直接连接符 100367"/>
          <p:cNvSpPr/>
          <p:nvPr/>
        </p:nvSpPr>
        <p:spPr>
          <a:xfrm>
            <a:off x="43337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7" name="直接连接符 100368"/>
          <p:cNvSpPr/>
          <p:nvPr/>
        </p:nvSpPr>
        <p:spPr>
          <a:xfrm>
            <a:off x="49433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8" name="直接连接符 100369"/>
          <p:cNvSpPr/>
          <p:nvPr/>
        </p:nvSpPr>
        <p:spPr>
          <a:xfrm>
            <a:off x="54767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19" name="直接连接符 100370"/>
          <p:cNvSpPr/>
          <p:nvPr/>
        </p:nvSpPr>
        <p:spPr>
          <a:xfrm>
            <a:off x="61625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0" name="直接连接符 100371"/>
          <p:cNvSpPr/>
          <p:nvPr/>
        </p:nvSpPr>
        <p:spPr>
          <a:xfrm>
            <a:off x="67721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1" name="直接连接符 100372"/>
          <p:cNvSpPr/>
          <p:nvPr/>
        </p:nvSpPr>
        <p:spPr>
          <a:xfrm>
            <a:off x="73817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2" name="直接连接符 100373"/>
          <p:cNvSpPr/>
          <p:nvPr/>
        </p:nvSpPr>
        <p:spPr>
          <a:xfrm>
            <a:off x="79913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3" name="直接连接符 100374"/>
          <p:cNvSpPr/>
          <p:nvPr/>
        </p:nvSpPr>
        <p:spPr>
          <a:xfrm>
            <a:off x="8600902" y="26749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4" name="椭圆 100375"/>
          <p:cNvSpPr/>
          <p:nvPr/>
        </p:nvSpPr>
        <p:spPr>
          <a:xfrm>
            <a:off x="6162502" y="1836738"/>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5" name="直接连接符 100376"/>
          <p:cNvSpPr/>
          <p:nvPr/>
        </p:nvSpPr>
        <p:spPr>
          <a:xfrm flipH="1">
            <a:off x="3495502" y="1912938"/>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6" name="直接连接符 100377"/>
          <p:cNvSpPr/>
          <p:nvPr/>
        </p:nvSpPr>
        <p:spPr>
          <a:xfrm flipH="1">
            <a:off x="4028902" y="1989138"/>
            <a:ext cx="21336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7" name="直接连接符 100378"/>
          <p:cNvSpPr/>
          <p:nvPr/>
        </p:nvSpPr>
        <p:spPr>
          <a:xfrm flipV="1">
            <a:off x="4638502" y="1989138"/>
            <a:ext cx="15240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8" name="直接连接符 100379"/>
          <p:cNvSpPr/>
          <p:nvPr/>
        </p:nvSpPr>
        <p:spPr>
          <a:xfrm flipV="1">
            <a:off x="5248102" y="1989138"/>
            <a:ext cx="9144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29" name="直接连接符 100380"/>
          <p:cNvSpPr/>
          <p:nvPr/>
        </p:nvSpPr>
        <p:spPr>
          <a:xfrm flipH="1" flipV="1">
            <a:off x="6314902" y="1989138"/>
            <a:ext cx="19812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0" name="椭圆 100381"/>
          <p:cNvSpPr/>
          <p:nvPr/>
        </p:nvSpPr>
        <p:spPr>
          <a:xfrm>
            <a:off x="33431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1" name="直接连接符 100382"/>
          <p:cNvSpPr/>
          <p:nvPr/>
        </p:nvSpPr>
        <p:spPr>
          <a:xfrm>
            <a:off x="3419302" y="3970338"/>
            <a:ext cx="4876800" cy="0"/>
          </a:xfrm>
          <a:prstGeom prst="line">
            <a:avLst/>
          </a:prstGeom>
          <a:ln w="9525" cap="flat" cmpd="sng">
            <a:solidFill>
              <a:schemeClr val="hlink"/>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2" name="椭圆 100383"/>
          <p:cNvSpPr/>
          <p:nvPr/>
        </p:nvSpPr>
        <p:spPr>
          <a:xfrm>
            <a:off x="39527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3" name="椭圆 100384"/>
          <p:cNvSpPr/>
          <p:nvPr/>
        </p:nvSpPr>
        <p:spPr>
          <a:xfrm>
            <a:off x="45623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4" name="椭圆 100385"/>
          <p:cNvSpPr/>
          <p:nvPr/>
        </p:nvSpPr>
        <p:spPr>
          <a:xfrm>
            <a:off x="51719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5" name="椭圆 100386"/>
          <p:cNvSpPr/>
          <p:nvPr/>
        </p:nvSpPr>
        <p:spPr>
          <a:xfrm>
            <a:off x="57815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6" name="椭圆 100387"/>
          <p:cNvSpPr/>
          <p:nvPr/>
        </p:nvSpPr>
        <p:spPr>
          <a:xfrm>
            <a:off x="63911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7" name="椭圆 100388"/>
          <p:cNvSpPr/>
          <p:nvPr/>
        </p:nvSpPr>
        <p:spPr>
          <a:xfrm>
            <a:off x="70007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8" name="椭圆 100389"/>
          <p:cNvSpPr/>
          <p:nvPr/>
        </p:nvSpPr>
        <p:spPr>
          <a:xfrm>
            <a:off x="76103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39" name="椭圆 100390"/>
          <p:cNvSpPr/>
          <p:nvPr/>
        </p:nvSpPr>
        <p:spPr>
          <a:xfrm>
            <a:off x="82199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0" name="椭圆 100391"/>
          <p:cNvSpPr/>
          <p:nvPr/>
        </p:nvSpPr>
        <p:spPr>
          <a:xfrm>
            <a:off x="8829502" y="38941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1" name="直接连接符 100392"/>
          <p:cNvSpPr/>
          <p:nvPr/>
        </p:nvSpPr>
        <p:spPr>
          <a:xfrm>
            <a:off x="37241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2" name="直接连接符 100393"/>
          <p:cNvSpPr/>
          <p:nvPr/>
        </p:nvSpPr>
        <p:spPr>
          <a:xfrm>
            <a:off x="43337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3" name="直接连接符 100394"/>
          <p:cNvSpPr/>
          <p:nvPr/>
        </p:nvSpPr>
        <p:spPr>
          <a:xfrm>
            <a:off x="49433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4" name="直接连接符 100395"/>
          <p:cNvSpPr/>
          <p:nvPr/>
        </p:nvSpPr>
        <p:spPr>
          <a:xfrm>
            <a:off x="54767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5" name="直接连接符 100396"/>
          <p:cNvSpPr/>
          <p:nvPr/>
        </p:nvSpPr>
        <p:spPr>
          <a:xfrm>
            <a:off x="61625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6" name="直接连接符 100397"/>
          <p:cNvSpPr/>
          <p:nvPr/>
        </p:nvSpPr>
        <p:spPr>
          <a:xfrm>
            <a:off x="67721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7" name="直接连接符 100398"/>
          <p:cNvSpPr/>
          <p:nvPr/>
        </p:nvSpPr>
        <p:spPr>
          <a:xfrm>
            <a:off x="73817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8" name="直接连接符 100399"/>
          <p:cNvSpPr/>
          <p:nvPr/>
        </p:nvSpPr>
        <p:spPr>
          <a:xfrm>
            <a:off x="7991302" y="39703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49" name="椭圆 100400"/>
          <p:cNvSpPr/>
          <p:nvPr/>
        </p:nvSpPr>
        <p:spPr>
          <a:xfrm>
            <a:off x="6162502" y="3132138"/>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0" name="直接连接符 100401"/>
          <p:cNvSpPr/>
          <p:nvPr/>
        </p:nvSpPr>
        <p:spPr>
          <a:xfrm flipH="1">
            <a:off x="3495502" y="3208338"/>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1" name="直接连接符 100402"/>
          <p:cNvSpPr/>
          <p:nvPr/>
        </p:nvSpPr>
        <p:spPr>
          <a:xfrm flipH="1">
            <a:off x="4028902" y="3284538"/>
            <a:ext cx="21336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2" name="直接连接符 100403"/>
          <p:cNvSpPr/>
          <p:nvPr/>
        </p:nvSpPr>
        <p:spPr>
          <a:xfrm flipV="1">
            <a:off x="4638502" y="3284538"/>
            <a:ext cx="15240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3" name="直接连接符 100404"/>
          <p:cNvSpPr/>
          <p:nvPr/>
        </p:nvSpPr>
        <p:spPr>
          <a:xfrm flipV="1">
            <a:off x="5248102" y="3284538"/>
            <a:ext cx="9144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4" name="直接连接符 100405"/>
          <p:cNvSpPr/>
          <p:nvPr/>
        </p:nvSpPr>
        <p:spPr>
          <a:xfrm flipH="1" flipV="1">
            <a:off x="6314902" y="3284538"/>
            <a:ext cx="1981200" cy="685800"/>
          </a:xfrm>
          <a:prstGeom prst="line">
            <a:avLst/>
          </a:prstGeom>
          <a:ln w="9525" cap="flat" cmpd="sng">
            <a:solidFill>
              <a:schemeClr val="hlink"/>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5" name="椭圆 100406"/>
          <p:cNvSpPr/>
          <p:nvPr/>
        </p:nvSpPr>
        <p:spPr>
          <a:xfrm>
            <a:off x="33431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6" name="直接连接符 100407"/>
          <p:cNvSpPr/>
          <p:nvPr/>
        </p:nvSpPr>
        <p:spPr>
          <a:xfrm>
            <a:off x="3419302" y="5265738"/>
            <a:ext cx="5410200" cy="0"/>
          </a:xfrm>
          <a:prstGeom prst="line">
            <a:avLst/>
          </a:prstGeom>
          <a:ln w="9525" cap="flat" cmpd="sng">
            <a:solidFill>
              <a:schemeClr val="hlink"/>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7" name="椭圆 100408"/>
          <p:cNvSpPr/>
          <p:nvPr/>
        </p:nvSpPr>
        <p:spPr>
          <a:xfrm>
            <a:off x="39527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8" name="椭圆 100409"/>
          <p:cNvSpPr/>
          <p:nvPr/>
        </p:nvSpPr>
        <p:spPr>
          <a:xfrm>
            <a:off x="45623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59" name="椭圆 100410"/>
          <p:cNvSpPr/>
          <p:nvPr/>
        </p:nvSpPr>
        <p:spPr>
          <a:xfrm>
            <a:off x="51719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0" name="椭圆 100411"/>
          <p:cNvSpPr/>
          <p:nvPr/>
        </p:nvSpPr>
        <p:spPr>
          <a:xfrm>
            <a:off x="57815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1" name="椭圆 100412"/>
          <p:cNvSpPr/>
          <p:nvPr/>
        </p:nvSpPr>
        <p:spPr>
          <a:xfrm>
            <a:off x="63911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2" name="椭圆 100413"/>
          <p:cNvSpPr/>
          <p:nvPr/>
        </p:nvSpPr>
        <p:spPr>
          <a:xfrm>
            <a:off x="70007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3" name="椭圆 100414"/>
          <p:cNvSpPr/>
          <p:nvPr/>
        </p:nvSpPr>
        <p:spPr>
          <a:xfrm>
            <a:off x="76103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4" name="椭圆 100415"/>
          <p:cNvSpPr/>
          <p:nvPr/>
        </p:nvSpPr>
        <p:spPr>
          <a:xfrm>
            <a:off x="82199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5" name="椭圆 100416"/>
          <p:cNvSpPr/>
          <p:nvPr/>
        </p:nvSpPr>
        <p:spPr>
          <a:xfrm>
            <a:off x="8829502" y="5189538"/>
            <a:ext cx="152400" cy="152400"/>
          </a:xfrm>
          <a:prstGeom prst="ellipse">
            <a:avLst/>
          </a:prstGeom>
          <a:solidFill>
            <a:schemeClr val="tx2"/>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6" name="直接连接符 100417"/>
          <p:cNvSpPr/>
          <p:nvPr/>
        </p:nvSpPr>
        <p:spPr>
          <a:xfrm>
            <a:off x="37241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7" name="直接连接符 100418"/>
          <p:cNvSpPr/>
          <p:nvPr/>
        </p:nvSpPr>
        <p:spPr>
          <a:xfrm>
            <a:off x="43337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8" name="直接连接符 100419"/>
          <p:cNvSpPr/>
          <p:nvPr/>
        </p:nvSpPr>
        <p:spPr>
          <a:xfrm>
            <a:off x="49433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69" name="直接连接符 100420"/>
          <p:cNvSpPr/>
          <p:nvPr/>
        </p:nvSpPr>
        <p:spPr>
          <a:xfrm>
            <a:off x="54767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0" name="直接连接符 100421"/>
          <p:cNvSpPr/>
          <p:nvPr/>
        </p:nvSpPr>
        <p:spPr>
          <a:xfrm>
            <a:off x="61625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1" name="直接连接符 100422"/>
          <p:cNvSpPr/>
          <p:nvPr/>
        </p:nvSpPr>
        <p:spPr>
          <a:xfrm>
            <a:off x="67721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2" name="直接连接符 100423"/>
          <p:cNvSpPr/>
          <p:nvPr/>
        </p:nvSpPr>
        <p:spPr>
          <a:xfrm>
            <a:off x="73817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3" name="直接连接符 100424"/>
          <p:cNvSpPr/>
          <p:nvPr/>
        </p:nvSpPr>
        <p:spPr>
          <a:xfrm>
            <a:off x="79913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4" name="直接连接符 100425"/>
          <p:cNvSpPr/>
          <p:nvPr/>
        </p:nvSpPr>
        <p:spPr>
          <a:xfrm>
            <a:off x="8600902" y="5265738"/>
            <a:ext cx="76200" cy="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5" name="椭圆 100426"/>
          <p:cNvSpPr/>
          <p:nvPr/>
        </p:nvSpPr>
        <p:spPr>
          <a:xfrm>
            <a:off x="6162502" y="4427538"/>
            <a:ext cx="152400" cy="152400"/>
          </a:xfrm>
          <a:prstGeom prst="ellipse">
            <a:avLst/>
          </a:prstGeom>
          <a:solidFill>
            <a:srgbClr val="9900FF"/>
          </a:solidFill>
          <a:ln w="9525" cap="flat" cmpd="sng">
            <a:solidFill>
              <a:schemeClr val="accent1"/>
            </a:solidFill>
            <a:prstDash val="solid"/>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6" name="直接连接符 100427"/>
          <p:cNvSpPr/>
          <p:nvPr/>
        </p:nvSpPr>
        <p:spPr>
          <a:xfrm flipH="1">
            <a:off x="3495502" y="4503738"/>
            <a:ext cx="26670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7" name="直接连接符 100428"/>
          <p:cNvSpPr/>
          <p:nvPr/>
        </p:nvSpPr>
        <p:spPr>
          <a:xfrm flipH="1">
            <a:off x="4028902" y="4579938"/>
            <a:ext cx="2133600" cy="685800"/>
          </a:xfrm>
          <a:prstGeom prst="line">
            <a:avLst/>
          </a:prstGeom>
          <a:ln w="9525" cap="flat" cmpd="sng">
            <a:solidFill>
              <a:schemeClr val="tx1"/>
            </a:solidFill>
            <a:prstDash val="solid"/>
            <a:round/>
            <a:headEnd type="triangl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8" name="直接连接符 100429"/>
          <p:cNvSpPr/>
          <p:nvPr/>
        </p:nvSpPr>
        <p:spPr>
          <a:xfrm flipV="1">
            <a:off x="4638502" y="4579938"/>
            <a:ext cx="15240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79" name="直接连接符 100430"/>
          <p:cNvSpPr/>
          <p:nvPr/>
        </p:nvSpPr>
        <p:spPr>
          <a:xfrm flipV="1">
            <a:off x="5248102" y="4579938"/>
            <a:ext cx="9144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0" name="直接连接符 100431"/>
          <p:cNvSpPr/>
          <p:nvPr/>
        </p:nvSpPr>
        <p:spPr>
          <a:xfrm flipH="1" flipV="1">
            <a:off x="6314902" y="4579938"/>
            <a:ext cx="1981200" cy="685800"/>
          </a:xfrm>
          <a:prstGeom prst="line">
            <a:avLst/>
          </a:prstGeom>
          <a:ln w="9525" cap="flat" cmpd="sng">
            <a:solidFill>
              <a:schemeClr val="tx1"/>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1" name="直接连接符 100432"/>
          <p:cNvSpPr/>
          <p:nvPr/>
        </p:nvSpPr>
        <p:spPr>
          <a:xfrm>
            <a:off x="6314902" y="1912938"/>
            <a:ext cx="2590800" cy="685800"/>
          </a:xfrm>
          <a:prstGeom prst="line">
            <a:avLst/>
          </a:prstGeom>
          <a:ln w="38100" cap="flat" cmpd="sng">
            <a:solidFill>
              <a:schemeClr val="folHlink"/>
            </a:solidFill>
            <a:prstDash val="dash"/>
            <a:round/>
            <a:headEnd type="none" w="med" len="med"/>
            <a:tailEnd type="non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2" name="直接连接符 100433"/>
          <p:cNvSpPr/>
          <p:nvPr/>
        </p:nvSpPr>
        <p:spPr>
          <a:xfrm>
            <a:off x="6314902" y="3208338"/>
            <a:ext cx="2514600" cy="685800"/>
          </a:xfrm>
          <a:prstGeom prst="line">
            <a:avLst/>
          </a:prstGeom>
          <a:ln w="9525" cap="flat" cmpd="sng">
            <a:solidFill>
              <a:schemeClr val="hlink"/>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3" name="直接连接符 100434"/>
          <p:cNvSpPr/>
          <p:nvPr/>
        </p:nvSpPr>
        <p:spPr>
          <a:xfrm flipH="1" flipV="1">
            <a:off x="6314902" y="4503738"/>
            <a:ext cx="2590800" cy="762000"/>
          </a:xfrm>
          <a:prstGeom prst="line">
            <a:avLst/>
          </a:prstGeom>
          <a:ln w="9525" cap="flat" cmpd="sng">
            <a:solidFill>
              <a:schemeClr val="hlink"/>
            </a:solidFill>
            <a:prstDash val="solid"/>
            <a:round/>
            <a:headEnd type="none" w="med" len="med"/>
            <a:tailEnd type="triangle" w="med" len="med"/>
          </a:ln>
        </p:spPr>
        <p:txBody>
          <a:bodyPr anchor="t"/>
          <a:lstStyle/>
          <a:p>
            <a:pPr algn="ctr"/>
            <a:endParaRPr lang="zh-CN" altLang="en-US">
              <a:latin typeface="Times New Roman" panose="02020603050405020304" pitchFamily="2" charset="0"/>
              <a:ea typeface="SimSun" panose="02010600030101010101" pitchFamily="2" charset="-122"/>
            </a:endParaRPr>
          </a:p>
        </p:txBody>
      </p:sp>
      <p:sp>
        <p:nvSpPr>
          <p:cNvPr id="84" name="文本框 100435"/>
          <p:cNvSpPr txBox="1"/>
          <p:nvPr/>
        </p:nvSpPr>
        <p:spPr>
          <a:xfrm>
            <a:off x="2812877" y="2217738"/>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85" name="文本框 100436"/>
          <p:cNvSpPr txBox="1"/>
          <p:nvPr/>
        </p:nvSpPr>
        <p:spPr>
          <a:xfrm>
            <a:off x="9077152" y="2217738"/>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86" name="文本框 100437"/>
          <p:cNvSpPr txBox="1"/>
          <p:nvPr/>
        </p:nvSpPr>
        <p:spPr>
          <a:xfrm>
            <a:off x="6257752" y="1455738"/>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87" name="文本框 100438"/>
          <p:cNvSpPr txBox="1"/>
          <p:nvPr/>
        </p:nvSpPr>
        <p:spPr>
          <a:xfrm>
            <a:off x="2793827" y="3513138"/>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88" name="文本框 100439"/>
          <p:cNvSpPr txBox="1"/>
          <p:nvPr/>
        </p:nvSpPr>
        <p:spPr>
          <a:xfrm>
            <a:off x="9058102" y="3513138"/>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89" name="文本框 100440"/>
          <p:cNvSpPr txBox="1"/>
          <p:nvPr/>
        </p:nvSpPr>
        <p:spPr>
          <a:xfrm>
            <a:off x="6238702" y="2751138"/>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
        <p:nvSpPr>
          <p:cNvPr id="90" name="文本框 100441"/>
          <p:cNvSpPr txBox="1"/>
          <p:nvPr/>
        </p:nvSpPr>
        <p:spPr>
          <a:xfrm>
            <a:off x="2793827" y="4808538"/>
            <a:ext cx="447675"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1</a:t>
            </a:r>
          </a:p>
        </p:txBody>
      </p:sp>
      <p:sp>
        <p:nvSpPr>
          <p:cNvPr id="91" name="文本框 100442"/>
          <p:cNvSpPr txBox="1"/>
          <p:nvPr/>
        </p:nvSpPr>
        <p:spPr>
          <a:xfrm>
            <a:off x="9058102" y="4808538"/>
            <a:ext cx="438150" cy="457200"/>
          </a:xfrm>
          <a:prstGeom prst="rect">
            <a:avLst/>
          </a:prstGeom>
          <a:noFill/>
          <a:ln w="9525">
            <a:noFill/>
          </a:ln>
        </p:spPr>
        <p:txBody>
          <a:bodyPr wrap="none"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a:t>
            </a:r>
          </a:p>
        </p:txBody>
      </p:sp>
      <p:sp>
        <p:nvSpPr>
          <p:cNvPr id="92" name="文本框 100443"/>
          <p:cNvSpPr txBox="1"/>
          <p:nvPr/>
        </p:nvSpPr>
        <p:spPr>
          <a:xfrm>
            <a:off x="6238702" y="4046538"/>
            <a:ext cx="914400" cy="457200"/>
          </a:xfrm>
          <a:prstGeom prst="rect">
            <a:avLst/>
          </a:prstGeom>
          <a:noFill/>
          <a:ln w="9525">
            <a:noFill/>
          </a:ln>
        </p:spPr>
        <p:txBody>
          <a:bodyPr anchor="t">
            <a:spAutoFit/>
          </a:bodyPr>
          <a:lstStyle/>
          <a:p>
            <a:r>
              <a:rPr lang="en-US" altLang="zh-CN">
                <a:latin typeface="Tahoma" panose="020B0604030504040204" pitchFamily="2" charset="0"/>
                <a:ea typeface="SimSun" panose="02010600030101010101" pitchFamily="2" charset="-122"/>
              </a:rPr>
              <a:t>v</a:t>
            </a:r>
            <a:r>
              <a:rPr lang="en-US" altLang="zh-CN" baseline="-25000">
                <a:latin typeface="Tahoma" panose="020B0604030504040204" pitchFamily="2" charset="0"/>
                <a:ea typeface="SimSun" panose="02010600030101010101" pitchFamily="2" charset="-122"/>
              </a:rPr>
              <a:t>k+1</a:t>
            </a:r>
          </a:p>
        </p:txBody>
      </p:sp>
    </p:spTree>
    <p:extLst>
      <p:ext uri="{BB962C8B-B14F-4D97-AF65-F5344CB8AC3E}">
        <p14:creationId xmlns:p14="http://schemas.microsoft.com/office/powerpoint/2010/main" val="1906963320"/>
      </p:ext>
    </p:extLst>
  </p:cSld>
  <p:clrMapOvr>
    <a:masterClrMapping/>
  </p:clrMapOvr>
  <p:transition spd="slow"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1F73715D-DCAB-4A29-8D77-D753DF8EFE32}"/>
              </a:ext>
            </a:extLst>
          </p:cNvPr>
          <p:cNvSpPr/>
          <p:nvPr/>
        </p:nvSpPr>
        <p:spPr>
          <a:xfrm>
            <a:off x="1634099" y="2985280"/>
            <a:ext cx="8768338" cy="954107"/>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00"/>
                </a:solidFill>
                <a:effectLst/>
                <a:uLnTx/>
                <a:uFillTx/>
                <a:latin typeface="Microsoft YaHei" panose="020B0503020204020204" charset="-122"/>
                <a:ea typeface="Microsoft YaHei" panose="020B0503020204020204" charset="-122"/>
              </a:rPr>
              <a:t>在任何</a:t>
            </a:r>
            <a:r>
              <a:rPr kumimoji="0" lang="en-US" altLang="zh-CN" sz="2800" b="0" i="0" u="none" strike="noStrike" kern="0" cap="none" spc="0" normalizeH="0" baseline="0" noProof="0" dirty="0">
                <a:ln>
                  <a:noFill/>
                </a:ln>
                <a:solidFill>
                  <a:srgbClr val="000000"/>
                </a:solidFill>
                <a:effectLst/>
                <a:uLnTx/>
                <a:uFillTx/>
                <a:latin typeface="Microsoft YaHei" panose="020B0503020204020204" charset="-122"/>
                <a:ea typeface="Microsoft YaHei" panose="020B0503020204020204" charset="-122"/>
              </a:rPr>
              <a:t>n (n≥2)</a:t>
            </a:r>
            <a:r>
              <a:rPr kumimoji="0" lang="zh-CN" altLang="en-US" sz="2800" b="0" i="0" u="none" strike="noStrike" kern="0" cap="none" spc="0" normalizeH="0" baseline="0" noProof="0" dirty="0">
                <a:ln>
                  <a:noFill/>
                </a:ln>
                <a:solidFill>
                  <a:srgbClr val="000000"/>
                </a:solidFill>
                <a:effectLst/>
                <a:uLnTx/>
                <a:uFillTx/>
                <a:latin typeface="Microsoft YaHei" panose="020B0503020204020204" charset="-122"/>
                <a:ea typeface="Microsoft YaHei" panose="020B0503020204020204" charset="-122"/>
              </a:rPr>
              <a:t>个结点的简单图</a:t>
            </a:r>
            <a:r>
              <a:rPr kumimoji="0" lang="en-US" altLang="zh-CN" sz="2800" b="0" i="0" u="none" strike="noStrike" kern="0" cap="none" spc="0" normalizeH="0" baseline="0" noProof="0" dirty="0">
                <a:ln>
                  <a:noFill/>
                </a:ln>
                <a:solidFill>
                  <a:srgbClr val="000000"/>
                </a:solidFill>
                <a:effectLst/>
                <a:uLnTx/>
                <a:uFillTx/>
                <a:latin typeface="Microsoft YaHei" panose="020B0503020204020204" charset="-122"/>
                <a:ea typeface="Microsoft YaHei" panose="020B0503020204020204" charset="-122"/>
              </a:rPr>
              <a:t>G</a:t>
            </a:r>
            <a:r>
              <a:rPr kumimoji="0" lang="zh-CN" altLang="en-US" sz="2800" b="0" i="0" u="none" strike="noStrike" kern="0" cap="none" spc="0" normalizeH="0" baseline="0" noProof="0" dirty="0">
                <a:ln>
                  <a:noFill/>
                </a:ln>
                <a:solidFill>
                  <a:srgbClr val="000000"/>
                </a:solidFill>
                <a:effectLst/>
                <a:uLnTx/>
                <a:uFillTx/>
                <a:latin typeface="Microsoft YaHei" panose="020B0503020204020204" charset="-122"/>
                <a:ea typeface="Microsoft YaHei" panose="020B0503020204020204" charset="-122"/>
              </a:rPr>
              <a:t>中，至少有两个结点具有相同的度。</a:t>
            </a:r>
            <a:endParaRPr kumimoji="0" lang="zh-CN" altLang="en-US" sz="2800" b="0" i="0" u="none" strike="noStrike" kern="0" cap="none" spc="0" normalizeH="0" baseline="0" noProof="0" dirty="0">
              <a:ln>
                <a:noFill/>
              </a:ln>
              <a:solidFill>
                <a:sysClr val="windowText" lastClr="000000"/>
              </a:solidFill>
              <a:effectLst/>
              <a:uLnTx/>
              <a:uFillTx/>
            </a:endParaRPr>
          </a:p>
        </p:txBody>
      </p:sp>
      <p:sp>
        <p:nvSpPr>
          <p:cNvPr id="5" name="矩形 4">
            <a:extLst>
              <a:ext uri="{FF2B5EF4-FFF2-40B4-BE49-F238E27FC236}">
                <a16:creationId xmlns:a16="http://schemas.microsoft.com/office/drawing/2014/main" id="{F8682686-F24E-4D11-A271-AC14E4BBD59C}"/>
              </a:ext>
            </a:extLst>
          </p:cNvPr>
          <p:cNvSpPr/>
          <p:nvPr/>
        </p:nvSpPr>
        <p:spPr>
          <a:xfrm>
            <a:off x="1571625" y="4282646"/>
            <a:ext cx="8830812" cy="1955215"/>
          </a:xfrm>
          <a:prstGeom prst="rect">
            <a:avLst/>
          </a:prstGeom>
        </p:spPr>
        <p:txBody>
          <a:bodyPr wrap="square">
            <a:spAutoFit/>
          </a:bodyPr>
          <a:lstStyle/>
          <a:p>
            <a:pPr marL="342900" lvl="0" indent="-342900" algn="just" eaLnBrk="0" fontAlgn="base" hangingPunct="0">
              <a:lnSpc>
                <a:spcPct val="150000"/>
              </a:lnSpc>
              <a:spcBef>
                <a:spcPct val="20000"/>
              </a:spcBef>
              <a:spcAft>
                <a:spcPct val="0"/>
              </a:spcAft>
              <a:buSzPct val="100000"/>
            </a:pPr>
            <a:r>
              <a:rPr lang="zh-CN" altLang="en-US" sz="2800" dirty="0">
                <a:solidFill>
                  <a:srgbClr val="000000"/>
                </a:solidFill>
                <a:latin typeface="Microsoft YaHei" panose="020B0503020204020204" charset="-122"/>
                <a:ea typeface="Microsoft YaHei" panose="020B0503020204020204" charset="-122"/>
              </a:rPr>
              <a:t>对</a:t>
            </a:r>
            <a:r>
              <a:rPr lang="en-US" altLang="zh-CN" sz="2800" dirty="0">
                <a:solidFill>
                  <a:srgbClr val="000000"/>
                </a:solidFill>
                <a:latin typeface="Microsoft YaHei" panose="020B0503020204020204" charset="-122"/>
                <a:ea typeface="Microsoft YaHei" panose="020B0503020204020204" charset="-122"/>
              </a:rPr>
              <a:t>K</a:t>
            </a:r>
            <a:r>
              <a:rPr lang="en-US" altLang="zh-CN" sz="2800" baseline="-25000" dirty="0">
                <a:solidFill>
                  <a:srgbClr val="000000"/>
                </a:solidFill>
                <a:latin typeface="Microsoft YaHei" panose="020B0503020204020204" charset="-122"/>
                <a:ea typeface="Microsoft YaHei" panose="020B0503020204020204" charset="-122"/>
              </a:rPr>
              <a:t>6</a:t>
            </a:r>
            <a:r>
              <a:rPr lang="zh-CN" altLang="en-US" sz="2800" dirty="0">
                <a:solidFill>
                  <a:srgbClr val="000000"/>
                </a:solidFill>
                <a:latin typeface="Microsoft YaHei" panose="020B0503020204020204" charset="-122"/>
                <a:ea typeface="Microsoft YaHei" panose="020B0503020204020204" charset="-122"/>
              </a:rPr>
              <a:t>的各边用红、蓝两色着色，每边仅着一种颜色，红、蓝任选。证明：无论怎样着色，图上总有一个红色边组成的</a:t>
            </a:r>
            <a:r>
              <a:rPr lang="en-US" altLang="zh-CN" sz="2800" dirty="0">
                <a:solidFill>
                  <a:srgbClr val="000000"/>
                </a:solidFill>
                <a:latin typeface="Microsoft YaHei" panose="020B0503020204020204" charset="-122"/>
                <a:ea typeface="Microsoft YaHei" panose="020B0503020204020204" charset="-122"/>
              </a:rPr>
              <a:t>K</a:t>
            </a:r>
            <a:r>
              <a:rPr lang="en-US" altLang="zh-CN" sz="2800" baseline="-25000" dirty="0">
                <a:solidFill>
                  <a:srgbClr val="000000"/>
                </a:solidFill>
                <a:latin typeface="Microsoft YaHei" panose="020B0503020204020204" charset="-122"/>
                <a:ea typeface="Microsoft YaHei" panose="020B0503020204020204" charset="-122"/>
              </a:rPr>
              <a:t>3</a:t>
            </a:r>
            <a:r>
              <a:rPr lang="zh-CN" altLang="en-US" sz="2800" dirty="0">
                <a:solidFill>
                  <a:srgbClr val="000000"/>
                </a:solidFill>
                <a:latin typeface="Microsoft YaHei" panose="020B0503020204020204" charset="-122"/>
                <a:ea typeface="Microsoft YaHei" panose="020B0503020204020204" charset="-122"/>
              </a:rPr>
              <a:t>或一个蓝色边组成的</a:t>
            </a:r>
            <a:r>
              <a:rPr lang="en-US" altLang="zh-CN" sz="2800" dirty="0">
                <a:solidFill>
                  <a:srgbClr val="000000"/>
                </a:solidFill>
                <a:latin typeface="Microsoft YaHei" panose="020B0503020204020204" charset="-122"/>
                <a:ea typeface="Microsoft YaHei" panose="020B0503020204020204" charset="-122"/>
              </a:rPr>
              <a:t>K</a:t>
            </a:r>
            <a:r>
              <a:rPr lang="en-US" altLang="zh-CN" sz="2800" baseline="-25000" dirty="0">
                <a:solidFill>
                  <a:srgbClr val="000000"/>
                </a:solidFill>
                <a:latin typeface="Microsoft YaHei" panose="020B0503020204020204" charset="-122"/>
                <a:ea typeface="Microsoft YaHei" panose="020B0503020204020204" charset="-122"/>
              </a:rPr>
              <a:t>3</a:t>
            </a:r>
            <a:r>
              <a:rPr lang="en-US" altLang="zh-CN" sz="2800" dirty="0">
                <a:solidFill>
                  <a:srgbClr val="000000"/>
                </a:solidFill>
                <a:latin typeface="Microsoft YaHei" panose="020B0503020204020204" charset="-122"/>
                <a:ea typeface="Microsoft YaHei" panose="020B0503020204020204" charset="-122"/>
              </a:rPr>
              <a:t>.</a:t>
            </a:r>
          </a:p>
        </p:txBody>
      </p:sp>
      <p:sp>
        <p:nvSpPr>
          <p:cNvPr id="4" name="矩形 3"/>
          <p:cNvSpPr/>
          <p:nvPr/>
        </p:nvSpPr>
        <p:spPr>
          <a:xfrm>
            <a:off x="1787109" y="1080238"/>
            <a:ext cx="8615328" cy="1384995"/>
          </a:xfrm>
          <a:prstGeom prst="rect">
            <a:avLst/>
          </a:prstGeom>
        </p:spPr>
        <p:txBody>
          <a:bodyPr wrap="square">
            <a:spAutoFit/>
          </a:bodyPr>
          <a:lstStyle/>
          <a:p>
            <a:r>
              <a:rPr lang="zh-CN" altLang="en-US" sz="2800" kern="0" dirty="0">
                <a:solidFill>
                  <a:srgbClr val="000000"/>
                </a:solidFill>
                <a:latin typeface="Microsoft YaHei" panose="020B0503020204020204" charset="-122"/>
                <a:ea typeface="Microsoft YaHei" panose="020B0503020204020204" charset="-122"/>
              </a:rPr>
              <a:t>在晚会上有</a:t>
            </a:r>
            <a:r>
              <a:rPr lang="en-US" altLang="zh-CN" sz="2800" kern="0" dirty="0">
                <a:solidFill>
                  <a:srgbClr val="000000"/>
                </a:solidFill>
                <a:latin typeface="Microsoft YaHei" panose="020B0503020204020204" charset="-122"/>
                <a:ea typeface="Microsoft YaHei" panose="020B0503020204020204" charset="-122"/>
              </a:rPr>
              <a:t>n</a:t>
            </a:r>
            <a:r>
              <a:rPr lang="zh-CN" altLang="en-US" sz="2800" kern="0" dirty="0">
                <a:solidFill>
                  <a:srgbClr val="000000"/>
                </a:solidFill>
                <a:latin typeface="Microsoft YaHei" panose="020B0503020204020204" charset="-122"/>
                <a:ea typeface="Microsoft YaHei" panose="020B0503020204020204" charset="-122"/>
              </a:rPr>
              <a:t>个人，他们各自与自己相识的人握一次手。已知每人与别人握手的次数都是奇数，问</a:t>
            </a:r>
            <a:r>
              <a:rPr lang="en-US" altLang="zh-CN" sz="2800" kern="0" dirty="0">
                <a:solidFill>
                  <a:srgbClr val="000000"/>
                </a:solidFill>
                <a:latin typeface="Microsoft YaHei" panose="020B0503020204020204" charset="-122"/>
                <a:ea typeface="Microsoft YaHei" panose="020B0503020204020204" charset="-122"/>
              </a:rPr>
              <a:t>n</a:t>
            </a:r>
            <a:r>
              <a:rPr lang="zh-CN" altLang="en-US" sz="2800" kern="0" dirty="0">
                <a:solidFill>
                  <a:srgbClr val="000000"/>
                </a:solidFill>
                <a:latin typeface="Microsoft YaHei" panose="020B0503020204020204" charset="-122"/>
                <a:ea typeface="Microsoft YaHei" panose="020B0503020204020204" charset="-122"/>
              </a:rPr>
              <a:t>是奇数还是偶数</a:t>
            </a:r>
            <a:r>
              <a:rPr lang="en-US" altLang="zh-CN" sz="2800" kern="0" dirty="0">
                <a:solidFill>
                  <a:srgbClr val="000000"/>
                </a:solidFill>
                <a:latin typeface="Microsoft YaHei" panose="020B0503020204020204" charset="-122"/>
                <a:ea typeface="Microsoft YaHei" panose="020B0503020204020204" charset="-122"/>
              </a:rPr>
              <a:t>?</a:t>
            </a:r>
            <a:endParaRPr lang="zh-CN" altLang="en-US" dirty="0"/>
          </a:p>
        </p:txBody>
      </p:sp>
    </p:spTree>
    <p:extLst>
      <p:ext uri="{BB962C8B-B14F-4D97-AF65-F5344CB8AC3E}">
        <p14:creationId xmlns:p14="http://schemas.microsoft.com/office/powerpoint/2010/main" val="422498877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62" name="Rectangle 2">
            <a:extLst>
              <a:ext uri="{FF2B5EF4-FFF2-40B4-BE49-F238E27FC236}">
                <a16:creationId xmlns:a16="http://schemas.microsoft.com/office/drawing/2014/main" id="{4BDD48EB-158E-45A8-95E7-28728F7BBC56}"/>
              </a:ext>
            </a:extLst>
          </p:cNvPr>
          <p:cNvSpPr txBox="1">
            <a:spLocks noChangeArrowheads="1"/>
          </p:cNvSpPr>
          <p:nvPr/>
        </p:nvSpPr>
        <p:spPr bwMode="auto">
          <a:xfrm>
            <a:off x="1571625" y="503339"/>
            <a:ext cx="5381625"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3200" b="1" kern="1200">
                <a:solidFill>
                  <a:srgbClr val="990000"/>
                </a:solidFill>
                <a:latin typeface="+mj-lt"/>
                <a:ea typeface="+mj-ea"/>
                <a:cs typeface="+mj-cs"/>
              </a:defRPr>
            </a:lvl1pPr>
            <a:lvl2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2pPr>
            <a:lvl3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3pPr>
            <a:lvl4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4pPr>
            <a:lvl5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5pPr>
            <a:lvl6pPr marL="4572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6pPr>
            <a:lvl7pPr marL="9144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7pPr>
            <a:lvl8pPr marL="13716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8pPr>
            <a:lvl9pPr marL="18288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9pPr>
          </a:lstStyle>
          <a:p>
            <a:r>
              <a:rPr lang="zh-CN" altLang="en-US" dirty="0">
                <a:latin typeface="黑体" panose="02010609060101010101" pitchFamily="49" charset="-122"/>
              </a:rPr>
              <a:t>欧拉图</a:t>
            </a:r>
          </a:p>
        </p:txBody>
      </p:sp>
      <p:sp>
        <p:nvSpPr>
          <p:cNvPr id="63" name="Rectangle 3">
            <a:extLst>
              <a:ext uri="{FF2B5EF4-FFF2-40B4-BE49-F238E27FC236}">
                <a16:creationId xmlns:a16="http://schemas.microsoft.com/office/drawing/2014/main" id="{A28BB81C-6FF0-4DD7-BA18-A462C684E923}"/>
              </a:ext>
            </a:extLst>
          </p:cNvPr>
          <p:cNvSpPr txBox="1">
            <a:spLocks noChangeArrowheads="1"/>
          </p:cNvSpPr>
          <p:nvPr/>
        </p:nvSpPr>
        <p:spPr bwMode="auto">
          <a:xfrm>
            <a:off x="1500187" y="1916214"/>
            <a:ext cx="8569325"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a:ln>
                  <a:noFill/>
                </a:ln>
                <a:solidFill>
                  <a:srgbClr val="990000"/>
                </a:solidFill>
                <a:effectLst/>
                <a:uLnTx/>
                <a:uFillTx/>
                <a:latin typeface="黑体" panose="02010609060101010101" pitchFamily="49" charset="-122"/>
                <a:ea typeface="宋体"/>
                <a:cs typeface="+mn-cs"/>
              </a:rPr>
              <a:t>研究方法</a:t>
            </a:r>
            <a:r>
              <a:rPr kumimoji="1" lang="en-US" altLang="zh-CN" sz="2400" b="1" i="0" u="none" strike="noStrike" kern="1200" cap="none" spc="0" normalizeH="0" baseline="0" noProof="0">
                <a:ln>
                  <a:noFill/>
                </a:ln>
                <a:solidFill>
                  <a:srgbClr val="003399"/>
                </a:solidFill>
                <a:effectLst/>
                <a:uLnTx/>
                <a:uFillTx/>
                <a:latin typeface="宋体" panose="02010600030101010101" pitchFamily="2" charset="-122"/>
                <a:ea typeface="宋体"/>
                <a:cs typeface="+mn-cs"/>
              </a:rPr>
              <a:t>——</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 </a:t>
            </a:r>
            <a:r>
              <a:rPr kumimoji="1" lang="zh-CN" altLang="en-US" sz="2400" b="1" i="0" u="none" strike="noStrike" kern="1200" cap="none" spc="0" normalizeH="0" baseline="0" noProof="0">
                <a:ln>
                  <a:noFill/>
                </a:ln>
                <a:solidFill>
                  <a:srgbClr val="6600FF"/>
                </a:solidFill>
                <a:effectLst/>
                <a:uLnTx/>
                <a:uFillTx/>
                <a:latin typeface="黑体" panose="02010609060101010101" pitchFamily="49" charset="-122"/>
                <a:ea typeface="宋体"/>
                <a:cs typeface="+mn-cs"/>
              </a:rPr>
              <a:t>抽象</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  用</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4</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个字母</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A</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B</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C</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D</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代表</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4</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个城区</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并用</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7</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条线表示</a:t>
            </a:r>
            <a:r>
              <a:rPr kumimoji="1" lang="en-US" altLang="zh-CN"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7</a:t>
            </a:r>
            <a:r>
              <a:rPr kumimoji="1" lang="zh-CN" altLang="en-US" sz="2400" b="1" i="0" u="none" strike="noStrike" kern="1200" cap="none" spc="0" normalizeH="0" baseline="0" noProof="0">
                <a:ln>
                  <a:noFill/>
                </a:ln>
                <a:solidFill>
                  <a:srgbClr val="003399"/>
                </a:solidFill>
                <a:effectLst/>
                <a:uLnTx/>
                <a:uFillTx/>
                <a:latin typeface="黑体" panose="02010609060101010101" pitchFamily="49" charset="-122"/>
                <a:ea typeface="宋体"/>
                <a:cs typeface="+mn-cs"/>
              </a:rPr>
              <a:t>座桥。</a:t>
            </a:r>
            <a:endParaRPr kumimoji="1" lang="zh-CN" altLang="en-US" sz="2000" b="1" i="0" u="none" strike="noStrike" kern="1200" cap="none" spc="0" normalizeH="0" baseline="0" noProof="0">
              <a:ln>
                <a:noFill/>
              </a:ln>
              <a:solidFill>
                <a:srgbClr val="003399"/>
              </a:solidFill>
              <a:effectLst/>
              <a:uLnTx/>
              <a:uFillTx/>
              <a:latin typeface="黑体" panose="02010609060101010101" pitchFamily="49" charset="-122"/>
              <a:ea typeface="宋体"/>
              <a:cs typeface="+mn-cs"/>
            </a:endParaRPr>
          </a:p>
        </p:txBody>
      </p:sp>
      <p:sp>
        <p:nvSpPr>
          <p:cNvPr id="64" name="Rectangle 47">
            <a:extLst>
              <a:ext uri="{FF2B5EF4-FFF2-40B4-BE49-F238E27FC236}">
                <a16:creationId xmlns:a16="http://schemas.microsoft.com/office/drawing/2014/main" id="{D7DD612D-F332-4925-8CFE-8B8C69865F77}"/>
              </a:ext>
            </a:extLst>
          </p:cNvPr>
          <p:cNvSpPr>
            <a:spLocks noChangeArrowheads="1"/>
          </p:cNvSpPr>
          <p:nvPr/>
        </p:nvSpPr>
        <p:spPr bwMode="auto">
          <a:xfrm>
            <a:off x="1427162" y="5589689"/>
            <a:ext cx="8569325"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lnSpc>
                <a:spcPct val="130000"/>
              </a:lnSpc>
              <a:spcBef>
                <a:spcPct val="20000"/>
              </a:spcBef>
              <a:buClr>
                <a:schemeClr val="bg1"/>
              </a:buClr>
              <a:buFont typeface="Symbol" panose="05050102010706020507" pitchFamily="18" charset="2"/>
              <a:defRPr kumimoji="1" sz="2800" b="1">
                <a:solidFill>
                  <a:srgbClr val="003399"/>
                </a:solidFill>
                <a:latin typeface="Comic Sans MS" panose="030F0702030302020204" pitchFamily="66" charset="0"/>
                <a:ea typeface="宋体" panose="02010600030101010101" pitchFamily="2" charset="-122"/>
              </a:defRPr>
            </a:lvl1pPr>
            <a:lvl2pPr marL="742950" indent="-285750" algn="l">
              <a:lnSpc>
                <a:spcPct val="130000"/>
              </a:lnSpc>
              <a:spcBef>
                <a:spcPct val="20000"/>
              </a:spcBef>
              <a:buClr>
                <a:schemeClr val="bg1"/>
              </a:buClr>
              <a:buChar char="–"/>
              <a:defRPr kumimoji="1" sz="2400" b="1">
                <a:solidFill>
                  <a:srgbClr val="003399"/>
                </a:solidFill>
                <a:latin typeface="Comic Sans MS" panose="030F0702030302020204" pitchFamily="66" charset="0"/>
                <a:ea typeface="黑体" panose="02010609060101010101" pitchFamily="49" charset="-122"/>
              </a:defRPr>
            </a:lvl2pPr>
            <a:lvl3pPr marL="1143000" indent="-228600" algn="l">
              <a:lnSpc>
                <a:spcPct val="130000"/>
              </a:lnSpc>
              <a:spcBef>
                <a:spcPct val="20000"/>
              </a:spcBef>
              <a:buClr>
                <a:schemeClr val="bg1"/>
              </a:buClr>
              <a:buChar char="•"/>
              <a:defRPr kumimoji="1" sz="2000" b="1">
                <a:solidFill>
                  <a:srgbClr val="003399"/>
                </a:solidFill>
                <a:latin typeface="Comic Sans MS" panose="030F0702030302020204" pitchFamily="66" charset="0"/>
                <a:ea typeface="黑体" panose="02010609060101010101" pitchFamily="49" charset="-122"/>
              </a:defRPr>
            </a:lvl3pPr>
            <a:lvl4pPr marL="1600200" indent="-228600" algn="l">
              <a:lnSpc>
                <a:spcPct val="130000"/>
              </a:lnSpc>
              <a:spcBef>
                <a:spcPct val="20000"/>
              </a:spcBef>
              <a:buClr>
                <a:schemeClr val="bg1"/>
              </a:buClr>
              <a:buChar char="–"/>
              <a:defRPr kumimoji="1" b="1">
                <a:solidFill>
                  <a:srgbClr val="003399"/>
                </a:solidFill>
                <a:latin typeface="Comic Sans MS" panose="030F0702030302020204" pitchFamily="66" charset="0"/>
                <a:ea typeface="黑体" panose="02010609060101010101" pitchFamily="49" charset="-122"/>
              </a:defRPr>
            </a:lvl4pPr>
            <a:lvl5pPr marL="2057400" indent="-228600" algn="l">
              <a:lnSpc>
                <a:spcPct val="130000"/>
              </a:lnSpc>
              <a:spcBef>
                <a:spcPct val="20000"/>
              </a:spcBef>
              <a:buClr>
                <a:schemeClr val="bg1"/>
              </a:buClr>
              <a:buChar char="•"/>
              <a:defRPr kumimoji="1" b="1">
                <a:solidFill>
                  <a:srgbClr val="003399"/>
                </a:solidFill>
                <a:latin typeface="Comic Sans MS" panose="030F0702030302020204" pitchFamily="66" charset="0"/>
                <a:ea typeface="黑体" panose="02010609060101010101" pitchFamily="49" charset="-122"/>
              </a:defRPr>
            </a:lvl5pPr>
            <a:lvl6pPr marL="2514600" indent="-228600" fontAlgn="base">
              <a:lnSpc>
                <a:spcPct val="130000"/>
              </a:lnSpc>
              <a:spcBef>
                <a:spcPct val="20000"/>
              </a:spcBef>
              <a:spcAft>
                <a:spcPct val="0"/>
              </a:spcAft>
              <a:buClr>
                <a:schemeClr val="bg1"/>
              </a:buClr>
              <a:buChar char="•"/>
              <a:defRPr kumimoji="1" b="1">
                <a:solidFill>
                  <a:srgbClr val="003399"/>
                </a:solidFill>
                <a:latin typeface="Comic Sans MS" panose="030F0702030302020204" pitchFamily="66" charset="0"/>
                <a:ea typeface="黑体" panose="02010609060101010101" pitchFamily="49" charset="-122"/>
              </a:defRPr>
            </a:lvl6pPr>
            <a:lvl7pPr marL="2971800" indent="-228600" fontAlgn="base">
              <a:lnSpc>
                <a:spcPct val="130000"/>
              </a:lnSpc>
              <a:spcBef>
                <a:spcPct val="20000"/>
              </a:spcBef>
              <a:spcAft>
                <a:spcPct val="0"/>
              </a:spcAft>
              <a:buClr>
                <a:schemeClr val="bg1"/>
              </a:buClr>
              <a:buChar char="•"/>
              <a:defRPr kumimoji="1" b="1">
                <a:solidFill>
                  <a:srgbClr val="003399"/>
                </a:solidFill>
                <a:latin typeface="Comic Sans MS" panose="030F0702030302020204" pitchFamily="66" charset="0"/>
                <a:ea typeface="黑体" panose="02010609060101010101" pitchFamily="49" charset="-122"/>
              </a:defRPr>
            </a:lvl7pPr>
            <a:lvl8pPr marL="3429000" indent="-228600" fontAlgn="base">
              <a:lnSpc>
                <a:spcPct val="130000"/>
              </a:lnSpc>
              <a:spcBef>
                <a:spcPct val="20000"/>
              </a:spcBef>
              <a:spcAft>
                <a:spcPct val="0"/>
              </a:spcAft>
              <a:buClr>
                <a:schemeClr val="bg1"/>
              </a:buClr>
              <a:buChar char="•"/>
              <a:defRPr kumimoji="1" b="1">
                <a:solidFill>
                  <a:srgbClr val="003399"/>
                </a:solidFill>
                <a:latin typeface="Comic Sans MS" panose="030F0702030302020204" pitchFamily="66" charset="0"/>
                <a:ea typeface="黑体" panose="02010609060101010101" pitchFamily="49" charset="-122"/>
              </a:defRPr>
            </a:lvl8pPr>
            <a:lvl9pPr marL="3886200" indent="-228600" fontAlgn="base">
              <a:lnSpc>
                <a:spcPct val="130000"/>
              </a:lnSpc>
              <a:spcBef>
                <a:spcPct val="20000"/>
              </a:spcBef>
              <a:spcAft>
                <a:spcPct val="0"/>
              </a:spcAft>
              <a:buClr>
                <a:schemeClr val="bg1"/>
              </a:buClr>
              <a:buChar char="•"/>
              <a:defRPr kumimoji="1" b="1">
                <a:solidFill>
                  <a:srgbClr val="003399"/>
                </a:solidFill>
                <a:latin typeface="Comic Sans MS" panose="030F0702030302020204" pitchFamily="66" charset="0"/>
                <a:ea typeface="黑体" panose="02010609060101010101" pitchFamily="49" charset="-122"/>
              </a:defRPr>
            </a:lvl9pPr>
          </a:lstStyle>
          <a:p>
            <a:pPr fontAlgn="base">
              <a:lnSpc>
                <a:spcPct val="110000"/>
              </a:lnSpc>
              <a:spcAft>
                <a:spcPct val="0"/>
              </a:spcAft>
              <a:buClr>
                <a:srgbClr val="6600FF"/>
              </a:buClr>
            </a:pPr>
            <a:r>
              <a:rPr lang="en-US" altLang="zh-CN">
                <a:latin typeface="黑体" panose="02010609060101010101" pitchFamily="49" charset="-122"/>
              </a:rPr>
              <a:t>  </a:t>
            </a:r>
            <a:r>
              <a:rPr lang="zh-CN" altLang="en-US">
                <a:latin typeface="黑体" panose="02010609060101010101" pitchFamily="49" charset="-122"/>
              </a:rPr>
              <a:t>从而将哥尼斯堡七桥问题抽象为一个</a:t>
            </a:r>
            <a:r>
              <a:rPr lang="zh-CN" altLang="en-US">
                <a:solidFill>
                  <a:srgbClr val="990000"/>
                </a:solidFill>
                <a:latin typeface="黑体" panose="02010609060101010101" pitchFamily="49" charset="-122"/>
              </a:rPr>
              <a:t>数学问题</a:t>
            </a:r>
            <a:r>
              <a:rPr lang="en-US" altLang="zh-CN">
                <a:latin typeface="黑体" panose="02010609060101010101" pitchFamily="49" charset="-122"/>
              </a:rPr>
              <a:t>:</a:t>
            </a:r>
            <a:r>
              <a:rPr lang="zh-CN" altLang="en-US">
                <a:latin typeface="黑体" panose="02010609060101010101" pitchFamily="49" charset="-122"/>
              </a:rPr>
              <a:t>即经过图中每边一次且仅一次的问题。</a:t>
            </a:r>
          </a:p>
        </p:txBody>
      </p:sp>
      <p:pic>
        <p:nvPicPr>
          <p:cNvPr id="65" name="Picture 49">
            <a:extLst>
              <a:ext uri="{FF2B5EF4-FFF2-40B4-BE49-F238E27FC236}">
                <a16:creationId xmlns:a16="http://schemas.microsoft.com/office/drawing/2014/main" id="{DDBA8A04-5B19-461F-B582-D5E3BAC5E4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2450" y="3367189"/>
            <a:ext cx="3638550" cy="1933575"/>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51">
            <a:extLst>
              <a:ext uri="{FF2B5EF4-FFF2-40B4-BE49-F238E27FC236}">
                <a16:creationId xmlns:a16="http://schemas.microsoft.com/office/drawing/2014/main" id="{BD325C18-8BE3-48E6-8B67-69113783EF11}"/>
              </a:ext>
            </a:extLst>
          </p:cNvPr>
          <p:cNvGrpSpPr>
            <a:grpSpLocks/>
          </p:cNvGrpSpPr>
          <p:nvPr/>
        </p:nvGrpSpPr>
        <p:grpSpPr bwMode="auto">
          <a:xfrm>
            <a:off x="5603875" y="3370364"/>
            <a:ext cx="3981450" cy="1930400"/>
            <a:chOff x="2789" y="1806"/>
            <a:chExt cx="2508" cy="1216"/>
          </a:xfrm>
        </p:grpSpPr>
        <p:grpSp>
          <p:nvGrpSpPr>
            <p:cNvPr id="67" name="Group 48">
              <a:extLst>
                <a:ext uri="{FF2B5EF4-FFF2-40B4-BE49-F238E27FC236}">
                  <a16:creationId xmlns:a16="http://schemas.microsoft.com/office/drawing/2014/main" id="{F5EFB704-65ED-4717-B2B4-3E855BCC52E3}"/>
                </a:ext>
              </a:extLst>
            </p:cNvPr>
            <p:cNvGrpSpPr>
              <a:grpSpLocks/>
            </p:cNvGrpSpPr>
            <p:nvPr/>
          </p:nvGrpSpPr>
          <p:grpSpPr bwMode="auto">
            <a:xfrm>
              <a:off x="3651" y="1806"/>
              <a:ext cx="1646" cy="1216"/>
              <a:chOff x="4114" y="0"/>
              <a:chExt cx="1646" cy="1216"/>
            </a:xfrm>
          </p:grpSpPr>
          <p:sp>
            <p:nvSpPr>
              <p:cNvPr id="69" name="Text Box 25">
                <a:extLst>
                  <a:ext uri="{FF2B5EF4-FFF2-40B4-BE49-F238E27FC236}">
                    <a16:creationId xmlns:a16="http://schemas.microsoft.com/office/drawing/2014/main" id="{2FD967DD-E5A9-44FF-B99B-3C1BE77815B0}"/>
                  </a:ext>
                </a:extLst>
              </p:cNvPr>
              <p:cNvSpPr txBox="1">
                <a:spLocks noChangeArrowheads="1"/>
              </p:cNvSpPr>
              <p:nvPr/>
            </p:nvSpPr>
            <p:spPr bwMode="auto">
              <a:xfrm>
                <a:off x="4114" y="0"/>
                <a:ext cx="1646" cy="1216"/>
              </a:xfrm>
              <a:prstGeom prst="rect">
                <a:avLst/>
              </a:prstGeom>
              <a:solidFill>
                <a:srgbClr val="FFCC66"/>
              </a:solidFill>
              <a:ln w="12700" cap="sq">
                <a:solidFill>
                  <a:srgbClr val="EAEAEA"/>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EAEAEA"/>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EAEAEA"/>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EAEAEA"/>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EAEAEA"/>
                  </a:solidFill>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400" b="0" i="0" u="none" strike="noStrike" kern="0" cap="none" spc="0" normalizeH="0" baseline="0" noProof="0">
                  <a:ln>
                    <a:noFill/>
                  </a:ln>
                  <a:solidFill>
                    <a:srgbClr val="EAEAEA"/>
                  </a:solidFill>
                  <a:effectLst/>
                  <a:uLnTx/>
                  <a:uFillTx/>
                  <a:latin typeface="Times New Roman" panose="02020603050405020304" pitchFamily="18" charset="0"/>
                  <a:ea typeface="宋体" panose="02010600030101010101" pitchFamily="2" charset="-122"/>
                </a:endParaRPr>
              </a:p>
            </p:txBody>
          </p:sp>
          <p:grpSp>
            <p:nvGrpSpPr>
              <p:cNvPr id="70" name="Group 26">
                <a:extLst>
                  <a:ext uri="{FF2B5EF4-FFF2-40B4-BE49-F238E27FC236}">
                    <a16:creationId xmlns:a16="http://schemas.microsoft.com/office/drawing/2014/main" id="{CCAA546B-FC83-4E1B-B46C-4956E2FF3CC0}"/>
                  </a:ext>
                </a:extLst>
              </p:cNvPr>
              <p:cNvGrpSpPr>
                <a:grpSpLocks/>
              </p:cNvGrpSpPr>
              <p:nvPr/>
            </p:nvGrpSpPr>
            <p:grpSpPr bwMode="auto">
              <a:xfrm>
                <a:off x="4320" y="14"/>
                <a:ext cx="1440" cy="1186"/>
                <a:chOff x="3060" y="1665"/>
                <a:chExt cx="2880" cy="2739"/>
              </a:xfrm>
            </p:grpSpPr>
            <p:grpSp>
              <p:nvGrpSpPr>
                <p:cNvPr id="71" name="Group 27">
                  <a:extLst>
                    <a:ext uri="{FF2B5EF4-FFF2-40B4-BE49-F238E27FC236}">
                      <a16:creationId xmlns:a16="http://schemas.microsoft.com/office/drawing/2014/main" id="{A80A50C9-0614-4F7F-896F-7572FA9C5F0B}"/>
                    </a:ext>
                  </a:extLst>
                </p:cNvPr>
                <p:cNvGrpSpPr>
                  <a:grpSpLocks/>
                </p:cNvGrpSpPr>
                <p:nvPr/>
              </p:nvGrpSpPr>
              <p:grpSpPr bwMode="auto">
                <a:xfrm>
                  <a:off x="3060" y="1665"/>
                  <a:ext cx="2880" cy="2739"/>
                  <a:chOff x="3060" y="1203"/>
                  <a:chExt cx="2880" cy="2739"/>
                </a:xfrm>
              </p:grpSpPr>
              <p:grpSp>
                <p:nvGrpSpPr>
                  <p:cNvPr id="76" name="Group 28">
                    <a:extLst>
                      <a:ext uri="{FF2B5EF4-FFF2-40B4-BE49-F238E27FC236}">
                        <a16:creationId xmlns:a16="http://schemas.microsoft.com/office/drawing/2014/main" id="{3DE1F695-09BE-4900-8341-B24F8A886F2D}"/>
                      </a:ext>
                    </a:extLst>
                  </p:cNvPr>
                  <p:cNvGrpSpPr>
                    <a:grpSpLocks/>
                  </p:cNvGrpSpPr>
                  <p:nvPr/>
                </p:nvGrpSpPr>
                <p:grpSpPr bwMode="auto">
                  <a:xfrm>
                    <a:off x="3220" y="1812"/>
                    <a:ext cx="2086" cy="1806"/>
                    <a:chOff x="2725" y="1581"/>
                    <a:chExt cx="2540" cy="2199"/>
                  </a:xfrm>
                </p:grpSpPr>
                <p:grpSp>
                  <p:nvGrpSpPr>
                    <p:cNvPr id="81" name="Group 29">
                      <a:extLst>
                        <a:ext uri="{FF2B5EF4-FFF2-40B4-BE49-F238E27FC236}">
                          <a16:creationId xmlns:a16="http://schemas.microsoft.com/office/drawing/2014/main" id="{85D64541-3196-478B-AB24-DB5F888EB100}"/>
                        </a:ext>
                      </a:extLst>
                    </p:cNvPr>
                    <p:cNvGrpSpPr>
                      <a:grpSpLocks/>
                    </p:cNvGrpSpPr>
                    <p:nvPr/>
                  </p:nvGrpSpPr>
                  <p:grpSpPr bwMode="auto">
                    <a:xfrm>
                      <a:off x="2725" y="1697"/>
                      <a:ext cx="769" cy="1927"/>
                      <a:chOff x="2725" y="1697"/>
                      <a:chExt cx="924" cy="2314"/>
                    </a:xfrm>
                  </p:grpSpPr>
                  <p:grpSp>
                    <p:nvGrpSpPr>
                      <p:cNvPr id="85" name="Group 30">
                        <a:extLst>
                          <a:ext uri="{FF2B5EF4-FFF2-40B4-BE49-F238E27FC236}">
                            <a16:creationId xmlns:a16="http://schemas.microsoft.com/office/drawing/2014/main" id="{8496AF9D-CBF6-4A59-B3CF-88FD3FD66CBE}"/>
                          </a:ext>
                        </a:extLst>
                      </p:cNvPr>
                      <p:cNvGrpSpPr>
                        <a:grpSpLocks/>
                      </p:cNvGrpSpPr>
                      <p:nvPr/>
                    </p:nvGrpSpPr>
                    <p:grpSpPr bwMode="auto">
                      <a:xfrm>
                        <a:off x="2725" y="1697"/>
                        <a:ext cx="919" cy="991"/>
                        <a:chOff x="2725" y="1873"/>
                        <a:chExt cx="919" cy="991"/>
                      </a:xfrm>
                    </p:grpSpPr>
                    <p:sp>
                      <p:nvSpPr>
                        <p:cNvPr id="89" name="Arc 31">
                          <a:extLst>
                            <a:ext uri="{FF2B5EF4-FFF2-40B4-BE49-F238E27FC236}">
                              <a16:creationId xmlns:a16="http://schemas.microsoft.com/office/drawing/2014/main" id="{3A83B791-A642-4650-8A4C-1993850A4128}"/>
                            </a:ext>
                          </a:extLst>
                        </p:cNvPr>
                        <p:cNvSpPr>
                          <a:spLocks/>
                        </p:cNvSpPr>
                        <p:nvPr/>
                      </p:nvSpPr>
                      <p:spPr bwMode="auto">
                        <a:xfrm rot="-8238502">
                          <a:off x="2725" y="1880"/>
                          <a:ext cx="900" cy="974"/>
                        </a:xfrm>
                        <a:custGeom>
                          <a:avLst/>
                          <a:gdLst>
                            <a:gd name="G0" fmla="+- 0 0 0"/>
                            <a:gd name="G1" fmla="+- 21600 0 0"/>
                            <a:gd name="G2" fmla="+- 21600 0 0"/>
                            <a:gd name="T0" fmla="*/ 0 w 21600"/>
                            <a:gd name="T1" fmla="*/ 0 h 23386"/>
                            <a:gd name="T2" fmla="*/ 21526 w 21600"/>
                            <a:gd name="T3" fmla="*/ 23386 h 23386"/>
                            <a:gd name="T4" fmla="*/ 0 w 21600"/>
                            <a:gd name="T5" fmla="*/ 21600 h 23386"/>
                          </a:gdLst>
                          <a:ahLst/>
                          <a:cxnLst>
                            <a:cxn ang="0">
                              <a:pos x="T0" y="T1"/>
                            </a:cxn>
                            <a:cxn ang="0">
                              <a:pos x="T2" y="T3"/>
                            </a:cxn>
                            <a:cxn ang="0">
                              <a:pos x="T4" y="T5"/>
                            </a:cxn>
                          </a:cxnLst>
                          <a:rect l="0" t="0" r="r" b="b"/>
                          <a:pathLst>
                            <a:path w="21600" h="23386" fill="none" extrusionOk="0">
                              <a:moveTo>
                                <a:pt x="-1" y="0"/>
                              </a:moveTo>
                              <a:cubicBezTo>
                                <a:pt x="11929" y="0"/>
                                <a:pt x="21600" y="9670"/>
                                <a:pt x="21600" y="21600"/>
                              </a:cubicBezTo>
                              <a:cubicBezTo>
                                <a:pt x="21600" y="22196"/>
                                <a:pt x="21575" y="22791"/>
                                <a:pt x="21526" y="23386"/>
                              </a:cubicBezTo>
                            </a:path>
                            <a:path w="21600" h="23386" stroke="0" extrusionOk="0">
                              <a:moveTo>
                                <a:pt x="-1" y="0"/>
                              </a:moveTo>
                              <a:cubicBezTo>
                                <a:pt x="11929" y="0"/>
                                <a:pt x="21600" y="9670"/>
                                <a:pt x="21600" y="21600"/>
                              </a:cubicBezTo>
                              <a:cubicBezTo>
                                <a:pt x="21600" y="22196"/>
                                <a:pt x="21575" y="22791"/>
                                <a:pt x="21526" y="23386"/>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0" name="Arc 32">
                          <a:extLst>
                            <a:ext uri="{FF2B5EF4-FFF2-40B4-BE49-F238E27FC236}">
                              <a16:creationId xmlns:a16="http://schemas.microsoft.com/office/drawing/2014/main" id="{AA82AB28-B231-437D-A9A5-DC9F4537C1A9}"/>
                            </a:ext>
                          </a:extLst>
                        </p:cNvPr>
                        <p:cNvSpPr>
                          <a:spLocks/>
                        </p:cNvSpPr>
                        <p:nvPr/>
                      </p:nvSpPr>
                      <p:spPr bwMode="auto">
                        <a:xfrm rot="8238502" flipH="1">
                          <a:off x="2744" y="1873"/>
                          <a:ext cx="900" cy="991"/>
                        </a:xfrm>
                        <a:custGeom>
                          <a:avLst/>
                          <a:gdLst>
                            <a:gd name="G0" fmla="+- 0 0 0"/>
                            <a:gd name="G1" fmla="+- 21600 0 0"/>
                            <a:gd name="G2" fmla="+- 21600 0 0"/>
                            <a:gd name="T0" fmla="*/ 0 w 21600"/>
                            <a:gd name="T1" fmla="*/ 0 h 23791"/>
                            <a:gd name="T2" fmla="*/ 21489 w 21600"/>
                            <a:gd name="T3" fmla="*/ 23791 h 23791"/>
                            <a:gd name="T4" fmla="*/ 0 w 21600"/>
                            <a:gd name="T5" fmla="*/ 21600 h 23791"/>
                          </a:gdLst>
                          <a:ahLst/>
                          <a:cxnLst>
                            <a:cxn ang="0">
                              <a:pos x="T0" y="T1"/>
                            </a:cxn>
                            <a:cxn ang="0">
                              <a:pos x="T2" y="T3"/>
                            </a:cxn>
                            <a:cxn ang="0">
                              <a:pos x="T4" y="T5"/>
                            </a:cxn>
                          </a:cxnLst>
                          <a:rect l="0" t="0" r="r" b="b"/>
                          <a:pathLst>
                            <a:path w="21600" h="23791" fill="none" extrusionOk="0">
                              <a:moveTo>
                                <a:pt x="-1" y="0"/>
                              </a:moveTo>
                              <a:cubicBezTo>
                                <a:pt x="11929" y="0"/>
                                <a:pt x="21600" y="9670"/>
                                <a:pt x="21600" y="21600"/>
                              </a:cubicBezTo>
                              <a:cubicBezTo>
                                <a:pt x="21600" y="22331"/>
                                <a:pt x="21562" y="23062"/>
                                <a:pt x="21488" y="23790"/>
                              </a:cubicBezTo>
                            </a:path>
                            <a:path w="21600" h="23791" stroke="0" extrusionOk="0">
                              <a:moveTo>
                                <a:pt x="-1" y="0"/>
                              </a:moveTo>
                              <a:cubicBezTo>
                                <a:pt x="11929" y="0"/>
                                <a:pt x="21600" y="9670"/>
                                <a:pt x="21600" y="21600"/>
                              </a:cubicBezTo>
                              <a:cubicBezTo>
                                <a:pt x="21600" y="22331"/>
                                <a:pt x="21562" y="23062"/>
                                <a:pt x="21488" y="23790"/>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86" name="Group 33">
                        <a:extLst>
                          <a:ext uri="{FF2B5EF4-FFF2-40B4-BE49-F238E27FC236}">
                            <a16:creationId xmlns:a16="http://schemas.microsoft.com/office/drawing/2014/main" id="{45C20015-30E4-4B1C-AEC9-6944C0FA3121}"/>
                          </a:ext>
                        </a:extLst>
                      </p:cNvPr>
                      <p:cNvGrpSpPr>
                        <a:grpSpLocks/>
                      </p:cNvGrpSpPr>
                      <p:nvPr/>
                    </p:nvGrpSpPr>
                    <p:grpSpPr bwMode="auto">
                      <a:xfrm>
                        <a:off x="2730" y="3020"/>
                        <a:ext cx="919" cy="991"/>
                        <a:chOff x="2725" y="1873"/>
                        <a:chExt cx="919" cy="991"/>
                      </a:xfrm>
                    </p:grpSpPr>
                    <p:sp>
                      <p:nvSpPr>
                        <p:cNvPr id="87" name="Arc 34">
                          <a:extLst>
                            <a:ext uri="{FF2B5EF4-FFF2-40B4-BE49-F238E27FC236}">
                              <a16:creationId xmlns:a16="http://schemas.microsoft.com/office/drawing/2014/main" id="{AC5FE230-4EEE-452C-83F8-A0DC58F617B5}"/>
                            </a:ext>
                          </a:extLst>
                        </p:cNvPr>
                        <p:cNvSpPr>
                          <a:spLocks/>
                        </p:cNvSpPr>
                        <p:nvPr/>
                      </p:nvSpPr>
                      <p:spPr bwMode="auto">
                        <a:xfrm rot="-8238502">
                          <a:off x="2725" y="1880"/>
                          <a:ext cx="900" cy="974"/>
                        </a:xfrm>
                        <a:custGeom>
                          <a:avLst/>
                          <a:gdLst>
                            <a:gd name="G0" fmla="+- 0 0 0"/>
                            <a:gd name="G1" fmla="+- 21600 0 0"/>
                            <a:gd name="G2" fmla="+- 21600 0 0"/>
                            <a:gd name="T0" fmla="*/ 0 w 21600"/>
                            <a:gd name="T1" fmla="*/ 0 h 23386"/>
                            <a:gd name="T2" fmla="*/ 21526 w 21600"/>
                            <a:gd name="T3" fmla="*/ 23386 h 23386"/>
                            <a:gd name="T4" fmla="*/ 0 w 21600"/>
                            <a:gd name="T5" fmla="*/ 21600 h 23386"/>
                          </a:gdLst>
                          <a:ahLst/>
                          <a:cxnLst>
                            <a:cxn ang="0">
                              <a:pos x="T0" y="T1"/>
                            </a:cxn>
                            <a:cxn ang="0">
                              <a:pos x="T2" y="T3"/>
                            </a:cxn>
                            <a:cxn ang="0">
                              <a:pos x="T4" y="T5"/>
                            </a:cxn>
                          </a:cxnLst>
                          <a:rect l="0" t="0" r="r" b="b"/>
                          <a:pathLst>
                            <a:path w="21600" h="23386" fill="none" extrusionOk="0">
                              <a:moveTo>
                                <a:pt x="-1" y="0"/>
                              </a:moveTo>
                              <a:cubicBezTo>
                                <a:pt x="11929" y="0"/>
                                <a:pt x="21600" y="9670"/>
                                <a:pt x="21600" y="21600"/>
                              </a:cubicBezTo>
                              <a:cubicBezTo>
                                <a:pt x="21600" y="22196"/>
                                <a:pt x="21575" y="22791"/>
                                <a:pt x="21526" y="23386"/>
                              </a:cubicBezTo>
                            </a:path>
                            <a:path w="21600" h="23386" stroke="0" extrusionOk="0">
                              <a:moveTo>
                                <a:pt x="-1" y="0"/>
                              </a:moveTo>
                              <a:cubicBezTo>
                                <a:pt x="11929" y="0"/>
                                <a:pt x="21600" y="9670"/>
                                <a:pt x="21600" y="21600"/>
                              </a:cubicBezTo>
                              <a:cubicBezTo>
                                <a:pt x="21600" y="22196"/>
                                <a:pt x="21575" y="22791"/>
                                <a:pt x="21526" y="23386"/>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8" name="Arc 35">
                          <a:extLst>
                            <a:ext uri="{FF2B5EF4-FFF2-40B4-BE49-F238E27FC236}">
                              <a16:creationId xmlns:a16="http://schemas.microsoft.com/office/drawing/2014/main" id="{EE92BCD8-6C14-4F75-80D8-6455E84EEA30}"/>
                            </a:ext>
                          </a:extLst>
                        </p:cNvPr>
                        <p:cNvSpPr>
                          <a:spLocks/>
                        </p:cNvSpPr>
                        <p:nvPr/>
                      </p:nvSpPr>
                      <p:spPr bwMode="auto">
                        <a:xfrm rot="8238502" flipH="1">
                          <a:off x="2744" y="1873"/>
                          <a:ext cx="900" cy="991"/>
                        </a:xfrm>
                        <a:custGeom>
                          <a:avLst/>
                          <a:gdLst>
                            <a:gd name="G0" fmla="+- 0 0 0"/>
                            <a:gd name="G1" fmla="+- 21600 0 0"/>
                            <a:gd name="G2" fmla="+- 21600 0 0"/>
                            <a:gd name="T0" fmla="*/ 0 w 21600"/>
                            <a:gd name="T1" fmla="*/ 0 h 23791"/>
                            <a:gd name="T2" fmla="*/ 21489 w 21600"/>
                            <a:gd name="T3" fmla="*/ 23791 h 23791"/>
                            <a:gd name="T4" fmla="*/ 0 w 21600"/>
                            <a:gd name="T5" fmla="*/ 21600 h 23791"/>
                          </a:gdLst>
                          <a:ahLst/>
                          <a:cxnLst>
                            <a:cxn ang="0">
                              <a:pos x="T0" y="T1"/>
                            </a:cxn>
                            <a:cxn ang="0">
                              <a:pos x="T2" y="T3"/>
                            </a:cxn>
                            <a:cxn ang="0">
                              <a:pos x="T4" y="T5"/>
                            </a:cxn>
                          </a:cxnLst>
                          <a:rect l="0" t="0" r="r" b="b"/>
                          <a:pathLst>
                            <a:path w="21600" h="23791" fill="none" extrusionOk="0">
                              <a:moveTo>
                                <a:pt x="-1" y="0"/>
                              </a:moveTo>
                              <a:cubicBezTo>
                                <a:pt x="11929" y="0"/>
                                <a:pt x="21600" y="9670"/>
                                <a:pt x="21600" y="21600"/>
                              </a:cubicBezTo>
                              <a:cubicBezTo>
                                <a:pt x="21600" y="22331"/>
                                <a:pt x="21562" y="23062"/>
                                <a:pt x="21488" y="23790"/>
                              </a:cubicBezTo>
                            </a:path>
                            <a:path w="21600" h="23791" stroke="0" extrusionOk="0">
                              <a:moveTo>
                                <a:pt x="-1" y="0"/>
                              </a:moveTo>
                              <a:cubicBezTo>
                                <a:pt x="11929" y="0"/>
                                <a:pt x="21600" y="9670"/>
                                <a:pt x="21600" y="21600"/>
                              </a:cubicBezTo>
                              <a:cubicBezTo>
                                <a:pt x="21600" y="22331"/>
                                <a:pt x="21562" y="23062"/>
                                <a:pt x="21488" y="23790"/>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82" name="Line 36">
                      <a:extLst>
                        <a:ext uri="{FF2B5EF4-FFF2-40B4-BE49-F238E27FC236}">
                          <a16:creationId xmlns:a16="http://schemas.microsoft.com/office/drawing/2014/main" id="{6D2B5614-9EC1-4DA0-9ABC-1E870B6F0BB4}"/>
                        </a:ext>
                      </a:extLst>
                    </p:cNvPr>
                    <p:cNvSpPr>
                      <a:spLocks noChangeShapeType="1"/>
                    </p:cNvSpPr>
                    <p:nvPr/>
                  </p:nvSpPr>
                  <p:spPr bwMode="auto">
                    <a:xfrm>
                      <a:off x="3120" y="2673"/>
                      <a:ext cx="21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Line 37">
                      <a:extLst>
                        <a:ext uri="{FF2B5EF4-FFF2-40B4-BE49-F238E27FC236}">
                          <a16:creationId xmlns:a16="http://schemas.microsoft.com/office/drawing/2014/main" id="{C7B02F68-8EE4-405E-9367-142E0EEC6BA7}"/>
                        </a:ext>
                      </a:extLst>
                    </p:cNvPr>
                    <p:cNvSpPr>
                      <a:spLocks noChangeShapeType="1"/>
                    </p:cNvSpPr>
                    <p:nvPr/>
                  </p:nvSpPr>
                  <p:spPr bwMode="auto">
                    <a:xfrm>
                      <a:off x="3105" y="1581"/>
                      <a:ext cx="2160" cy="10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4" name="Line 38">
                      <a:extLst>
                        <a:ext uri="{FF2B5EF4-FFF2-40B4-BE49-F238E27FC236}">
                          <a16:creationId xmlns:a16="http://schemas.microsoft.com/office/drawing/2014/main" id="{0E223FCA-A1FF-4269-B131-109719D884B5}"/>
                        </a:ext>
                      </a:extLst>
                    </p:cNvPr>
                    <p:cNvSpPr>
                      <a:spLocks noChangeShapeType="1"/>
                    </p:cNvSpPr>
                    <p:nvPr/>
                  </p:nvSpPr>
                  <p:spPr bwMode="auto">
                    <a:xfrm flipH="1">
                      <a:off x="3090" y="2688"/>
                      <a:ext cx="2160" cy="10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77" name="Text Box 39">
                    <a:extLst>
                      <a:ext uri="{FF2B5EF4-FFF2-40B4-BE49-F238E27FC236}">
                        <a16:creationId xmlns:a16="http://schemas.microsoft.com/office/drawing/2014/main" id="{F6C7918C-720B-40A3-A070-95CE2427D798}"/>
                      </a:ext>
                    </a:extLst>
                  </p:cNvPr>
                  <p:cNvSpPr txBox="1">
                    <a:spLocks noChangeArrowheads="1"/>
                  </p:cNvSpPr>
                  <p:nvPr/>
                </p:nvSpPr>
                <p:spPr bwMode="auto">
                  <a:xfrm>
                    <a:off x="3330" y="1203"/>
                    <a:ext cx="63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srgbClr val="6600FF"/>
                        </a:solidFill>
                        <a:effectLst/>
                        <a:uLnTx/>
                        <a:uFillTx/>
                        <a:latin typeface="Times New Roman" panose="02020603050405020304" pitchFamily="18" charset="0"/>
                        <a:ea typeface="Arial Unicode MS" pitchFamily="34" charset="-122"/>
                      </a:rPr>
                      <a:t>A</a:t>
                    </a:r>
                    <a:endParaRPr kumimoji="0" lang="en-US" altLang="zh-CN" sz="1000" b="0"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zh-CN" sz="1200" b="0" i="0" u="none" strike="noStrike" kern="0" cap="none" spc="0" normalizeH="0" baseline="0" noProof="0">
                      <a:ln>
                        <a:noFill/>
                      </a:ln>
                      <a:solidFill>
                        <a:srgbClr val="6600FF"/>
                      </a:solidFill>
                      <a:effectLst/>
                      <a:uLnTx/>
                      <a:uFillTx/>
                      <a:latin typeface="Arial Unicode MS" pitchFamily="34" charset="-122"/>
                      <a:ea typeface="Arial Unicode MS" pitchFamily="34" charset="-122"/>
                    </a:endParaRPr>
                  </a:p>
                </p:txBody>
              </p:sp>
              <p:sp>
                <p:nvSpPr>
                  <p:cNvPr id="78" name="Text Box 40">
                    <a:extLst>
                      <a:ext uri="{FF2B5EF4-FFF2-40B4-BE49-F238E27FC236}">
                        <a16:creationId xmlns:a16="http://schemas.microsoft.com/office/drawing/2014/main" id="{E7219BEC-3F81-4E13-A480-C3D06A7CA644}"/>
                      </a:ext>
                    </a:extLst>
                  </p:cNvPr>
                  <p:cNvSpPr txBox="1">
                    <a:spLocks noChangeArrowheads="1"/>
                  </p:cNvSpPr>
                  <p:nvPr/>
                </p:nvSpPr>
                <p:spPr bwMode="auto">
                  <a:xfrm>
                    <a:off x="3282" y="3402"/>
                    <a:ext cx="588"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en-US" altLang="zh-CN" sz="1400" b="1"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endParaRPr>
                  </a:p>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rPr>
                      <a:t>C</a:t>
                    </a:r>
                    <a:endParaRPr kumimoji="0" lang="en-US" altLang="zh-CN" sz="1000" b="0"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zh-CN" sz="1200" b="0" i="0" u="none" strike="noStrike" kern="0" cap="none" spc="0" normalizeH="0" baseline="0" noProof="0">
                      <a:ln>
                        <a:noFill/>
                      </a:ln>
                      <a:solidFill>
                        <a:srgbClr val="EAEAEA"/>
                      </a:solidFill>
                      <a:effectLst/>
                      <a:uLnTx/>
                      <a:uFillTx/>
                      <a:latin typeface="Arial Unicode MS" pitchFamily="34" charset="-122"/>
                      <a:ea typeface="Arial Unicode MS" pitchFamily="34" charset="-122"/>
                    </a:endParaRPr>
                  </a:p>
                </p:txBody>
              </p:sp>
              <p:sp>
                <p:nvSpPr>
                  <p:cNvPr id="79" name="Text Box 41">
                    <a:extLst>
                      <a:ext uri="{FF2B5EF4-FFF2-40B4-BE49-F238E27FC236}">
                        <a16:creationId xmlns:a16="http://schemas.microsoft.com/office/drawing/2014/main" id="{3264A40D-A7B8-44CA-A61C-4B892357C1FA}"/>
                      </a:ext>
                    </a:extLst>
                  </p:cNvPr>
                  <p:cNvSpPr txBox="1">
                    <a:spLocks noChangeArrowheads="1"/>
                  </p:cNvSpPr>
                  <p:nvPr/>
                </p:nvSpPr>
                <p:spPr bwMode="auto">
                  <a:xfrm>
                    <a:off x="5269" y="2352"/>
                    <a:ext cx="671"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rPr>
                      <a:t>D</a:t>
                    </a:r>
                    <a:endParaRPr kumimoji="0" lang="en-US" altLang="zh-CN" sz="1000" b="0"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zh-CN" sz="1200" b="0" i="0" u="none" strike="noStrike" kern="0" cap="none" spc="0" normalizeH="0" baseline="0" noProof="0">
                      <a:ln>
                        <a:noFill/>
                      </a:ln>
                      <a:solidFill>
                        <a:srgbClr val="EAEAEA"/>
                      </a:solidFill>
                      <a:effectLst/>
                      <a:uLnTx/>
                      <a:uFillTx/>
                      <a:latin typeface="Arial Unicode MS" pitchFamily="34" charset="-122"/>
                      <a:ea typeface="Arial Unicode MS" pitchFamily="34" charset="-122"/>
                    </a:endParaRPr>
                  </a:p>
                </p:txBody>
              </p:sp>
              <p:sp>
                <p:nvSpPr>
                  <p:cNvPr id="80" name="Text Box 42">
                    <a:extLst>
                      <a:ext uri="{FF2B5EF4-FFF2-40B4-BE49-F238E27FC236}">
                        <a16:creationId xmlns:a16="http://schemas.microsoft.com/office/drawing/2014/main" id="{627A37D5-1411-4B96-9CC9-400F1AEDCD15}"/>
                      </a:ext>
                    </a:extLst>
                  </p:cNvPr>
                  <p:cNvSpPr txBox="1">
                    <a:spLocks noChangeArrowheads="1"/>
                  </p:cNvSpPr>
                  <p:nvPr/>
                </p:nvSpPr>
                <p:spPr bwMode="auto">
                  <a:xfrm>
                    <a:off x="3060" y="2323"/>
                    <a:ext cx="497" cy="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a:ln>
                          <a:noFill/>
                        </a:ln>
                        <a:solidFill>
                          <a:srgbClr val="6600FF"/>
                        </a:solidFill>
                        <a:effectLst/>
                        <a:uLnTx/>
                        <a:uFillTx/>
                        <a:latin typeface="Times New Roman" panose="02020603050405020304" pitchFamily="18" charset="0"/>
                        <a:ea typeface="Arial Unicode MS" pitchFamily="34" charset="-122"/>
                      </a:rPr>
                      <a:t>B</a:t>
                    </a:r>
                    <a:endParaRPr kumimoji="0" lang="en-US" altLang="zh-CN" sz="1000" b="0" i="0" u="none" strike="noStrike" kern="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zh-CN" sz="1200" b="0" i="0" u="none" strike="noStrike" kern="0" cap="none" spc="0" normalizeH="0" baseline="0" noProof="0">
                      <a:ln>
                        <a:noFill/>
                      </a:ln>
                      <a:solidFill>
                        <a:srgbClr val="EAEAEA"/>
                      </a:solidFill>
                      <a:effectLst/>
                      <a:uLnTx/>
                      <a:uFillTx/>
                      <a:latin typeface="Arial Unicode MS" pitchFamily="34" charset="-122"/>
                      <a:ea typeface="Arial Unicode MS" pitchFamily="34" charset="-122"/>
                    </a:endParaRPr>
                  </a:p>
                </p:txBody>
              </p:sp>
            </p:grpSp>
            <p:sp>
              <p:nvSpPr>
                <p:cNvPr id="72" name="Oval 43">
                  <a:extLst>
                    <a:ext uri="{FF2B5EF4-FFF2-40B4-BE49-F238E27FC236}">
                      <a16:creationId xmlns:a16="http://schemas.microsoft.com/office/drawing/2014/main" id="{9D9E8EDE-07B0-439F-A091-AD896EE4F6CB}"/>
                    </a:ext>
                  </a:extLst>
                </p:cNvPr>
                <p:cNvSpPr>
                  <a:spLocks noChangeArrowheads="1"/>
                </p:cNvSpPr>
                <p:nvPr/>
              </p:nvSpPr>
              <p:spPr bwMode="auto">
                <a:xfrm>
                  <a:off x="3449" y="2188"/>
                  <a:ext cx="179" cy="172"/>
                </a:xfrm>
                <a:prstGeom prst="ellipse">
                  <a:avLst/>
                </a:prstGeom>
                <a:solidFill>
                  <a:srgbClr val="000000"/>
                </a:solidFill>
                <a:ln>
                  <a:noFill/>
                </a:ln>
                <a:extLst>
                  <a:ext uri="{91240B29-F687-4F45-9708-019B960494DF}">
                    <a14:hiddenLine xmlns:a14="http://schemas.microsoft.com/office/drawing/2010/main" w="9525">
                      <a:solidFill>
                        <a:srgbClr val="FF0000"/>
                      </a:solidFill>
                      <a:round/>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Oval 44">
                  <a:extLst>
                    <a:ext uri="{FF2B5EF4-FFF2-40B4-BE49-F238E27FC236}">
                      <a16:creationId xmlns:a16="http://schemas.microsoft.com/office/drawing/2014/main" id="{42844F28-328F-422F-8345-4F726B027AFD}"/>
                    </a:ext>
                  </a:extLst>
                </p:cNvPr>
                <p:cNvSpPr>
                  <a:spLocks noChangeArrowheads="1"/>
                </p:cNvSpPr>
                <p:nvPr/>
              </p:nvSpPr>
              <p:spPr bwMode="auto">
                <a:xfrm>
                  <a:off x="3437" y="3052"/>
                  <a:ext cx="179" cy="172"/>
                </a:xfrm>
                <a:prstGeom prst="ellipse">
                  <a:avLst/>
                </a:prstGeom>
                <a:solidFill>
                  <a:srgbClr val="000000"/>
                </a:solidFill>
                <a:ln>
                  <a:noFill/>
                </a:ln>
                <a:extLst>
                  <a:ext uri="{91240B29-F687-4F45-9708-019B960494DF}">
                    <a14:hiddenLine xmlns:a14="http://schemas.microsoft.com/office/drawing/2010/main" w="9525">
                      <a:solidFill>
                        <a:srgbClr val="FF0000"/>
                      </a:solidFill>
                      <a:round/>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Oval 45">
                  <a:extLst>
                    <a:ext uri="{FF2B5EF4-FFF2-40B4-BE49-F238E27FC236}">
                      <a16:creationId xmlns:a16="http://schemas.microsoft.com/office/drawing/2014/main" id="{91988A64-6DB0-4D70-8552-A67E29FE8928}"/>
                    </a:ext>
                  </a:extLst>
                </p:cNvPr>
                <p:cNvSpPr>
                  <a:spLocks noChangeArrowheads="1"/>
                </p:cNvSpPr>
                <p:nvPr/>
              </p:nvSpPr>
              <p:spPr bwMode="auto">
                <a:xfrm>
                  <a:off x="3437" y="3920"/>
                  <a:ext cx="179" cy="172"/>
                </a:xfrm>
                <a:prstGeom prst="ellipse">
                  <a:avLst/>
                </a:prstGeom>
                <a:solidFill>
                  <a:srgbClr val="000000"/>
                </a:solidFill>
                <a:ln>
                  <a:noFill/>
                </a:ln>
                <a:extLst>
                  <a:ext uri="{91240B29-F687-4F45-9708-019B960494DF}">
                    <a14:hiddenLine xmlns:a14="http://schemas.microsoft.com/office/drawing/2010/main" w="9525">
                      <a:solidFill>
                        <a:srgbClr val="FF0000"/>
                      </a:solidFill>
                      <a:round/>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Oval 46">
                  <a:extLst>
                    <a:ext uri="{FF2B5EF4-FFF2-40B4-BE49-F238E27FC236}">
                      <a16:creationId xmlns:a16="http://schemas.microsoft.com/office/drawing/2014/main" id="{1FEE9440-6037-4D72-A6CD-035AA9A056CE}"/>
                    </a:ext>
                  </a:extLst>
                </p:cNvPr>
                <p:cNvSpPr>
                  <a:spLocks noChangeArrowheads="1"/>
                </p:cNvSpPr>
                <p:nvPr/>
              </p:nvSpPr>
              <p:spPr bwMode="auto">
                <a:xfrm>
                  <a:off x="5152" y="3088"/>
                  <a:ext cx="179" cy="172"/>
                </a:xfrm>
                <a:prstGeom prst="ellipse">
                  <a:avLst/>
                </a:prstGeom>
                <a:solidFill>
                  <a:srgbClr val="000000"/>
                </a:solidFill>
                <a:ln>
                  <a:noFill/>
                </a:ln>
                <a:extLst>
                  <a:ext uri="{91240B29-F687-4F45-9708-019B960494DF}">
                    <a14:hiddenLine xmlns:a14="http://schemas.microsoft.com/office/drawing/2010/main" w="9525">
                      <a:solidFill>
                        <a:srgbClr val="FF0000"/>
                      </a:solidFill>
                      <a:round/>
                      <a:headEnd/>
                      <a:tailEnd/>
                    </a14:hiddenLine>
                  </a:ext>
                </a:extLst>
              </p:spPr>
              <p:txBody>
                <a:bodyP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68" name="AutoShape 50">
              <a:extLst>
                <a:ext uri="{FF2B5EF4-FFF2-40B4-BE49-F238E27FC236}">
                  <a16:creationId xmlns:a16="http://schemas.microsoft.com/office/drawing/2014/main" id="{DB00183B-E866-409C-9F73-110BBD06B4D4}"/>
                </a:ext>
              </a:extLst>
            </p:cNvPr>
            <p:cNvSpPr>
              <a:spLocks noChangeArrowheads="1"/>
            </p:cNvSpPr>
            <p:nvPr/>
          </p:nvSpPr>
          <p:spPr bwMode="auto">
            <a:xfrm>
              <a:off x="2789" y="2296"/>
              <a:ext cx="771" cy="227"/>
            </a:xfrm>
            <a:prstGeom prst="rightArrow">
              <a:avLst>
                <a:gd name="adj1" fmla="val 50000"/>
                <a:gd name="adj2" fmla="val 84912"/>
              </a:avLst>
            </a:prstGeom>
            <a:solidFill>
              <a:srgbClr val="FFFFFF"/>
            </a:solidFill>
            <a:ln w="9525" algn="ctr">
              <a:solidFill>
                <a:srgbClr val="200B5B"/>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nchor="ct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321665183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blinds(horizontal)">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blinds(horizontal)">
                                      <p:cBhvr>
                                        <p:cTn id="1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AC6CB798-207A-46F1-9FF5-3F18CEE771A8}"/>
              </a:ext>
            </a:extLst>
          </p:cNvPr>
          <p:cNvSpPr txBox="1">
            <a:spLocks noChangeArrowheads="1"/>
          </p:cNvSpPr>
          <p:nvPr/>
        </p:nvSpPr>
        <p:spPr bwMode="auto">
          <a:xfrm>
            <a:off x="1512858" y="1310358"/>
            <a:ext cx="9166283"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solidFill>
                  <a:srgbClr val="000000"/>
                </a:solidFill>
                <a:ea typeface="黑体" panose="02010609060101010101" pitchFamily="49" charset="-122"/>
                <a:cs typeface="Tahoma" panose="020B0604030504040204" pitchFamily="34" charset="0"/>
              </a:rPr>
              <a:t>  </a:t>
            </a:r>
            <a:r>
              <a:rPr lang="zh-CN" altLang="en-US" dirty="0">
                <a:solidFill>
                  <a:srgbClr val="0000FF"/>
                </a:solidFill>
                <a:latin typeface="黑体" panose="02010609060101010101" pitchFamily="49" charset="-122"/>
                <a:ea typeface="黑体" panose="02010609060101010101" pitchFamily="49" charset="-122"/>
                <a:cs typeface="Tahoma" panose="020B0604030504040204" pitchFamily="34" charset="0"/>
              </a:rPr>
              <a:t>定义</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 </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给定无孤立点图</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G</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a:t>
            </a:r>
          </a:p>
          <a:p>
            <a:pPr algn="just"/>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	若存在一条回路，经过图中的每边一次且仅一次，该回路称为</a:t>
            </a:r>
            <a:r>
              <a:rPr lang="zh-CN" altLang="en-US" dirty="0">
                <a:solidFill>
                  <a:srgbClr val="0000FF"/>
                </a:solidFill>
                <a:latin typeface="宋体" panose="02010600030101010101" pitchFamily="2" charset="-122"/>
                <a:ea typeface="黑体" panose="02010609060101010101" pitchFamily="49" charset="-122"/>
                <a:cs typeface="Tahoma" panose="020B0604030504040204" pitchFamily="34" charset="0"/>
              </a:rPr>
              <a:t>欧拉回路</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(Euler Circuit),</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称该图为</a:t>
            </a:r>
            <a:r>
              <a:rPr lang="zh-CN" altLang="en-US" dirty="0">
                <a:solidFill>
                  <a:srgbClr val="0000FF"/>
                </a:solidFill>
                <a:latin typeface="宋体" panose="02010600030101010101" pitchFamily="2" charset="-122"/>
                <a:ea typeface="黑体" panose="02010609060101010101" pitchFamily="49" charset="-122"/>
                <a:cs typeface="Tahoma" panose="020B0604030504040204" pitchFamily="34" charset="0"/>
              </a:rPr>
              <a:t>欧拉图</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a:t>
            </a:r>
          </a:p>
          <a:p>
            <a:pPr algn="just"/>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	若存在一条迹，经过图中每边一次且仅一次，该条路称为</a:t>
            </a:r>
            <a:r>
              <a:rPr lang="zh-CN" altLang="en-US" dirty="0">
                <a:solidFill>
                  <a:srgbClr val="0000FF"/>
                </a:solidFill>
                <a:latin typeface="宋体" panose="02010600030101010101" pitchFamily="2" charset="-122"/>
                <a:ea typeface="黑体" panose="02010609060101010101" pitchFamily="49" charset="-122"/>
                <a:cs typeface="Tahoma" panose="020B0604030504040204" pitchFamily="34" charset="0"/>
              </a:rPr>
              <a:t>欧拉迹</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(Euler Trail)</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，称该图为</a:t>
            </a:r>
            <a:r>
              <a:rPr lang="zh-CN" altLang="en-US" dirty="0">
                <a:solidFill>
                  <a:srgbClr val="0000FF"/>
                </a:solidFill>
                <a:latin typeface="宋体" panose="02010600030101010101" pitchFamily="2" charset="-122"/>
                <a:ea typeface="黑体" panose="02010609060101010101" pitchFamily="49" charset="-122"/>
                <a:cs typeface="Tahoma" panose="020B0604030504040204" pitchFamily="34" charset="0"/>
              </a:rPr>
              <a:t>半欧拉图。</a:t>
            </a:r>
          </a:p>
        </p:txBody>
      </p:sp>
    </p:spTree>
    <p:extLst>
      <p:ext uri="{BB962C8B-B14F-4D97-AF65-F5344CB8AC3E}">
        <p14:creationId xmlns:p14="http://schemas.microsoft.com/office/powerpoint/2010/main" val="403112493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11" name="Rectangle 3">
            <a:extLst>
              <a:ext uri="{FF2B5EF4-FFF2-40B4-BE49-F238E27FC236}">
                <a16:creationId xmlns:a16="http://schemas.microsoft.com/office/drawing/2014/main" id="{7BA290F7-83E5-4988-AC8D-F731AAC90169}"/>
              </a:ext>
            </a:extLst>
          </p:cNvPr>
          <p:cNvSpPr txBox="1">
            <a:spLocks noChangeArrowheads="1"/>
          </p:cNvSpPr>
          <p:nvPr/>
        </p:nvSpPr>
        <p:spPr bwMode="auto">
          <a:xfrm>
            <a:off x="1717457" y="1685284"/>
            <a:ext cx="84248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a:ln>
                  <a:noFill/>
                </a:ln>
                <a:solidFill>
                  <a:srgbClr val="080808"/>
                </a:solidFill>
                <a:effectLst/>
                <a:uLnTx/>
                <a:uFillTx/>
                <a:latin typeface="Comic Sans MS"/>
                <a:ea typeface="宋体"/>
                <a:cs typeface="+mn-cs"/>
              </a:rPr>
              <a:t>下</a:t>
            </a:r>
            <a:r>
              <a:rPr kumimoji="1" lang="zh-CN" altLang="en-US" sz="2800" b="1" i="0" u="none" strike="noStrike" kern="1200" cap="none" spc="0" normalizeH="0" baseline="0" noProof="0">
                <a:ln>
                  <a:noFill/>
                </a:ln>
                <a:solidFill>
                  <a:srgbClr val="080808"/>
                </a:solidFill>
                <a:effectLst/>
                <a:uLnTx/>
                <a:uFillTx/>
                <a:latin typeface="Comic Sans MS"/>
                <a:ea typeface="宋体"/>
                <a:cs typeface="+mn-cs"/>
              </a:rPr>
              <a:t>图所给出的四个图，哪些是欧拉图？</a:t>
            </a:r>
            <a:r>
              <a:rPr kumimoji="1" lang="zh-CN" altLang="en-US" sz="2800" b="1" i="0" u="none" strike="noStrike" kern="1200" cap="none" spc="0" normalizeH="0" baseline="0" noProof="0">
                <a:ln>
                  <a:noFill/>
                </a:ln>
                <a:solidFill>
                  <a:srgbClr val="000066"/>
                </a:solidFill>
                <a:effectLst/>
                <a:uLnTx/>
                <a:uFillTx/>
                <a:latin typeface="Comic Sans MS"/>
                <a:ea typeface="宋体"/>
                <a:cs typeface="+mn-cs"/>
              </a:rPr>
              <a:t> </a:t>
            </a:r>
            <a:r>
              <a:rPr kumimoji="1" lang="zh-CN" altLang="en-US" sz="2800" b="1" i="0" u="none" strike="noStrike" kern="1200" cap="none" spc="0" normalizeH="0" baseline="0" noProof="0">
                <a:ln>
                  <a:noFill/>
                </a:ln>
                <a:solidFill>
                  <a:srgbClr val="000066"/>
                </a:solidFill>
                <a:effectLst/>
                <a:uLnTx/>
                <a:uFillTx/>
                <a:latin typeface="宋体" panose="02010600030101010101" pitchFamily="2" charset="-122"/>
                <a:ea typeface="黑体" panose="02010609060101010101" pitchFamily="49" charset="-122"/>
                <a:cs typeface="Tahoma" panose="020B0604030504040204" pitchFamily="34" charset="0"/>
              </a:rPr>
              <a:t>	</a:t>
            </a:r>
          </a:p>
        </p:txBody>
      </p:sp>
      <p:sp>
        <p:nvSpPr>
          <p:cNvPr id="12" name="Rectangle 11">
            <a:extLst>
              <a:ext uri="{FF2B5EF4-FFF2-40B4-BE49-F238E27FC236}">
                <a16:creationId xmlns:a16="http://schemas.microsoft.com/office/drawing/2014/main" id="{BCD58CBA-63AE-47F4-887E-F8772AF4FD2A}"/>
              </a:ext>
            </a:extLst>
          </p:cNvPr>
          <p:cNvSpPr>
            <a:spLocks noChangeArrowheads="1"/>
          </p:cNvSpPr>
          <p:nvPr/>
        </p:nvSpPr>
        <p:spPr bwMode="auto">
          <a:xfrm>
            <a:off x="1717457" y="2764784"/>
            <a:ext cx="8353425" cy="3097213"/>
          </a:xfrm>
          <a:prstGeom prst="rect">
            <a:avLst/>
          </a:prstGeom>
          <a:solidFill>
            <a:srgbClr val="080808"/>
          </a:solidFill>
          <a:ln w="9525" algn="ctr">
            <a:solidFill>
              <a:srgbClr val="200B5B"/>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nchor="ctr"/>
          <a:lstStyle/>
          <a:p>
            <a:pPr marL="0" marR="0" lvl="0" indent="0" algn="just" defTabSz="914400" eaLnBrk="0" fontAlgn="base" latinLnBrk="0" hangingPunct="0">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3" name="Picture 12" descr="622">
            <a:extLst>
              <a:ext uri="{FF2B5EF4-FFF2-40B4-BE49-F238E27FC236}">
                <a16:creationId xmlns:a16="http://schemas.microsoft.com/office/drawing/2014/main" id="{87CB583E-7695-442C-9B47-0FCC171FC80E}"/>
              </a:ext>
            </a:extLst>
          </p:cNvPr>
          <p:cNvPicPr>
            <a:picLocks noChangeAspect="1" noChangeArrowheads="1"/>
          </p:cNvPicPr>
          <p:nvPr/>
        </p:nvPicPr>
        <p:blipFill>
          <a:blip r:embed="rId4">
            <a:lum bright="12000"/>
            <a:extLst>
              <a:ext uri="{28A0092B-C50C-407E-A947-70E740481C1C}">
                <a14:useLocalDpi xmlns:a14="http://schemas.microsoft.com/office/drawing/2010/main" val="0"/>
              </a:ext>
            </a:extLst>
          </a:blip>
          <a:srcRect/>
          <a:stretch>
            <a:fillRect/>
          </a:stretch>
        </p:blipFill>
        <p:spPr bwMode="auto">
          <a:xfrm>
            <a:off x="1998444" y="2934647"/>
            <a:ext cx="7858125" cy="269716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13">
            <a:extLst>
              <a:ext uri="{FF2B5EF4-FFF2-40B4-BE49-F238E27FC236}">
                <a16:creationId xmlns:a16="http://schemas.microsoft.com/office/drawing/2014/main" id="{DF73624E-A0BA-43FC-B444-9DAA20AE2F6D}"/>
              </a:ext>
            </a:extLst>
          </p:cNvPr>
          <p:cNvSpPr txBox="1">
            <a:spLocks noChangeArrowheads="1"/>
          </p:cNvSpPr>
          <p:nvPr/>
        </p:nvSpPr>
        <p:spPr bwMode="auto">
          <a:xfrm>
            <a:off x="3303369" y="5174609"/>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a:solidFill>
                  <a:srgbClr val="FFFF00"/>
                </a:solidFill>
                <a:latin typeface="Times New Roman" panose="02020603050405020304" pitchFamily="18" charset="0"/>
                <a:ea typeface="宋体" panose="02010600030101010101" pitchFamily="2" charset="-122"/>
              </a:rPr>
              <a:t>Y</a:t>
            </a:r>
          </a:p>
        </p:txBody>
      </p:sp>
      <p:sp>
        <p:nvSpPr>
          <p:cNvPr id="15" name="Text Box 14">
            <a:extLst>
              <a:ext uri="{FF2B5EF4-FFF2-40B4-BE49-F238E27FC236}">
                <a16:creationId xmlns:a16="http://schemas.microsoft.com/office/drawing/2014/main" id="{C7C5AA39-E189-4EA2-9AD9-D72A6FECCAF4}"/>
              </a:ext>
            </a:extLst>
          </p:cNvPr>
          <p:cNvSpPr txBox="1">
            <a:spLocks noChangeArrowheads="1"/>
          </p:cNvSpPr>
          <p:nvPr/>
        </p:nvSpPr>
        <p:spPr bwMode="auto">
          <a:xfrm>
            <a:off x="5360769" y="5174609"/>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a:solidFill>
                  <a:srgbClr val="FFFF00"/>
                </a:solidFill>
                <a:latin typeface="Times New Roman" panose="02020603050405020304" pitchFamily="18" charset="0"/>
                <a:ea typeface="宋体" panose="02010600030101010101" pitchFamily="2" charset="-122"/>
              </a:rPr>
              <a:t>N</a:t>
            </a:r>
          </a:p>
        </p:txBody>
      </p:sp>
      <p:sp>
        <p:nvSpPr>
          <p:cNvPr id="16" name="Text Box 15">
            <a:extLst>
              <a:ext uri="{FF2B5EF4-FFF2-40B4-BE49-F238E27FC236}">
                <a16:creationId xmlns:a16="http://schemas.microsoft.com/office/drawing/2014/main" id="{B9B94F61-535D-4F2C-9981-DCA090F635EA}"/>
              </a:ext>
            </a:extLst>
          </p:cNvPr>
          <p:cNvSpPr txBox="1">
            <a:spLocks noChangeArrowheads="1"/>
          </p:cNvSpPr>
          <p:nvPr/>
        </p:nvSpPr>
        <p:spPr bwMode="auto">
          <a:xfrm>
            <a:off x="9018369" y="5174609"/>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a:solidFill>
                  <a:srgbClr val="FFFF00"/>
                </a:solidFill>
                <a:latin typeface="Times New Roman" panose="02020603050405020304" pitchFamily="18" charset="0"/>
                <a:ea typeface="宋体" panose="02010600030101010101" pitchFamily="2" charset="-122"/>
              </a:rPr>
              <a:t>Y</a:t>
            </a:r>
          </a:p>
        </p:txBody>
      </p:sp>
      <p:sp>
        <p:nvSpPr>
          <p:cNvPr id="17" name="Text Box 16">
            <a:extLst>
              <a:ext uri="{FF2B5EF4-FFF2-40B4-BE49-F238E27FC236}">
                <a16:creationId xmlns:a16="http://schemas.microsoft.com/office/drawing/2014/main" id="{288C8DCF-3106-47E9-8C86-4490C857E51A}"/>
              </a:ext>
            </a:extLst>
          </p:cNvPr>
          <p:cNvSpPr txBox="1">
            <a:spLocks noChangeArrowheads="1"/>
          </p:cNvSpPr>
          <p:nvPr/>
        </p:nvSpPr>
        <p:spPr bwMode="auto">
          <a:xfrm>
            <a:off x="7265769" y="5174609"/>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a:solidFill>
                  <a:srgbClr val="FFFF00"/>
                </a:solidFill>
                <a:latin typeface="Times New Roman" panose="02020603050405020304" pitchFamily="18" charset="0"/>
                <a:ea typeface="宋体" panose="02010600030101010101" pitchFamily="2" charset="-122"/>
              </a:rPr>
              <a:t>N</a:t>
            </a:r>
          </a:p>
        </p:txBody>
      </p:sp>
    </p:spTree>
    <p:extLst>
      <p:ext uri="{BB962C8B-B14F-4D97-AF65-F5344CB8AC3E}">
        <p14:creationId xmlns:p14="http://schemas.microsoft.com/office/powerpoint/2010/main" val="331208008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16" grpId="0" autoUpdateAnimBg="0"/>
      <p:bldP spid="1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B4655F30-06B7-41CA-96D9-DCA96FA6319E}"/>
              </a:ext>
            </a:extLst>
          </p:cNvPr>
          <p:cNvSpPr txBox="1">
            <a:spLocks noChangeArrowheads="1"/>
          </p:cNvSpPr>
          <p:nvPr/>
        </p:nvSpPr>
        <p:spPr bwMode="auto">
          <a:xfrm>
            <a:off x="1571625" y="1044124"/>
            <a:ext cx="8569325"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solidFill>
                  <a:srgbClr val="000000"/>
                </a:solidFill>
                <a:ea typeface="黑体" panose="02010609060101010101" pitchFamily="49" charset="-122"/>
                <a:cs typeface="宋体" panose="02010600030101010101" pitchFamily="2" charset="-122"/>
              </a:rPr>
              <a:t>  </a:t>
            </a:r>
            <a:r>
              <a:rPr lang="zh-CN" altLang="en-US" dirty="0">
                <a:solidFill>
                  <a:srgbClr val="0000FF"/>
                </a:solidFill>
                <a:latin typeface="黑体" panose="02010609060101010101" pitchFamily="49" charset="-122"/>
                <a:ea typeface="黑体" panose="02010609060101010101" pitchFamily="49" charset="-122"/>
                <a:cs typeface="宋体" panose="02010600030101010101" pitchFamily="2" charset="-122"/>
              </a:rPr>
              <a:t>定理</a:t>
            </a:r>
            <a:r>
              <a:rPr lang="en-US" altLang="zh-CN" dirty="0">
                <a:solidFill>
                  <a:srgbClr val="000000"/>
                </a:solidFill>
                <a:latin typeface="宋体" panose="02010600030101010101" pitchFamily="2" charset="-122"/>
                <a:ea typeface="黑体" panose="02010609060101010101" pitchFamily="49" charset="-122"/>
                <a:cs typeface="宋体" panose="02010600030101010101" pitchFamily="2" charset="-122"/>
              </a:rPr>
              <a:t> </a:t>
            </a:r>
            <a:r>
              <a:rPr lang="zh-CN" altLang="en-US" dirty="0">
                <a:solidFill>
                  <a:srgbClr val="000000"/>
                </a:solidFill>
                <a:latin typeface="宋体" panose="02010600030101010101" pitchFamily="2" charset="-122"/>
                <a:ea typeface="黑体" panose="02010609060101010101" pitchFamily="49" charset="-122"/>
                <a:cs typeface="宋体" panose="02010600030101010101" pitchFamily="2" charset="-122"/>
              </a:rPr>
              <a:t>图</a:t>
            </a:r>
            <a:r>
              <a:rPr lang="en-US" altLang="zh-CN" dirty="0">
                <a:solidFill>
                  <a:srgbClr val="000000"/>
                </a:solidFill>
                <a:latin typeface="宋体" panose="02010600030101010101" pitchFamily="2" charset="-122"/>
                <a:ea typeface="黑体" panose="02010609060101010101" pitchFamily="49" charset="-122"/>
                <a:cs typeface="宋体" panose="02010600030101010101" pitchFamily="2" charset="-122"/>
              </a:rPr>
              <a:t>G</a:t>
            </a:r>
            <a:r>
              <a:rPr lang="zh-CN" altLang="en-US" dirty="0">
                <a:solidFill>
                  <a:srgbClr val="000000"/>
                </a:solidFill>
                <a:latin typeface="宋体" panose="02010600030101010101" pitchFamily="2" charset="-122"/>
                <a:ea typeface="黑体" panose="02010609060101010101" pitchFamily="49" charset="-122"/>
                <a:cs typeface="宋体" panose="02010600030101010101" pitchFamily="2" charset="-122"/>
              </a:rPr>
              <a:t>是欧拉图当且仅当</a:t>
            </a:r>
            <a:r>
              <a:rPr lang="en-US" altLang="zh-CN" dirty="0">
                <a:solidFill>
                  <a:srgbClr val="000000"/>
                </a:solidFill>
                <a:latin typeface="宋体" panose="02010600030101010101" pitchFamily="2" charset="-122"/>
                <a:ea typeface="黑体" panose="02010609060101010101" pitchFamily="49" charset="-122"/>
                <a:cs typeface="宋体" panose="02010600030101010101" pitchFamily="2" charset="-122"/>
              </a:rPr>
              <a:t>G</a:t>
            </a:r>
            <a:r>
              <a:rPr lang="zh-CN" altLang="en-US" dirty="0">
                <a:solidFill>
                  <a:srgbClr val="000000"/>
                </a:solidFill>
                <a:latin typeface="宋体" panose="02010600030101010101" pitchFamily="2" charset="-122"/>
                <a:ea typeface="黑体" panose="02010609060101010101" pitchFamily="49" charset="-122"/>
                <a:cs typeface="宋体" panose="02010600030101010101" pitchFamily="2" charset="-122"/>
              </a:rPr>
              <a:t>是连通的且每个结点的度数为偶数。</a:t>
            </a:r>
          </a:p>
          <a:p>
            <a:pPr algn="just"/>
            <a:r>
              <a:rPr kumimoji="0" lang="zh-CN" altLang="en-US" dirty="0">
                <a:solidFill>
                  <a:srgbClr val="0000FF"/>
                </a:solidFill>
                <a:latin typeface="黑体" panose="02010609060101010101" pitchFamily="49" charset="-122"/>
                <a:ea typeface="黑体" panose="02010609060101010101" pitchFamily="49" charset="-122"/>
                <a:cs typeface="Tahoma" panose="020B0604030504040204" pitchFamily="34" charset="0"/>
              </a:rPr>
              <a:t>  证明</a:t>
            </a:r>
            <a:r>
              <a:rPr kumimoji="0" lang="zh-CN" altLang="en-US" dirty="0">
                <a:solidFill>
                  <a:srgbClr val="000000"/>
                </a:solidFill>
                <a:latin typeface="宋体" panose="02010600030101010101" pitchFamily="2" charset="-122"/>
                <a:cs typeface="Tahoma" panose="020B0604030504040204" pitchFamily="34" charset="0"/>
              </a:rPr>
              <a:t> 先</a:t>
            </a:r>
            <a:r>
              <a:rPr lang="zh-CN" altLang="en-US" dirty="0">
                <a:solidFill>
                  <a:srgbClr val="000000"/>
                </a:solidFill>
                <a:latin typeface="宋体" panose="02010600030101010101" pitchFamily="2" charset="-122"/>
                <a:cs typeface="Tahoma" panose="020B0604030504040204" pitchFamily="34" charset="0"/>
              </a:rPr>
              <a:t>证必要条件：设</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是欧拉图。</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是</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的一个欧拉回路。</a:t>
            </a:r>
          </a:p>
          <a:p>
            <a:pPr algn="just"/>
            <a:r>
              <a:rPr lang="zh-CN" altLang="en-US" dirty="0">
                <a:solidFill>
                  <a:srgbClr val="000000"/>
                </a:solidFill>
                <a:latin typeface="宋体" panose="02010600030101010101" pitchFamily="2" charset="-122"/>
                <a:cs typeface="Tahoma" panose="020B0604030504040204" pitchFamily="34" charset="0"/>
              </a:rPr>
              <a:t>      当</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通过</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的任一结点</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时，</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通过关联于</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的两条边。若</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通过</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点</a:t>
            </a:r>
            <a:r>
              <a:rPr lang="en-US" altLang="zh-CN" dirty="0">
                <a:solidFill>
                  <a:srgbClr val="000000"/>
                </a:solidFill>
                <a:latin typeface="宋体" panose="02010600030101010101" pitchFamily="2" charset="-122"/>
                <a:cs typeface="Tahoma" panose="020B0604030504040204" pitchFamily="34" charset="0"/>
              </a:rPr>
              <a:t>k</a:t>
            </a:r>
            <a:r>
              <a:rPr lang="zh-CN" altLang="en-US" dirty="0">
                <a:solidFill>
                  <a:srgbClr val="000000"/>
                </a:solidFill>
                <a:latin typeface="宋体" panose="02010600030101010101" pitchFamily="2" charset="-122"/>
                <a:cs typeface="Tahoma" panose="020B0604030504040204" pitchFamily="34" charset="0"/>
              </a:rPr>
              <a:t>次，则</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通过关联于</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a:t>
            </a:r>
            <a:r>
              <a:rPr lang="en-US" altLang="zh-CN" dirty="0">
                <a:solidFill>
                  <a:srgbClr val="000000"/>
                </a:solidFill>
                <a:latin typeface="宋体" panose="02010600030101010101" pitchFamily="2" charset="-122"/>
                <a:cs typeface="Tahoma" panose="020B0604030504040204" pitchFamily="34" charset="0"/>
              </a:rPr>
              <a:t>2k</a:t>
            </a:r>
            <a:r>
              <a:rPr lang="zh-CN" altLang="en-US" dirty="0">
                <a:solidFill>
                  <a:srgbClr val="000000"/>
                </a:solidFill>
                <a:latin typeface="宋体" panose="02010600030101010101" pitchFamily="2" charset="-122"/>
                <a:cs typeface="Tahoma" panose="020B0604030504040204" pitchFamily="34" charset="0"/>
              </a:rPr>
              <a:t>条边。</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是欧拉回路。因此</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通过关联于</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a:t>
            </a:r>
            <a:r>
              <a:rPr lang="en-US" altLang="zh-CN" dirty="0">
                <a:solidFill>
                  <a:srgbClr val="000000"/>
                </a:solidFill>
                <a:latin typeface="宋体" panose="02010600030101010101" pitchFamily="2" charset="-122"/>
                <a:cs typeface="Tahoma" panose="020B0604030504040204" pitchFamily="34" charset="0"/>
              </a:rPr>
              <a:t>2k</a:t>
            </a:r>
            <a:r>
              <a:rPr lang="zh-CN" altLang="en-US" dirty="0">
                <a:solidFill>
                  <a:srgbClr val="000000"/>
                </a:solidFill>
                <a:latin typeface="宋体" panose="02010600030101010101" pitchFamily="2" charset="-122"/>
                <a:cs typeface="Tahoma" panose="020B0604030504040204" pitchFamily="34" charset="0"/>
              </a:rPr>
              <a:t>条边即是关联于</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的所有边且互不相同，即</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的度数为</a:t>
            </a:r>
            <a:r>
              <a:rPr lang="en-US" altLang="zh-CN" dirty="0">
                <a:solidFill>
                  <a:srgbClr val="000000"/>
                </a:solidFill>
                <a:latin typeface="宋体" panose="02010600030101010101" pitchFamily="2" charset="-122"/>
                <a:cs typeface="Tahoma" panose="020B0604030504040204" pitchFamily="34" charset="0"/>
              </a:rPr>
              <a:t>2k</a:t>
            </a:r>
            <a:r>
              <a:rPr lang="zh-CN" altLang="en-US" dirty="0">
                <a:solidFill>
                  <a:srgbClr val="000000"/>
                </a:solidFill>
                <a:latin typeface="宋体" panose="02010600030101010101" pitchFamily="2" charset="-122"/>
                <a:cs typeface="Tahoma" panose="020B0604030504040204" pitchFamily="34" charset="0"/>
              </a:rPr>
              <a:t>。由</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的任意性，必要性得证。</a:t>
            </a:r>
            <a:r>
              <a:rPr lang="zh-CN" altLang="en-US" dirty="0">
                <a:latin typeface="宋体" panose="02010600030101010101" pitchFamily="2" charset="-122"/>
              </a:rPr>
              <a:t>  </a:t>
            </a:r>
          </a:p>
        </p:txBody>
      </p:sp>
    </p:spTree>
    <p:extLst>
      <p:ext uri="{BB962C8B-B14F-4D97-AF65-F5344CB8AC3E}">
        <p14:creationId xmlns:p14="http://schemas.microsoft.com/office/powerpoint/2010/main" val="319653727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strips(downLeft)">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strips(downLeft)">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6CC06C69-12AF-4814-9BBF-0E5A2A7C1C45}"/>
              </a:ext>
            </a:extLst>
          </p:cNvPr>
          <p:cNvSpPr txBox="1">
            <a:spLocks noChangeArrowheads="1"/>
          </p:cNvSpPr>
          <p:nvPr/>
        </p:nvSpPr>
        <p:spPr bwMode="auto">
          <a:xfrm>
            <a:off x="1219199" y="1052513"/>
            <a:ext cx="10592499"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en-US" altLang="zh-CN" dirty="0">
                <a:solidFill>
                  <a:srgbClr val="000000"/>
                </a:solidFill>
                <a:latin typeface="宋体" panose="02010600030101010101" pitchFamily="2" charset="-122"/>
                <a:cs typeface="Tahoma" panose="020B0604030504040204" pitchFamily="34" charset="0"/>
              </a:rPr>
              <a:t>      </a:t>
            </a:r>
            <a:r>
              <a:rPr lang="zh-CN" altLang="en-US" dirty="0">
                <a:solidFill>
                  <a:srgbClr val="000000"/>
                </a:solidFill>
                <a:latin typeface="宋体" panose="02010600030101010101" pitchFamily="2" charset="-122"/>
                <a:cs typeface="Tahoma" panose="020B0604030504040204" pitchFamily="34" charset="0"/>
              </a:rPr>
              <a:t>再证充分条件：设</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是连通图且所有结点度数为偶数，按如下步骤构造</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的欧拉回路。</a:t>
            </a:r>
            <a:endParaRPr lang="en-US" altLang="zh-CN" dirty="0">
              <a:solidFill>
                <a:srgbClr val="000000"/>
              </a:solidFill>
              <a:latin typeface="宋体" panose="02010600030101010101" pitchFamily="2" charset="-122"/>
              <a:cs typeface="Tahoma" panose="020B0604030504040204" pitchFamily="34" charset="0"/>
            </a:endParaRPr>
          </a:p>
          <a:p>
            <a:pPr algn="just">
              <a:lnSpc>
                <a:spcPct val="120000"/>
              </a:lnSpc>
            </a:pPr>
            <a:r>
              <a:rPr lang="zh-CN" altLang="en-US" dirty="0">
                <a:solidFill>
                  <a:srgbClr val="000000"/>
                </a:solidFill>
                <a:latin typeface="宋体" panose="02010600030101010101" pitchFamily="2" charset="-122"/>
                <a:cs typeface="Tahoma" panose="020B0604030504040204" pitchFamily="34" charset="0"/>
              </a:rPr>
              <a:t>  </a:t>
            </a:r>
            <a:r>
              <a:rPr lang="en-US" altLang="zh-CN" dirty="0">
                <a:solidFill>
                  <a:srgbClr val="000000"/>
                </a:solidFill>
                <a:latin typeface="宋体" panose="02010600030101010101" pitchFamily="2" charset="-122"/>
                <a:cs typeface="Tahoma" panose="020B0604030504040204" pitchFamily="34" charset="0"/>
              </a:rPr>
              <a:t>1) </a:t>
            </a:r>
            <a:r>
              <a:rPr lang="zh-CN" altLang="en-US" dirty="0">
                <a:solidFill>
                  <a:srgbClr val="000000"/>
                </a:solidFill>
                <a:latin typeface="宋体" panose="02010600030101010101" pitchFamily="2" charset="-122"/>
                <a:cs typeface="Tahoma" panose="020B0604030504040204" pitchFamily="34" charset="0"/>
              </a:rPr>
              <a:t>从任一结点</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0</a:t>
            </a:r>
            <a:r>
              <a:rPr lang="zh-CN" altLang="en-US" dirty="0">
                <a:solidFill>
                  <a:srgbClr val="000000"/>
                </a:solidFill>
                <a:latin typeface="宋体" panose="02010600030101010101" pitchFamily="2" charset="-122"/>
                <a:cs typeface="Tahoma" panose="020B0604030504040204" pitchFamily="34" charset="0"/>
              </a:rPr>
              <a:t>出发，取关联于</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0</a:t>
            </a:r>
            <a:r>
              <a:rPr lang="zh-CN" altLang="en-US" dirty="0">
                <a:solidFill>
                  <a:srgbClr val="000000"/>
                </a:solidFill>
                <a:latin typeface="宋体" panose="02010600030101010101" pitchFamily="2" charset="-122"/>
                <a:cs typeface="Tahoma" panose="020B0604030504040204" pitchFamily="34" charset="0"/>
              </a:rPr>
              <a:t>的边</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0</a:t>
            </a:r>
            <a:r>
              <a:rPr lang="zh-CN" altLang="en-US" dirty="0">
                <a:solidFill>
                  <a:srgbClr val="000000"/>
                </a:solidFill>
                <a:latin typeface="宋体" panose="02010600030101010101" pitchFamily="2" charset="-122"/>
                <a:cs typeface="Tahoma" panose="020B0604030504040204" pitchFamily="34" charset="0"/>
              </a:rPr>
              <a:t>，</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1</a:t>
            </a:r>
            <a:r>
              <a:rPr lang="en-US" altLang="zh-CN" dirty="0">
                <a:solidFill>
                  <a:srgbClr val="000000"/>
                </a:solidFill>
                <a:latin typeface="宋体" panose="02010600030101010101" pitchFamily="2" charset="-122"/>
                <a:cs typeface="Tahoma" panose="020B0604030504040204" pitchFamily="34" charset="0"/>
              </a:rPr>
              <a:t>)</a:t>
            </a:r>
            <a:r>
              <a:rPr lang="zh-CN" altLang="en-US" dirty="0">
                <a:solidFill>
                  <a:srgbClr val="000000"/>
                </a:solidFill>
                <a:latin typeface="宋体" panose="02010600030101010101" pitchFamily="2" charset="-122"/>
                <a:cs typeface="Tahoma" panose="020B0604030504040204" pitchFamily="34" charset="0"/>
              </a:rPr>
              <a:t>到</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1</a:t>
            </a:r>
            <a:r>
              <a:rPr lang="zh-CN" altLang="en-US" dirty="0">
                <a:solidFill>
                  <a:srgbClr val="000000"/>
                </a:solidFill>
                <a:latin typeface="宋体" panose="02010600030101010101" pitchFamily="2" charset="-122"/>
                <a:cs typeface="Tahoma" panose="020B0604030504040204" pitchFamily="34" charset="0"/>
              </a:rPr>
              <a:t>，从</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1</a:t>
            </a:r>
            <a:r>
              <a:rPr lang="zh-CN" altLang="en-US" dirty="0">
                <a:solidFill>
                  <a:srgbClr val="000000"/>
                </a:solidFill>
                <a:latin typeface="宋体" panose="02010600030101010101" pitchFamily="2" charset="-122"/>
                <a:cs typeface="Tahoma" panose="020B0604030504040204" pitchFamily="34" charset="0"/>
              </a:rPr>
              <a:t>取关联于</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1</a:t>
            </a:r>
            <a:r>
              <a:rPr lang="zh-CN" altLang="en-US" dirty="0">
                <a:solidFill>
                  <a:srgbClr val="000000"/>
                </a:solidFill>
                <a:latin typeface="宋体" panose="02010600030101010101" pitchFamily="2" charset="-122"/>
                <a:cs typeface="Tahoma" panose="020B0604030504040204" pitchFamily="34" charset="0"/>
              </a:rPr>
              <a:t>的未通过的边</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1</a:t>
            </a:r>
            <a:r>
              <a:rPr lang="zh-CN" altLang="en-US" dirty="0">
                <a:solidFill>
                  <a:srgbClr val="000000"/>
                </a:solidFill>
                <a:latin typeface="宋体" panose="02010600030101010101" pitchFamily="2" charset="-122"/>
                <a:cs typeface="Tahoma" panose="020B0604030504040204" pitchFamily="34" charset="0"/>
              </a:rPr>
              <a:t>，</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2</a:t>
            </a:r>
            <a:r>
              <a:rPr lang="en-US" altLang="zh-CN" dirty="0">
                <a:solidFill>
                  <a:srgbClr val="000000"/>
                </a:solidFill>
                <a:latin typeface="宋体" panose="02010600030101010101" pitchFamily="2" charset="-122"/>
                <a:cs typeface="Tahoma" panose="020B0604030504040204" pitchFamily="34" charset="0"/>
              </a:rPr>
              <a:t>)</a:t>
            </a:r>
            <a:r>
              <a:rPr lang="zh-CN" altLang="en-US" dirty="0">
                <a:solidFill>
                  <a:srgbClr val="000000"/>
                </a:solidFill>
                <a:latin typeface="宋体" panose="02010600030101010101" pitchFamily="2" charset="-122"/>
                <a:cs typeface="Tahoma" panose="020B0604030504040204" pitchFamily="34" charset="0"/>
              </a:rPr>
              <a:t>到</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2</a:t>
            </a:r>
            <a:r>
              <a:rPr lang="zh-CN" altLang="en-US" dirty="0">
                <a:solidFill>
                  <a:srgbClr val="000000"/>
                </a:solidFill>
                <a:latin typeface="宋体" panose="02010600030101010101" pitchFamily="2" charset="-122"/>
                <a:cs typeface="Tahoma" panose="020B0604030504040204" pitchFamily="34" charset="0"/>
              </a:rPr>
              <a:t>，每条边只取一次，依此可得到一条通路。因为</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的任意结点</a:t>
            </a:r>
            <a:r>
              <a:rPr lang="en-US" altLang="zh-CN" dirty="0">
                <a:solidFill>
                  <a:srgbClr val="000000"/>
                </a:solidFill>
                <a:latin typeface="宋体" panose="02010600030101010101" pitchFamily="2" charset="-122"/>
                <a:cs typeface="Tahoma" panose="020B0604030504040204" pitchFamily="34" charset="0"/>
              </a:rPr>
              <a:t>v</a:t>
            </a:r>
            <a:r>
              <a:rPr lang="zh-CN" altLang="en-US" dirty="0">
                <a:solidFill>
                  <a:srgbClr val="000000"/>
                </a:solidFill>
                <a:latin typeface="宋体" panose="02010600030101010101" pitchFamily="2" charset="-122"/>
                <a:cs typeface="Tahoma" panose="020B0604030504040204" pitchFamily="34" charset="0"/>
              </a:rPr>
              <a:t>的度数均为偶数，所以</a:t>
            </a:r>
            <a:r>
              <a:rPr lang="zh-CN" altLang="en-US" dirty="0">
                <a:solidFill>
                  <a:srgbClr val="000000"/>
                </a:solidFill>
                <a:latin typeface="宋体" panose="02010600030101010101" pitchFamily="2" charset="-122"/>
                <a:cs typeface="Times New Roman" panose="02020603050405020304" pitchFamily="18" charset="0"/>
              </a:rPr>
              <a:t>通路</a:t>
            </a:r>
            <a:r>
              <a:rPr lang="zh-CN" altLang="en-US" dirty="0">
                <a:solidFill>
                  <a:srgbClr val="000000"/>
                </a:solidFill>
                <a:latin typeface="宋体" panose="02010600030101010101" pitchFamily="2" charset="-122"/>
                <a:cs typeface="Tahoma" panose="020B0604030504040204" pitchFamily="34" charset="0"/>
              </a:rPr>
              <a:t>到达</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i</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0</a:t>
            </a:r>
            <a:r>
              <a:rPr lang="zh-CN" altLang="en-US" dirty="0">
                <a:solidFill>
                  <a:srgbClr val="000000"/>
                </a:solidFill>
                <a:latin typeface="宋体" panose="02010600030101010101" pitchFamily="2" charset="-122"/>
                <a:cs typeface="Tahoma" panose="020B0604030504040204" pitchFamily="34" charset="0"/>
              </a:rPr>
              <a:t>时，必存在关联于</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i</a:t>
            </a:r>
            <a:r>
              <a:rPr lang="zh-CN" altLang="en-US" dirty="0">
                <a:solidFill>
                  <a:srgbClr val="000000"/>
                </a:solidFill>
                <a:latin typeface="宋体" panose="02010600030101010101" pitchFamily="2" charset="-122"/>
                <a:cs typeface="Tahoma" panose="020B0604030504040204" pitchFamily="34" charset="0"/>
              </a:rPr>
              <a:t>的未通过的边</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i</a:t>
            </a:r>
            <a:r>
              <a:rPr lang="zh-CN" altLang="en-US" dirty="0">
                <a:solidFill>
                  <a:srgbClr val="000000"/>
                </a:solidFill>
                <a:latin typeface="宋体" panose="02010600030101010101" pitchFamily="2" charset="-122"/>
                <a:cs typeface="Tahoma" panose="020B0604030504040204" pitchFamily="34" charset="0"/>
              </a:rPr>
              <a:t>，</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i+1</a:t>
            </a:r>
            <a:r>
              <a:rPr lang="en-US" altLang="zh-CN" dirty="0">
                <a:solidFill>
                  <a:srgbClr val="000000"/>
                </a:solidFill>
                <a:latin typeface="宋体" panose="02010600030101010101" pitchFamily="2" charset="-122"/>
                <a:cs typeface="Tahoma" panose="020B0604030504040204" pitchFamily="34" charset="0"/>
              </a:rPr>
              <a:t>)</a:t>
            </a:r>
            <a:r>
              <a:rPr lang="zh-CN" altLang="en-US" dirty="0">
                <a:solidFill>
                  <a:srgbClr val="000000"/>
                </a:solidFill>
                <a:latin typeface="宋体" panose="02010600030101010101" pitchFamily="2" charset="-122"/>
                <a:cs typeface="Tahoma" panose="020B0604030504040204" pitchFamily="34" charset="0"/>
              </a:rPr>
              <a:t>没有出现在</a:t>
            </a:r>
            <a:r>
              <a:rPr lang="zh-CN" altLang="en-US" dirty="0">
                <a:solidFill>
                  <a:srgbClr val="000000"/>
                </a:solidFill>
                <a:latin typeface="宋体" panose="02010600030101010101" pitchFamily="2" charset="-122"/>
                <a:cs typeface="Times New Roman" panose="02020603050405020304" pitchFamily="18" charset="0"/>
              </a:rPr>
              <a:t>通路</a:t>
            </a:r>
            <a:r>
              <a:rPr lang="zh-CN" altLang="en-US" dirty="0">
                <a:solidFill>
                  <a:srgbClr val="000000"/>
                </a:solidFill>
                <a:latin typeface="宋体" panose="02010600030101010101" pitchFamily="2" charset="-122"/>
                <a:cs typeface="Tahoma" panose="020B0604030504040204" pitchFamily="34" charset="0"/>
              </a:rPr>
              <a:t>上。又</a:t>
            </a:r>
            <a:r>
              <a:rPr lang="en-US" altLang="zh-CN" dirty="0">
                <a:solidFill>
                  <a:srgbClr val="000000"/>
                </a:solidFill>
                <a:latin typeface="宋体" panose="02010600030101010101" pitchFamily="2" charset="-122"/>
                <a:cs typeface="Tahoma" panose="020B0604030504040204" pitchFamily="34" charset="0"/>
              </a:rPr>
              <a:t>G</a:t>
            </a:r>
            <a:r>
              <a:rPr lang="zh-CN" altLang="en-US" dirty="0">
                <a:solidFill>
                  <a:srgbClr val="000000"/>
                </a:solidFill>
                <a:latin typeface="宋体" panose="02010600030101010101" pitchFamily="2" charset="-122"/>
                <a:cs typeface="Tahoma" panose="020B0604030504040204" pitchFamily="34" charset="0"/>
              </a:rPr>
              <a:t>的边为有限条，所以最终总会有某个</a:t>
            </a:r>
            <a:r>
              <a:rPr lang="en-US" altLang="zh-CN" dirty="0" err="1">
                <a:solidFill>
                  <a:srgbClr val="000000"/>
                </a:solidFill>
                <a:latin typeface="宋体" panose="02010600030101010101" pitchFamily="2" charset="-122"/>
                <a:cs typeface="Tahoma" panose="020B0604030504040204" pitchFamily="34" charset="0"/>
              </a:rPr>
              <a:t>v</a:t>
            </a:r>
            <a:r>
              <a:rPr lang="en-US" altLang="zh-CN" baseline="-30000" dirty="0" err="1">
                <a:solidFill>
                  <a:srgbClr val="000000"/>
                </a:solidFill>
                <a:latin typeface="宋体" panose="02010600030101010101" pitchFamily="2" charset="-122"/>
                <a:cs typeface="Tahoma" panose="020B0604030504040204" pitchFamily="34" charset="0"/>
              </a:rPr>
              <a:t>k</a:t>
            </a:r>
            <a:r>
              <a:rPr lang="zh-CN" altLang="en-US" dirty="0">
                <a:solidFill>
                  <a:srgbClr val="000000"/>
                </a:solidFill>
                <a:latin typeface="宋体" panose="02010600030101010101" pitchFamily="2" charset="-122"/>
                <a:cs typeface="Tahoma" panose="020B0604030504040204" pitchFamily="34" charset="0"/>
              </a:rPr>
              <a:t>使</a:t>
            </a:r>
            <a:r>
              <a:rPr lang="en-US" altLang="zh-CN" dirty="0" err="1">
                <a:solidFill>
                  <a:srgbClr val="000000"/>
                </a:solidFill>
                <a:latin typeface="宋体" panose="02010600030101010101" pitchFamily="2" charset="-122"/>
                <a:cs typeface="Tahoma" panose="020B0604030504040204" pitchFamily="34" charset="0"/>
              </a:rPr>
              <a:t>v</a:t>
            </a:r>
            <a:r>
              <a:rPr lang="en-US" altLang="zh-CN" baseline="-30000" dirty="0" err="1">
                <a:solidFill>
                  <a:srgbClr val="000000"/>
                </a:solidFill>
                <a:latin typeface="宋体" panose="02010600030101010101" pitchFamily="2" charset="-122"/>
                <a:cs typeface="Tahoma" panose="020B0604030504040204" pitchFamily="34" charset="0"/>
              </a:rPr>
              <a:t>k</a:t>
            </a:r>
            <a:r>
              <a:rPr lang="en-US" altLang="zh-CN" dirty="0">
                <a:solidFill>
                  <a:srgbClr val="000000"/>
                </a:solidFill>
                <a:latin typeface="宋体" panose="02010600030101010101" pitchFamily="2" charset="-122"/>
                <a:cs typeface="Tahoma" panose="020B0604030504040204" pitchFamily="34" charset="0"/>
              </a:rPr>
              <a:t>=v</a:t>
            </a:r>
            <a:r>
              <a:rPr lang="en-US" altLang="zh-CN" baseline="-30000" dirty="0">
                <a:solidFill>
                  <a:srgbClr val="000000"/>
                </a:solidFill>
                <a:latin typeface="宋体" panose="02010600030101010101" pitchFamily="2" charset="-122"/>
                <a:cs typeface="Tahoma" panose="020B0604030504040204" pitchFamily="34" charset="0"/>
              </a:rPr>
              <a:t>0</a:t>
            </a:r>
            <a:r>
              <a:rPr lang="zh-CN" altLang="en-US" dirty="0">
                <a:solidFill>
                  <a:srgbClr val="000000"/>
                </a:solidFill>
                <a:latin typeface="宋体" panose="02010600030101010101" pitchFamily="2" charset="-122"/>
                <a:cs typeface="Tahoma" panose="020B0604030504040204" pitchFamily="34" charset="0"/>
              </a:rPr>
              <a:t>，即得到回路</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a:t>
            </a:r>
            <a:r>
              <a:rPr lang="en-US" altLang="zh-CN" dirty="0">
                <a:solidFill>
                  <a:srgbClr val="000000"/>
                </a:solidFill>
                <a:latin typeface="宋体" panose="02010600030101010101" pitchFamily="2" charset="-122"/>
                <a:cs typeface="Tahoma" panose="020B0604030504040204" pitchFamily="34" charset="0"/>
              </a:rPr>
              <a:t>α</a:t>
            </a:r>
            <a:r>
              <a:rPr lang="zh-CN" altLang="en-US" dirty="0">
                <a:solidFill>
                  <a:srgbClr val="000000"/>
                </a:solidFill>
                <a:latin typeface="宋体" panose="02010600030101010101" pitchFamily="2" charset="-122"/>
                <a:cs typeface="Tahoma" panose="020B0604030504040204" pitchFamily="34" charset="0"/>
              </a:rPr>
              <a:t>中没有重复边。</a:t>
            </a:r>
            <a:r>
              <a:rPr lang="zh-CN" altLang="en-US" dirty="0">
                <a:latin typeface="宋体" panose="02010600030101010101" pitchFamily="2" charset="-122"/>
              </a:rPr>
              <a:t> </a:t>
            </a:r>
          </a:p>
        </p:txBody>
      </p:sp>
    </p:spTree>
    <p:extLst>
      <p:ext uri="{BB962C8B-B14F-4D97-AF65-F5344CB8AC3E}">
        <p14:creationId xmlns:p14="http://schemas.microsoft.com/office/powerpoint/2010/main" val="259635657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396D2F0F-9060-4812-A0B4-D6452D7AE661}"/>
              </a:ext>
            </a:extLst>
          </p:cNvPr>
          <p:cNvSpPr txBox="1">
            <a:spLocks noChangeArrowheads="1"/>
          </p:cNvSpPr>
          <p:nvPr/>
        </p:nvSpPr>
        <p:spPr bwMode="auto">
          <a:xfrm>
            <a:off x="1219200" y="1052513"/>
            <a:ext cx="10382774" cy="554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sz="2400" dirty="0">
                <a:solidFill>
                  <a:srgbClr val="000000"/>
                </a:solidFill>
                <a:cs typeface="Tahoma" panose="020B0604030504040204" pitchFamily="34" charset="0"/>
              </a:rPr>
              <a:t>       </a:t>
            </a:r>
            <a:r>
              <a:rPr lang="en-US" altLang="zh-CN" sz="2400" dirty="0">
                <a:solidFill>
                  <a:srgbClr val="000000"/>
                </a:solidFill>
                <a:latin typeface="宋体" panose="02010600030101010101" pitchFamily="2" charset="-122"/>
                <a:cs typeface="Tahoma" panose="020B0604030504040204" pitchFamily="34" charset="0"/>
              </a:rPr>
              <a:t>2) </a:t>
            </a:r>
            <a:r>
              <a:rPr lang="zh-CN" altLang="en-US" sz="2400" dirty="0">
                <a:solidFill>
                  <a:srgbClr val="000000"/>
                </a:solidFill>
                <a:latin typeface="宋体" panose="02010600030101010101" pitchFamily="2" charset="-122"/>
                <a:cs typeface="Tahoma" panose="020B0604030504040204" pitchFamily="34" charset="0"/>
              </a:rPr>
              <a:t>若</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中包含</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中所有边，</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即为欧拉回路；反之，设</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为从</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中去掉</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中的边后所剩边及这些边关联的结点组成，</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1</a:t>
            </a:r>
            <a:r>
              <a:rPr lang="zh-CN" altLang="en-US" sz="2400" dirty="0">
                <a:solidFill>
                  <a:srgbClr val="000000"/>
                </a:solidFill>
                <a:latin typeface="宋体" panose="02010600030101010101" pitchFamily="2" charset="-122"/>
                <a:cs typeface="Tahoma" panose="020B0604030504040204" pitchFamily="34" charset="0"/>
              </a:rPr>
              <a:t>，</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2</a:t>
            </a:r>
            <a:r>
              <a:rPr lang="zh-CN" altLang="en-US" sz="2400" dirty="0">
                <a:solidFill>
                  <a:srgbClr val="000000"/>
                </a:solidFill>
                <a:latin typeface="宋体" panose="02010600030101010101" pitchFamily="2" charset="-122"/>
                <a:cs typeface="Tahoma" panose="020B0604030504040204" pitchFamily="34" charset="0"/>
              </a:rPr>
              <a:t>，</a:t>
            </a:r>
            <a:r>
              <a:rPr lang="en-US" altLang="zh-CN" sz="2400" dirty="0">
                <a:solidFill>
                  <a:srgbClr val="000000"/>
                </a:solidFill>
                <a:latin typeface="宋体" panose="02010600030101010101" pitchFamily="2" charset="-122"/>
                <a:cs typeface="Tahoma" panose="020B0604030504040204" pitchFamily="34" charset="0"/>
              </a:rPr>
              <a:t>…</a:t>
            </a:r>
            <a:r>
              <a:rPr lang="zh-CN" altLang="en-US" sz="2400" dirty="0">
                <a:solidFill>
                  <a:srgbClr val="000000"/>
                </a:solidFill>
                <a:latin typeface="宋体" panose="02010600030101010101" pitchFamily="2" charset="-122"/>
                <a:cs typeface="Tahoma" panose="020B0604030504040204" pitchFamily="34" charset="0"/>
              </a:rPr>
              <a:t>，</a:t>
            </a:r>
            <a:r>
              <a:rPr lang="en-US" altLang="zh-CN" sz="2400" dirty="0" err="1">
                <a:solidFill>
                  <a:srgbClr val="000000"/>
                </a:solidFill>
                <a:latin typeface="宋体" panose="02010600030101010101" pitchFamily="2" charset="-122"/>
                <a:cs typeface="Tahoma" panose="020B0604030504040204" pitchFamily="34" charset="0"/>
              </a:rPr>
              <a:t>H</a:t>
            </a:r>
            <a:r>
              <a:rPr lang="en-US" altLang="zh-CN" sz="2400" baseline="-30000" dirty="0" err="1">
                <a:solidFill>
                  <a:srgbClr val="000000"/>
                </a:solidFill>
                <a:latin typeface="宋体" panose="02010600030101010101" pitchFamily="2" charset="-122"/>
                <a:cs typeface="Tahoma" panose="020B0604030504040204" pitchFamily="34" charset="0"/>
              </a:rPr>
              <a:t>k</a:t>
            </a:r>
            <a:r>
              <a:rPr lang="zh-CN" altLang="en-US" sz="2400" dirty="0">
                <a:solidFill>
                  <a:srgbClr val="000000"/>
                </a:solidFill>
                <a:latin typeface="宋体" panose="02010600030101010101" pitchFamily="2" charset="-122"/>
                <a:cs typeface="Tahoma" panose="020B0604030504040204" pitchFamily="34" charset="0"/>
              </a:rPr>
              <a:t>为</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的</a:t>
            </a:r>
            <a:r>
              <a:rPr lang="en-US" altLang="zh-CN" sz="2400" dirty="0">
                <a:solidFill>
                  <a:srgbClr val="000000"/>
                </a:solidFill>
                <a:latin typeface="宋体" panose="02010600030101010101" pitchFamily="2" charset="-122"/>
                <a:cs typeface="Tahoma" panose="020B0604030504040204" pitchFamily="34" charset="0"/>
              </a:rPr>
              <a:t>k</a:t>
            </a:r>
            <a:r>
              <a:rPr lang="zh-CN" altLang="en-US" sz="2400" dirty="0">
                <a:solidFill>
                  <a:srgbClr val="000000"/>
                </a:solidFill>
                <a:latin typeface="宋体" panose="02010600030101010101" pitchFamily="2" charset="-122"/>
                <a:cs typeface="Tahoma" panose="020B0604030504040204" pitchFamily="34" charset="0"/>
              </a:rPr>
              <a:t>个分图。对任一分图</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，其 所有结点度数均为偶数，</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与</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至少有一个结点重合，设为</a:t>
            </a:r>
            <a:r>
              <a:rPr lang="en-US" altLang="zh-CN" sz="2400" dirty="0">
                <a:solidFill>
                  <a:srgbClr val="000000"/>
                </a:solidFill>
                <a:latin typeface="宋体" panose="02010600030101010101" pitchFamily="2" charset="-122"/>
                <a:cs typeface="Tahoma" panose="020B0604030504040204" pitchFamily="34" charset="0"/>
              </a:rPr>
              <a:t>v</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，对</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从</a:t>
            </a:r>
            <a:r>
              <a:rPr lang="en-US" altLang="zh-CN" sz="2400" dirty="0">
                <a:solidFill>
                  <a:srgbClr val="000000"/>
                </a:solidFill>
                <a:latin typeface="宋体" panose="02010600030101010101" pitchFamily="2" charset="-122"/>
                <a:cs typeface="Tahoma" panose="020B0604030504040204" pitchFamily="34" charset="0"/>
              </a:rPr>
              <a:t>v</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出发重复步骤</a:t>
            </a:r>
            <a:r>
              <a:rPr lang="en-US" altLang="zh-CN" sz="2400" dirty="0">
                <a:solidFill>
                  <a:srgbClr val="000000"/>
                </a:solidFill>
                <a:latin typeface="宋体" panose="02010600030101010101" pitchFamily="2" charset="-122"/>
                <a:cs typeface="Tahoma" panose="020B0604030504040204" pitchFamily="34" charset="0"/>
              </a:rPr>
              <a:t>(1)</a:t>
            </a:r>
            <a:r>
              <a:rPr lang="zh-CN" altLang="en-US" sz="2400" dirty="0">
                <a:solidFill>
                  <a:srgbClr val="000000"/>
                </a:solidFill>
                <a:latin typeface="宋体" panose="02010600030101010101" pitchFamily="2" charset="-122"/>
                <a:cs typeface="Tahoma" panose="020B0604030504040204" pitchFamily="34" charset="0"/>
              </a:rPr>
              <a:t>，得到回路</a:t>
            </a:r>
            <a:r>
              <a:rPr lang="en-US" altLang="zh-CN" sz="2400" dirty="0">
                <a:solidFill>
                  <a:srgbClr val="000000"/>
                </a:solidFill>
                <a:latin typeface="宋体" panose="02010600030101010101" pitchFamily="2" charset="-122"/>
                <a:cs typeface="Tahoma" panose="020B0604030504040204" pitchFamily="34" charset="0"/>
              </a:rPr>
              <a:t>α′</a:t>
            </a:r>
            <a:r>
              <a:rPr lang="en-US" altLang="zh-CN" sz="2400" baseline="-30000" dirty="0" err="1">
                <a:solidFill>
                  <a:srgbClr val="000000"/>
                </a:solidFill>
                <a:latin typeface="宋体" panose="02010600030101010101" pitchFamily="2" charset="-122"/>
                <a:cs typeface="Tahoma" panose="020B0604030504040204" pitchFamily="34" charset="0"/>
              </a:rPr>
              <a:t>i</a:t>
            </a:r>
            <a:r>
              <a:rPr lang="en-US" altLang="zh-CN" sz="2400" dirty="0">
                <a:solidFill>
                  <a:srgbClr val="000000"/>
                </a:solidFill>
                <a:latin typeface="宋体" panose="02010600030101010101" pitchFamily="2" charset="-122"/>
                <a:cs typeface="Tahoma" panose="020B0604030504040204" pitchFamily="34" charset="0"/>
              </a:rPr>
              <a:t>=v</a:t>
            </a:r>
            <a:r>
              <a:rPr lang="en-US" altLang="zh-CN" sz="2400" baseline="-30000" dirty="0">
                <a:solidFill>
                  <a:srgbClr val="000000"/>
                </a:solidFill>
                <a:latin typeface="宋体" panose="02010600030101010101" pitchFamily="2" charset="-122"/>
                <a:cs typeface="Tahoma" panose="020B0604030504040204" pitchFamily="34" charset="0"/>
              </a:rPr>
              <a:t>i</a:t>
            </a:r>
            <a:r>
              <a:rPr lang="en-US" altLang="zh-CN" sz="2400" dirty="0">
                <a:solidFill>
                  <a:srgbClr val="000000"/>
                </a:solidFill>
                <a:latin typeface="宋体" panose="02010600030101010101" pitchFamily="2" charset="-122"/>
                <a:cs typeface="Tahoma" panose="020B0604030504040204" pitchFamily="34" charset="0"/>
              </a:rPr>
              <a:t>v</a:t>
            </a:r>
            <a:r>
              <a:rPr lang="en-US" altLang="zh-CN" sz="2400" baseline="-30000" dirty="0">
                <a:solidFill>
                  <a:srgbClr val="000000"/>
                </a:solidFill>
                <a:latin typeface="宋体" panose="02010600030101010101" pitchFamily="2" charset="-122"/>
                <a:cs typeface="Tahoma" panose="020B0604030504040204" pitchFamily="34" charset="0"/>
              </a:rPr>
              <a:t>i1</a:t>
            </a:r>
            <a:r>
              <a:rPr lang="en-US" altLang="zh-CN" sz="2400" dirty="0">
                <a:solidFill>
                  <a:srgbClr val="000000"/>
                </a:solidFill>
                <a:latin typeface="宋体" panose="02010600030101010101" pitchFamily="2" charset="-122"/>
                <a:cs typeface="Tahoma" panose="020B0604030504040204" pitchFamily="34" charset="0"/>
              </a:rPr>
              <a:t>…v</a:t>
            </a:r>
            <a:r>
              <a:rPr lang="en-US" altLang="zh-CN" sz="2400" baseline="-30000" dirty="0">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，将</a:t>
            </a:r>
            <a:r>
              <a:rPr lang="en-US" altLang="zh-CN" sz="2400" dirty="0">
                <a:solidFill>
                  <a:srgbClr val="000000"/>
                </a:solidFill>
                <a:latin typeface="宋体" panose="02010600030101010101" pitchFamily="2" charset="-122"/>
                <a:cs typeface="Tahoma" panose="020B0604030504040204" pitchFamily="34" charset="0"/>
              </a:rPr>
              <a:t>α′</a:t>
            </a:r>
            <a:r>
              <a:rPr lang="en-US" altLang="zh-CN" sz="2400" baseline="-30000" dirty="0" err="1">
                <a:solidFill>
                  <a:srgbClr val="000000"/>
                </a:solidFill>
                <a:latin typeface="宋体" panose="02010600030101010101" pitchFamily="2" charset="-122"/>
                <a:cs typeface="Tahoma" panose="020B0604030504040204" pitchFamily="34" charset="0"/>
              </a:rPr>
              <a:t>i</a:t>
            </a:r>
            <a:r>
              <a:rPr lang="zh-CN" altLang="en-US" sz="2400" dirty="0">
                <a:solidFill>
                  <a:srgbClr val="000000"/>
                </a:solidFill>
                <a:latin typeface="宋体" panose="02010600030101010101" pitchFamily="2" charset="-122"/>
                <a:cs typeface="Tahoma" panose="020B0604030504040204" pitchFamily="34" charset="0"/>
              </a:rPr>
              <a:t>并入</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中，对于每个分图</a:t>
            </a:r>
            <a:r>
              <a:rPr lang="en-US" altLang="zh-CN" sz="2400" dirty="0">
                <a:solidFill>
                  <a:srgbClr val="000000"/>
                </a:solidFill>
                <a:latin typeface="宋体" panose="02010600030101010101" pitchFamily="2" charset="-122"/>
                <a:cs typeface="Tahoma" panose="020B0604030504040204" pitchFamily="34" charset="0"/>
              </a:rPr>
              <a:t>H</a:t>
            </a:r>
            <a:r>
              <a:rPr lang="en-US" altLang="zh-CN" sz="2400" baseline="-30000" dirty="0">
                <a:solidFill>
                  <a:srgbClr val="000000"/>
                </a:solidFill>
                <a:latin typeface="宋体" panose="02010600030101010101" pitchFamily="2" charset="-122"/>
                <a:cs typeface="Tahoma" panose="020B0604030504040204" pitchFamily="34" charset="0"/>
              </a:rPr>
              <a:t>1</a:t>
            </a:r>
            <a:r>
              <a:rPr lang="zh-CN" altLang="en-US" sz="2400" dirty="0">
                <a:solidFill>
                  <a:srgbClr val="000000"/>
                </a:solidFill>
                <a:latin typeface="宋体" panose="02010600030101010101" pitchFamily="2" charset="-122"/>
                <a:cs typeface="Tahoma" panose="020B0604030504040204" pitchFamily="34" charset="0"/>
              </a:rPr>
              <a:t>，</a:t>
            </a:r>
            <a:r>
              <a:rPr lang="en-US" altLang="zh-CN" sz="2400" dirty="0">
                <a:solidFill>
                  <a:srgbClr val="000000"/>
                </a:solidFill>
                <a:latin typeface="宋体" panose="02010600030101010101" pitchFamily="2" charset="-122"/>
                <a:cs typeface="Tahoma" panose="020B0604030504040204" pitchFamily="34" charset="0"/>
              </a:rPr>
              <a:t>…</a:t>
            </a:r>
            <a:r>
              <a:rPr lang="zh-CN" altLang="en-US" sz="2400" dirty="0">
                <a:solidFill>
                  <a:srgbClr val="000000"/>
                </a:solidFill>
                <a:latin typeface="宋体" panose="02010600030101010101" pitchFamily="2" charset="-122"/>
                <a:cs typeface="Tahoma" panose="020B0604030504040204" pitchFamily="34" charset="0"/>
              </a:rPr>
              <a:t>，</a:t>
            </a:r>
            <a:r>
              <a:rPr lang="en-US" altLang="zh-CN" sz="2400" dirty="0" err="1">
                <a:solidFill>
                  <a:srgbClr val="000000"/>
                </a:solidFill>
                <a:latin typeface="宋体" panose="02010600030101010101" pitchFamily="2" charset="-122"/>
                <a:cs typeface="Tahoma" panose="020B0604030504040204" pitchFamily="34" charset="0"/>
              </a:rPr>
              <a:t>H</a:t>
            </a:r>
            <a:r>
              <a:rPr lang="en-US" altLang="zh-CN" sz="2400" baseline="-30000" dirty="0" err="1">
                <a:solidFill>
                  <a:srgbClr val="000000"/>
                </a:solidFill>
                <a:latin typeface="宋体" panose="02010600030101010101" pitchFamily="2" charset="-122"/>
                <a:cs typeface="Tahoma" panose="020B0604030504040204" pitchFamily="34" charset="0"/>
              </a:rPr>
              <a:t>k</a:t>
            </a:r>
            <a:r>
              <a:rPr lang="zh-CN" altLang="en-US" sz="2400" dirty="0">
                <a:solidFill>
                  <a:srgbClr val="000000"/>
                </a:solidFill>
                <a:latin typeface="宋体" panose="02010600030101010101" pitchFamily="2" charset="-122"/>
                <a:cs typeface="Tahoma" panose="020B0604030504040204" pitchFamily="34" charset="0"/>
              </a:rPr>
              <a:t>重复上述过程。  </a:t>
            </a:r>
          </a:p>
          <a:p>
            <a:pPr algn="just"/>
            <a:r>
              <a:rPr lang="zh-CN" altLang="en-US" sz="2400" dirty="0">
                <a:solidFill>
                  <a:srgbClr val="000000"/>
                </a:solidFill>
                <a:latin typeface="宋体" panose="02010600030101010101" pitchFamily="2" charset="-122"/>
                <a:cs typeface="Tahoma" panose="020B0604030504040204" pitchFamily="34" charset="0"/>
              </a:rPr>
              <a:t>   </a:t>
            </a:r>
            <a:r>
              <a:rPr lang="en-US" altLang="zh-CN" sz="2400" dirty="0">
                <a:solidFill>
                  <a:srgbClr val="000000"/>
                </a:solidFill>
                <a:latin typeface="宋体" panose="02010600030101010101" pitchFamily="2" charset="-122"/>
                <a:cs typeface="Tahoma" panose="020B0604030504040204" pitchFamily="34" charset="0"/>
              </a:rPr>
              <a:t>3) </a:t>
            </a:r>
            <a:r>
              <a:rPr lang="zh-CN" altLang="en-US" sz="2400" dirty="0">
                <a:solidFill>
                  <a:srgbClr val="000000"/>
                </a:solidFill>
                <a:latin typeface="宋体" panose="02010600030101010101" pitchFamily="2" charset="-122"/>
                <a:cs typeface="Tahoma" panose="020B0604030504040204" pitchFamily="34" charset="0"/>
              </a:rPr>
              <a:t>若经</a:t>
            </a:r>
            <a:r>
              <a:rPr lang="en-US" altLang="zh-CN" sz="2400" dirty="0">
                <a:solidFill>
                  <a:srgbClr val="000000"/>
                </a:solidFill>
                <a:latin typeface="宋体" panose="02010600030101010101" pitchFamily="2" charset="-122"/>
                <a:cs typeface="Tahoma" panose="020B0604030504040204" pitchFamily="34" charset="0"/>
              </a:rPr>
              <a:t>(2)</a:t>
            </a:r>
            <a:r>
              <a:rPr lang="zh-CN" altLang="en-US" sz="2400" dirty="0">
                <a:solidFill>
                  <a:srgbClr val="000000"/>
                </a:solidFill>
                <a:latin typeface="宋体" panose="02010600030101010101" pitchFamily="2" charset="-122"/>
                <a:cs typeface="Tahoma" panose="020B0604030504040204" pitchFamily="34" charset="0"/>
              </a:rPr>
              <a:t>得到的</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包含</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中的所有边，则</a:t>
            </a:r>
            <a:r>
              <a:rPr lang="en-US" altLang="zh-CN" sz="2400" dirty="0">
                <a:solidFill>
                  <a:srgbClr val="000000"/>
                </a:solidFill>
                <a:latin typeface="宋体" panose="02010600030101010101" pitchFamily="2" charset="-122"/>
                <a:cs typeface="Tahoma" panose="020B0604030504040204" pitchFamily="34" charset="0"/>
              </a:rPr>
              <a:t>α</a:t>
            </a:r>
            <a:r>
              <a:rPr lang="zh-CN" altLang="en-US" sz="2400" dirty="0">
                <a:solidFill>
                  <a:srgbClr val="000000"/>
                </a:solidFill>
                <a:latin typeface="宋体" panose="02010600030101010101" pitchFamily="2" charset="-122"/>
                <a:cs typeface="Tahoma" panose="020B0604030504040204" pitchFamily="34" charset="0"/>
              </a:rPr>
              <a:t>为欧拉回路；否则重复</a:t>
            </a:r>
            <a:r>
              <a:rPr lang="en-US" altLang="zh-CN" sz="2400" dirty="0">
                <a:solidFill>
                  <a:srgbClr val="000000"/>
                </a:solidFill>
                <a:latin typeface="宋体" panose="02010600030101010101" pitchFamily="2" charset="-122"/>
                <a:cs typeface="Tahoma" panose="020B0604030504040204" pitchFamily="34" charset="0"/>
              </a:rPr>
              <a:t>(2)</a:t>
            </a:r>
            <a:r>
              <a:rPr lang="zh-CN" altLang="en-US" sz="2400" dirty="0">
                <a:solidFill>
                  <a:srgbClr val="000000"/>
                </a:solidFill>
                <a:latin typeface="宋体" panose="02010600030101010101" pitchFamily="2" charset="-122"/>
                <a:cs typeface="Tahoma" panose="020B0604030504040204" pitchFamily="34" charset="0"/>
              </a:rPr>
              <a:t>直到构造出一条包含</a:t>
            </a:r>
            <a:r>
              <a:rPr lang="en-US" altLang="zh-CN" sz="2400" dirty="0">
                <a:solidFill>
                  <a:srgbClr val="000000"/>
                </a:solidFill>
                <a:latin typeface="宋体" panose="02010600030101010101" pitchFamily="2" charset="-122"/>
                <a:cs typeface="Tahoma" panose="020B0604030504040204" pitchFamily="34" charset="0"/>
              </a:rPr>
              <a:t>G</a:t>
            </a:r>
            <a:r>
              <a:rPr lang="zh-CN" altLang="en-US" sz="2400" dirty="0">
                <a:solidFill>
                  <a:srgbClr val="000000"/>
                </a:solidFill>
                <a:latin typeface="宋体" panose="02010600030101010101" pitchFamily="2" charset="-122"/>
                <a:cs typeface="Tahoma" panose="020B0604030504040204" pitchFamily="34" charset="0"/>
              </a:rPr>
              <a:t>中所有边的回路为止。</a:t>
            </a:r>
            <a:r>
              <a:rPr lang="zh-CN" altLang="en-US" sz="2400" dirty="0">
                <a:latin typeface="宋体" panose="02010600030101010101" pitchFamily="2" charset="-122"/>
              </a:rPr>
              <a:t> </a:t>
            </a:r>
          </a:p>
        </p:txBody>
      </p:sp>
    </p:spTree>
    <p:extLst>
      <p:ext uri="{BB962C8B-B14F-4D97-AF65-F5344CB8AC3E}">
        <p14:creationId xmlns:p14="http://schemas.microsoft.com/office/powerpoint/2010/main" val="37351932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grpSp>
        <p:nvGrpSpPr>
          <p:cNvPr id="38" name="Group 39">
            <a:extLst>
              <a:ext uri="{FF2B5EF4-FFF2-40B4-BE49-F238E27FC236}">
                <a16:creationId xmlns:a16="http://schemas.microsoft.com/office/drawing/2014/main" id="{F397613F-DBD6-4447-8F96-48467F015282}"/>
              </a:ext>
            </a:extLst>
          </p:cNvPr>
          <p:cNvGrpSpPr>
            <a:grpSpLocks/>
          </p:cNvGrpSpPr>
          <p:nvPr/>
        </p:nvGrpSpPr>
        <p:grpSpPr bwMode="auto">
          <a:xfrm>
            <a:off x="3848100" y="988328"/>
            <a:ext cx="2247900" cy="2981325"/>
            <a:chOff x="4002" y="1764"/>
            <a:chExt cx="1416" cy="1878"/>
          </a:xfrm>
        </p:grpSpPr>
        <p:sp>
          <p:nvSpPr>
            <p:cNvPr id="39" name="Oval 5">
              <a:extLst>
                <a:ext uri="{FF2B5EF4-FFF2-40B4-BE49-F238E27FC236}">
                  <a16:creationId xmlns:a16="http://schemas.microsoft.com/office/drawing/2014/main" id="{F4BB3AF3-B8A3-4D02-9557-D5D82FF27B15}"/>
                </a:ext>
              </a:extLst>
            </p:cNvPr>
            <p:cNvSpPr>
              <a:spLocks noChangeArrowheads="1"/>
            </p:cNvSpPr>
            <p:nvPr/>
          </p:nvSpPr>
          <p:spPr bwMode="auto">
            <a:xfrm>
              <a:off x="4656" y="1986"/>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0" name="Oval 6">
              <a:extLst>
                <a:ext uri="{FF2B5EF4-FFF2-40B4-BE49-F238E27FC236}">
                  <a16:creationId xmlns:a16="http://schemas.microsoft.com/office/drawing/2014/main" id="{A8AF68DA-07D0-4CF6-98DD-9792BD677784}"/>
                </a:ext>
              </a:extLst>
            </p:cNvPr>
            <p:cNvSpPr>
              <a:spLocks noChangeArrowheads="1"/>
            </p:cNvSpPr>
            <p:nvPr/>
          </p:nvSpPr>
          <p:spPr bwMode="auto">
            <a:xfrm>
              <a:off x="4188" y="2393"/>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 name="Oval 7">
              <a:extLst>
                <a:ext uri="{FF2B5EF4-FFF2-40B4-BE49-F238E27FC236}">
                  <a16:creationId xmlns:a16="http://schemas.microsoft.com/office/drawing/2014/main" id="{E5DDAB37-3116-44DD-B15B-41D62BFA317F}"/>
                </a:ext>
              </a:extLst>
            </p:cNvPr>
            <p:cNvSpPr>
              <a:spLocks noChangeArrowheads="1"/>
            </p:cNvSpPr>
            <p:nvPr/>
          </p:nvSpPr>
          <p:spPr bwMode="auto">
            <a:xfrm>
              <a:off x="4181" y="2969"/>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Oval 8">
              <a:extLst>
                <a:ext uri="{FF2B5EF4-FFF2-40B4-BE49-F238E27FC236}">
                  <a16:creationId xmlns:a16="http://schemas.microsoft.com/office/drawing/2014/main" id="{28AFBB0A-FBCE-4A27-BA35-8B157C50A378}"/>
                </a:ext>
              </a:extLst>
            </p:cNvPr>
            <p:cNvSpPr>
              <a:spLocks noChangeArrowheads="1"/>
            </p:cNvSpPr>
            <p:nvPr/>
          </p:nvSpPr>
          <p:spPr bwMode="auto">
            <a:xfrm>
              <a:off x="5141" y="2969"/>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 name="Oval 9">
              <a:extLst>
                <a:ext uri="{FF2B5EF4-FFF2-40B4-BE49-F238E27FC236}">
                  <a16:creationId xmlns:a16="http://schemas.microsoft.com/office/drawing/2014/main" id="{71753ABB-F8AD-4269-816F-87577863D3E3}"/>
                </a:ext>
              </a:extLst>
            </p:cNvPr>
            <p:cNvSpPr>
              <a:spLocks noChangeArrowheads="1"/>
            </p:cNvSpPr>
            <p:nvPr/>
          </p:nvSpPr>
          <p:spPr bwMode="auto">
            <a:xfrm>
              <a:off x="5141" y="2393"/>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4" name="Oval 10">
              <a:extLst>
                <a:ext uri="{FF2B5EF4-FFF2-40B4-BE49-F238E27FC236}">
                  <a16:creationId xmlns:a16="http://schemas.microsoft.com/office/drawing/2014/main" id="{CFD721ED-1940-4035-A494-1A270BE9FAF8}"/>
                </a:ext>
              </a:extLst>
            </p:cNvPr>
            <p:cNvSpPr>
              <a:spLocks noChangeArrowheads="1"/>
            </p:cNvSpPr>
            <p:nvPr/>
          </p:nvSpPr>
          <p:spPr bwMode="auto">
            <a:xfrm>
              <a:off x="4656" y="3377"/>
              <a:ext cx="91" cy="91"/>
            </a:xfrm>
            <a:prstGeom prst="ellips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Freeform 11">
              <a:extLst>
                <a:ext uri="{FF2B5EF4-FFF2-40B4-BE49-F238E27FC236}">
                  <a16:creationId xmlns:a16="http://schemas.microsoft.com/office/drawing/2014/main" id="{C1BA1FA6-976C-48D6-B5D7-12C90AE789A3}"/>
                </a:ext>
              </a:extLst>
            </p:cNvPr>
            <p:cNvSpPr>
              <a:spLocks/>
            </p:cNvSpPr>
            <p:nvPr/>
          </p:nvSpPr>
          <p:spPr bwMode="auto">
            <a:xfrm>
              <a:off x="4245" y="3060"/>
              <a:ext cx="408" cy="351"/>
            </a:xfrm>
            <a:custGeom>
              <a:avLst/>
              <a:gdLst>
                <a:gd name="T0" fmla="*/ 0 w 408"/>
                <a:gd name="T1" fmla="*/ 0 h 351"/>
                <a:gd name="T2" fmla="*/ 408 w 408"/>
                <a:gd name="T3" fmla="*/ 351 h 351"/>
              </a:gdLst>
              <a:ahLst/>
              <a:cxnLst>
                <a:cxn ang="0">
                  <a:pos x="T0" y="T1"/>
                </a:cxn>
                <a:cxn ang="0">
                  <a:pos x="T2" y="T3"/>
                </a:cxn>
              </a:cxnLst>
              <a:rect l="0" t="0" r="r" b="b"/>
              <a:pathLst>
                <a:path w="408" h="351">
                  <a:moveTo>
                    <a:pt x="0" y="0"/>
                  </a:moveTo>
                  <a:lnTo>
                    <a:pt x="408" y="351"/>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Freeform 12">
              <a:extLst>
                <a:ext uri="{FF2B5EF4-FFF2-40B4-BE49-F238E27FC236}">
                  <a16:creationId xmlns:a16="http://schemas.microsoft.com/office/drawing/2014/main" id="{E029EE83-B106-4425-9D9D-8F853803E3F9}"/>
                </a:ext>
              </a:extLst>
            </p:cNvPr>
            <p:cNvSpPr>
              <a:spLocks/>
            </p:cNvSpPr>
            <p:nvPr/>
          </p:nvSpPr>
          <p:spPr bwMode="auto">
            <a:xfrm>
              <a:off x="4752" y="3059"/>
              <a:ext cx="411" cy="357"/>
            </a:xfrm>
            <a:custGeom>
              <a:avLst/>
              <a:gdLst>
                <a:gd name="T0" fmla="*/ 411 w 411"/>
                <a:gd name="T1" fmla="*/ 0 h 357"/>
                <a:gd name="T2" fmla="*/ 0 w 411"/>
                <a:gd name="T3" fmla="*/ 357 h 357"/>
              </a:gdLst>
              <a:ahLst/>
              <a:cxnLst>
                <a:cxn ang="0">
                  <a:pos x="T0" y="T1"/>
                </a:cxn>
                <a:cxn ang="0">
                  <a:pos x="T2" y="T3"/>
                </a:cxn>
              </a:cxnLst>
              <a:rect l="0" t="0" r="r" b="b"/>
              <a:pathLst>
                <a:path w="411" h="357">
                  <a:moveTo>
                    <a:pt x="411" y="0"/>
                  </a:moveTo>
                  <a:lnTo>
                    <a:pt x="0" y="357"/>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Freeform 13">
              <a:extLst>
                <a:ext uri="{FF2B5EF4-FFF2-40B4-BE49-F238E27FC236}">
                  <a16:creationId xmlns:a16="http://schemas.microsoft.com/office/drawing/2014/main" id="{199E2BE8-D65B-4430-BBD1-A697946FFCA8}"/>
                </a:ext>
              </a:extLst>
            </p:cNvPr>
            <p:cNvSpPr>
              <a:spLocks/>
            </p:cNvSpPr>
            <p:nvPr/>
          </p:nvSpPr>
          <p:spPr bwMode="auto">
            <a:xfrm>
              <a:off x="4248" y="2040"/>
              <a:ext cx="404" cy="354"/>
            </a:xfrm>
            <a:custGeom>
              <a:avLst/>
              <a:gdLst>
                <a:gd name="T0" fmla="*/ 404 w 404"/>
                <a:gd name="T1" fmla="*/ 0 h 354"/>
                <a:gd name="T2" fmla="*/ 0 w 404"/>
                <a:gd name="T3" fmla="*/ 354 h 354"/>
              </a:gdLst>
              <a:ahLst/>
              <a:cxnLst>
                <a:cxn ang="0">
                  <a:pos x="T0" y="T1"/>
                </a:cxn>
                <a:cxn ang="0">
                  <a:pos x="T2" y="T3"/>
                </a:cxn>
              </a:cxnLst>
              <a:rect l="0" t="0" r="r" b="b"/>
              <a:pathLst>
                <a:path w="404" h="354">
                  <a:moveTo>
                    <a:pt x="404" y="0"/>
                  </a:moveTo>
                  <a:lnTo>
                    <a:pt x="0" y="354"/>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Freeform 14">
              <a:extLst>
                <a:ext uri="{FF2B5EF4-FFF2-40B4-BE49-F238E27FC236}">
                  <a16:creationId xmlns:a16="http://schemas.microsoft.com/office/drawing/2014/main" id="{78E2A3D3-9408-4461-8124-956BA7998D32}"/>
                </a:ext>
              </a:extLst>
            </p:cNvPr>
            <p:cNvSpPr>
              <a:spLocks/>
            </p:cNvSpPr>
            <p:nvPr/>
          </p:nvSpPr>
          <p:spPr bwMode="auto">
            <a:xfrm>
              <a:off x="4746" y="2040"/>
              <a:ext cx="423" cy="357"/>
            </a:xfrm>
            <a:custGeom>
              <a:avLst/>
              <a:gdLst>
                <a:gd name="T0" fmla="*/ 0 w 423"/>
                <a:gd name="T1" fmla="*/ 0 h 357"/>
                <a:gd name="T2" fmla="*/ 423 w 423"/>
                <a:gd name="T3" fmla="*/ 357 h 357"/>
              </a:gdLst>
              <a:ahLst/>
              <a:cxnLst>
                <a:cxn ang="0">
                  <a:pos x="T0" y="T1"/>
                </a:cxn>
                <a:cxn ang="0">
                  <a:pos x="T2" y="T3"/>
                </a:cxn>
              </a:cxnLst>
              <a:rect l="0" t="0" r="r" b="b"/>
              <a:pathLst>
                <a:path w="423" h="357">
                  <a:moveTo>
                    <a:pt x="0" y="0"/>
                  </a:moveTo>
                  <a:lnTo>
                    <a:pt x="423" y="357"/>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15">
              <a:extLst>
                <a:ext uri="{FF2B5EF4-FFF2-40B4-BE49-F238E27FC236}">
                  <a16:creationId xmlns:a16="http://schemas.microsoft.com/office/drawing/2014/main" id="{3C62E92C-6562-41AC-9543-779B48A62964}"/>
                </a:ext>
              </a:extLst>
            </p:cNvPr>
            <p:cNvSpPr>
              <a:spLocks/>
            </p:cNvSpPr>
            <p:nvPr/>
          </p:nvSpPr>
          <p:spPr bwMode="auto">
            <a:xfrm>
              <a:off x="4266" y="2475"/>
              <a:ext cx="888" cy="501"/>
            </a:xfrm>
            <a:custGeom>
              <a:avLst/>
              <a:gdLst>
                <a:gd name="T0" fmla="*/ 0 w 888"/>
                <a:gd name="T1" fmla="*/ 0 h 501"/>
                <a:gd name="T2" fmla="*/ 888 w 888"/>
                <a:gd name="T3" fmla="*/ 501 h 501"/>
              </a:gdLst>
              <a:ahLst/>
              <a:cxnLst>
                <a:cxn ang="0">
                  <a:pos x="T0" y="T1"/>
                </a:cxn>
                <a:cxn ang="0">
                  <a:pos x="T2" y="T3"/>
                </a:cxn>
              </a:cxnLst>
              <a:rect l="0" t="0" r="r" b="b"/>
              <a:pathLst>
                <a:path w="888" h="501">
                  <a:moveTo>
                    <a:pt x="0" y="0"/>
                  </a:moveTo>
                  <a:lnTo>
                    <a:pt x="888" y="501"/>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Freeform 16">
              <a:extLst>
                <a:ext uri="{FF2B5EF4-FFF2-40B4-BE49-F238E27FC236}">
                  <a16:creationId xmlns:a16="http://schemas.microsoft.com/office/drawing/2014/main" id="{8E2D00F7-6279-491F-958D-9090BB99C382}"/>
                </a:ext>
              </a:extLst>
            </p:cNvPr>
            <p:cNvSpPr>
              <a:spLocks/>
            </p:cNvSpPr>
            <p:nvPr/>
          </p:nvSpPr>
          <p:spPr bwMode="auto">
            <a:xfrm>
              <a:off x="4272" y="2475"/>
              <a:ext cx="876" cy="513"/>
            </a:xfrm>
            <a:custGeom>
              <a:avLst/>
              <a:gdLst>
                <a:gd name="T0" fmla="*/ 876 w 876"/>
                <a:gd name="T1" fmla="*/ 0 h 513"/>
                <a:gd name="T2" fmla="*/ 0 w 876"/>
                <a:gd name="T3" fmla="*/ 513 h 513"/>
              </a:gdLst>
              <a:ahLst/>
              <a:cxnLst>
                <a:cxn ang="0">
                  <a:pos x="T0" y="T1"/>
                </a:cxn>
                <a:cxn ang="0">
                  <a:pos x="T2" y="T3"/>
                </a:cxn>
              </a:cxnLst>
              <a:rect l="0" t="0" r="r" b="b"/>
              <a:pathLst>
                <a:path w="876" h="513">
                  <a:moveTo>
                    <a:pt x="876" y="0"/>
                  </a:moveTo>
                  <a:lnTo>
                    <a:pt x="0" y="513"/>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Freeform 17">
              <a:extLst>
                <a:ext uri="{FF2B5EF4-FFF2-40B4-BE49-F238E27FC236}">
                  <a16:creationId xmlns:a16="http://schemas.microsoft.com/office/drawing/2014/main" id="{17C281EE-D715-427C-AA7F-F5C7B29B1A86}"/>
                </a:ext>
              </a:extLst>
            </p:cNvPr>
            <p:cNvSpPr>
              <a:spLocks/>
            </p:cNvSpPr>
            <p:nvPr/>
          </p:nvSpPr>
          <p:spPr bwMode="auto">
            <a:xfrm>
              <a:off x="4281" y="2442"/>
              <a:ext cx="855" cy="3"/>
            </a:xfrm>
            <a:custGeom>
              <a:avLst/>
              <a:gdLst>
                <a:gd name="T0" fmla="*/ 0 w 855"/>
                <a:gd name="T1" fmla="*/ 3 h 3"/>
                <a:gd name="T2" fmla="*/ 855 w 855"/>
                <a:gd name="T3" fmla="*/ 0 h 3"/>
              </a:gdLst>
              <a:ahLst/>
              <a:cxnLst>
                <a:cxn ang="0">
                  <a:pos x="T0" y="T1"/>
                </a:cxn>
                <a:cxn ang="0">
                  <a:pos x="T2" y="T3"/>
                </a:cxn>
              </a:cxnLst>
              <a:rect l="0" t="0" r="r" b="b"/>
              <a:pathLst>
                <a:path w="855" h="3">
                  <a:moveTo>
                    <a:pt x="0" y="3"/>
                  </a:moveTo>
                  <a:lnTo>
                    <a:pt x="855" y="0"/>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2" name="Freeform 18">
              <a:extLst>
                <a:ext uri="{FF2B5EF4-FFF2-40B4-BE49-F238E27FC236}">
                  <a16:creationId xmlns:a16="http://schemas.microsoft.com/office/drawing/2014/main" id="{9071A191-DA1E-4475-8BFA-87193E142456}"/>
                </a:ext>
              </a:extLst>
            </p:cNvPr>
            <p:cNvSpPr>
              <a:spLocks/>
            </p:cNvSpPr>
            <p:nvPr/>
          </p:nvSpPr>
          <p:spPr bwMode="auto">
            <a:xfrm>
              <a:off x="4224" y="2484"/>
              <a:ext cx="1" cy="483"/>
            </a:xfrm>
            <a:custGeom>
              <a:avLst/>
              <a:gdLst>
                <a:gd name="T0" fmla="*/ 0 w 1"/>
                <a:gd name="T1" fmla="*/ 0 h 483"/>
                <a:gd name="T2" fmla="*/ 0 w 1"/>
                <a:gd name="T3" fmla="*/ 483 h 483"/>
              </a:gdLst>
              <a:ahLst/>
              <a:cxnLst>
                <a:cxn ang="0">
                  <a:pos x="T0" y="T1"/>
                </a:cxn>
                <a:cxn ang="0">
                  <a:pos x="T2" y="T3"/>
                </a:cxn>
              </a:cxnLst>
              <a:rect l="0" t="0" r="r" b="b"/>
              <a:pathLst>
                <a:path w="1" h="483">
                  <a:moveTo>
                    <a:pt x="0" y="0"/>
                  </a:moveTo>
                  <a:lnTo>
                    <a:pt x="0" y="483"/>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Freeform 19">
              <a:extLst>
                <a:ext uri="{FF2B5EF4-FFF2-40B4-BE49-F238E27FC236}">
                  <a16:creationId xmlns:a16="http://schemas.microsoft.com/office/drawing/2014/main" id="{43791BBC-A5FE-42E6-9D9D-3989C18D5A40}"/>
                </a:ext>
              </a:extLst>
            </p:cNvPr>
            <p:cNvSpPr>
              <a:spLocks/>
            </p:cNvSpPr>
            <p:nvPr/>
          </p:nvSpPr>
          <p:spPr bwMode="auto">
            <a:xfrm>
              <a:off x="4272" y="3018"/>
              <a:ext cx="870" cy="3"/>
            </a:xfrm>
            <a:custGeom>
              <a:avLst/>
              <a:gdLst>
                <a:gd name="T0" fmla="*/ 0 w 870"/>
                <a:gd name="T1" fmla="*/ 3 h 3"/>
                <a:gd name="T2" fmla="*/ 870 w 870"/>
                <a:gd name="T3" fmla="*/ 0 h 3"/>
              </a:gdLst>
              <a:ahLst/>
              <a:cxnLst>
                <a:cxn ang="0">
                  <a:pos x="T0" y="T1"/>
                </a:cxn>
                <a:cxn ang="0">
                  <a:pos x="T2" y="T3"/>
                </a:cxn>
              </a:cxnLst>
              <a:rect l="0" t="0" r="r" b="b"/>
              <a:pathLst>
                <a:path w="870" h="3">
                  <a:moveTo>
                    <a:pt x="0" y="3"/>
                  </a:moveTo>
                  <a:lnTo>
                    <a:pt x="870" y="0"/>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4" name="Freeform 20">
              <a:extLst>
                <a:ext uri="{FF2B5EF4-FFF2-40B4-BE49-F238E27FC236}">
                  <a16:creationId xmlns:a16="http://schemas.microsoft.com/office/drawing/2014/main" id="{DC5E76D2-D9F9-447F-9129-61BB3F4FFC9F}"/>
                </a:ext>
              </a:extLst>
            </p:cNvPr>
            <p:cNvSpPr>
              <a:spLocks/>
            </p:cNvSpPr>
            <p:nvPr/>
          </p:nvSpPr>
          <p:spPr bwMode="auto">
            <a:xfrm>
              <a:off x="5196" y="2493"/>
              <a:ext cx="1" cy="471"/>
            </a:xfrm>
            <a:custGeom>
              <a:avLst/>
              <a:gdLst>
                <a:gd name="T0" fmla="*/ 0 w 1"/>
                <a:gd name="T1" fmla="*/ 0 h 471"/>
                <a:gd name="T2" fmla="*/ 0 w 1"/>
                <a:gd name="T3" fmla="*/ 471 h 471"/>
              </a:gdLst>
              <a:ahLst/>
              <a:cxnLst>
                <a:cxn ang="0">
                  <a:pos x="T0" y="T1"/>
                </a:cxn>
                <a:cxn ang="0">
                  <a:pos x="T2" y="T3"/>
                </a:cxn>
              </a:cxnLst>
              <a:rect l="0" t="0" r="r" b="b"/>
              <a:pathLst>
                <a:path w="1" h="471">
                  <a:moveTo>
                    <a:pt x="0" y="0"/>
                  </a:moveTo>
                  <a:lnTo>
                    <a:pt x="0" y="471"/>
                  </a:lnTo>
                </a:path>
              </a:pathLst>
            </a:custGeom>
            <a:noFill/>
            <a:ln w="12700" cap="sq" cmpd="sng">
              <a:solidFill>
                <a:srgbClr val="000000"/>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5" name="Text Box 21">
              <a:extLst>
                <a:ext uri="{FF2B5EF4-FFF2-40B4-BE49-F238E27FC236}">
                  <a16:creationId xmlns:a16="http://schemas.microsoft.com/office/drawing/2014/main" id="{DE21C099-B12B-47FD-B5A1-D8A8BB0AE1E7}"/>
                </a:ext>
              </a:extLst>
            </p:cNvPr>
            <p:cNvSpPr txBox="1">
              <a:spLocks noChangeArrowheads="1"/>
            </p:cNvSpPr>
            <p:nvPr/>
          </p:nvSpPr>
          <p:spPr bwMode="auto">
            <a:xfrm>
              <a:off x="4608" y="176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56" name="Text Box 22">
              <a:extLst>
                <a:ext uri="{FF2B5EF4-FFF2-40B4-BE49-F238E27FC236}">
                  <a16:creationId xmlns:a16="http://schemas.microsoft.com/office/drawing/2014/main" id="{EC766A57-CF4A-42BA-BEB4-A3F1BA44BB7C}"/>
                </a:ext>
              </a:extLst>
            </p:cNvPr>
            <p:cNvSpPr txBox="1">
              <a:spLocks noChangeArrowheads="1"/>
            </p:cNvSpPr>
            <p:nvPr/>
          </p:nvSpPr>
          <p:spPr bwMode="auto">
            <a:xfrm>
              <a:off x="4608" y="345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a:t>
              </a:r>
            </a:p>
          </p:txBody>
        </p:sp>
        <p:sp>
          <p:nvSpPr>
            <p:cNvPr id="57" name="Text Box 23">
              <a:extLst>
                <a:ext uri="{FF2B5EF4-FFF2-40B4-BE49-F238E27FC236}">
                  <a16:creationId xmlns:a16="http://schemas.microsoft.com/office/drawing/2014/main" id="{ED49D678-A35E-410A-9796-056DFF277F20}"/>
                </a:ext>
              </a:extLst>
            </p:cNvPr>
            <p:cNvSpPr txBox="1">
              <a:spLocks noChangeArrowheads="1"/>
            </p:cNvSpPr>
            <p:nvPr/>
          </p:nvSpPr>
          <p:spPr bwMode="auto">
            <a:xfrm>
              <a:off x="5226" y="292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58" name="Text Box 24">
              <a:extLst>
                <a:ext uri="{FF2B5EF4-FFF2-40B4-BE49-F238E27FC236}">
                  <a16:creationId xmlns:a16="http://schemas.microsoft.com/office/drawing/2014/main" id="{B01B3642-C7C1-42B7-92F3-CB1DE6A208DA}"/>
                </a:ext>
              </a:extLst>
            </p:cNvPr>
            <p:cNvSpPr txBox="1">
              <a:spLocks noChangeArrowheads="1"/>
            </p:cNvSpPr>
            <p:nvPr/>
          </p:nvSpPr>
          <p:spPr bwMode="auto">
            <a:xfrm>
              <a:off x="5214" y="23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a:t>
              </a:r>
            </a:p>
          </p:txBody>
        </p:sp>
        <p:sp>
          <p:nvSpPr>
            <p:cNvPr id="59" name="Text Box 25">
              <a:extLst>
                <a:ext uri="{FF2B5EF4-FFF2-40B4-BE49-F238E27FC236}">
                  <a16:creationId xmlns:a16="http://schemas.microsoft.com/office/drawing/2014/main" id="{2A16A331-C75A-4A49-BA54-36E646CC0230}"/>
                </a:ext>
              </a:extLst>
            </p:cNvPr>
            <p:cNvSpPr txBox="1">
              <a:spLocks noChangeArrowheads="1"/>
            </p:cNvSpPr>
            <p:nvPr/>
          </p:nvSpPr>
          <p:spPr bwMode="auto">
            <a:xfrm>
              <a:off x="4008" y="23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60" name="Text Box 26">
              <a:extLst>
                <a:ext uri="{FF2B5EF4-FFF2-40B4-BE49-F238E27FC236}">
                  <a16:creationId xmlns:a16="http://schemas.microsoft.com/office/drawing/2014/main" id="{00D5E99B-07A8-40F9-AAA5-68D3FD89114B}"/>
                </a:ext>
              </a:extLst>
            </p:cNvPr>
            <p:cNvSpPr txBox="1">
              <a:spLocks noChangeArrowheads="1"/>
            </p:cNvSpPr>
            <p:nvPr/>
          </p:nvSpPr>
          <p:spPr bwMode="auto">
            <a:xfrm>
              <a:off x="4002" y="29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a:t>
              </a:r>
            </a:p>
          </p:txBody>
        </p:sp>
        <p:sp>
          <p:nvSpPr>
            <p:cNvPr id="62" name="Freeform 28">
              <a:extLst>
                <a:ext uri="{FF2B5EF4-FFF2-40B4-BE49-F238E27FC236}">
                  <a16:creationId xmlns:a16="http://schemas.microsoft.com/office/drawing/2014/main" id="{88C09270-ABB3-447E-956B-4BE2526347D4}"/>
                </a:ext>
              </a:extLst>
            </p:cNvPr>
            <p:cNvSpPr>
              <a:spLocks/>
            </p:cNvSpPr>
            <p:nvPr/>
          </p:nvSpPr>
          <p:spPr bwMode="auto">
            <a:xfrm>
              <a:off x="4407" y="2094"/>
              <a:ext cx="291" cy="273"/>
            </a:xfrm>
            <a:custGeom>
              <a:avLst/>
              <a:gdLst>
                <a:gd name="T0" fmla="*/ 291 w 291"/>
                <a:gd name="T1" fmla="*/ 0 h 273"/>
                <a:gd name="T2" fmla="*/ 0 w 291"/>
                <a:gd name="T3" fmla="*/ 273 h 273"/>
              </a:gdLst>
              <a:ahLst/>
              <a:cxnLst>
                <a:cxn ang="0">
                  <a:pos x="T0" y="T1"/>
                </a:cxn>
                <a:cxn ang="0">
                  <a:pos x="T2" y="T3"/>
                </a:cxn>
              </a:cxnLst>
              <a:rect l="0" t="0" r="r" b="b"/>
              <a:pathLst>
                <a:path w="291" h="273">
                  <a:moveTo>
                    <a:pt x="291" y="0"/>
                  </a:moveTo>
                  <a:lnTo>
                    <a:pt x="0" y="273"/>
                  </a:lnTo>
                </a:path>
              </a:pathLst>
            </a:custGeom>
            <a:noFill/>
            <a:ln w="12700" cap="sq" cmpd="sng">
              <a:solidFill>
                <a:srgbClr val="D54F41"/>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Freeform 29">
              <a:extLst>
                <a:ext uri="{FF2B5EF4-FFF2-40B4-BE49-F238E27FC236}">
                  <a16:creationId xmlns:a16="http://schemas.microsoft.com/office/drawing/2014/main" id="{40A62CF1-7BC3-420A-B454-3EEC467EB92E}"/>
                </a:ext>
              </a:extLst>
            </p:cNvPr>
            <p:cNvSpPr>
              <a:spLocks/>
            </p:cNvSpPr>
            <p:nvPr/>
          </p:nvSpPr>
          <p:spPr bwMode="auto">
            <a:xfrm>
              <a:off x="4404" y="2370"/>
              <a:ext cx="606" cy="1"/>
            </a:xfrm>
            <a:custGeom>
              <a:avLst/>
              <a:gdLst>
                <a:gd name="T0" fmla="*/ 0 w 606"/>
                <a:gd name="T1" fmla="*/ 0 h 1"/>
                <a:gd name="T2" fmla="*/ 606 w 606"/>
                <a:gd name="T3" fmla="*/ 1 h 1"/>
              </a:gdLst>
              <a:ahLst/>
              <a:cxnLst>
                <a:cxn ang="0">
                  <a:pos x="T0" y="T1"/>
                </a:cxn>
                <a:cxn ang="0">
                  <a:pos x="T2" y="T3"/>
                </a:cxn>
              </a:cxnLst>
              <a:rect l="0" t="0" r="r" b="b"/>
              <a:pathLst>
                <a:path w="606" h="1">
                  <a:moveTo>
                    <a:pt x="0" y="0"/>
                  </a:moveTo>
                  <a:lnTo>
                    <a:pt x="606" y="1"/>
                  </a:lnTo>
                </a:path>
              </a:pathLst>
            </a:custGeom>
            <a:noFill/>
            <a:ln w="12700" cap="sq" cmpd="sng">
              <a:solidFill>
                <a:srgbClr val="D54F41"/>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Freeform 30">
              <a:extLst>
                <a:ext uri="{FF2B5EF4-FFF2-40B4-BE49-F238E27FC236}">
                  <a16:creationId xmlns:a16="http://schemas.microsoft.com/office/drawing/2014/main" id="{9E7B4EC8-C1D5-4B4E-B6D6-A875766AAFBE}"/>
                </a:ext>
              </a:extLst>
            </p:cNvPr>
            <p:cNvSpPr>
              <a:spLocks/>
            </p:cNvSpPr>
            <p:nvPr/>
          </p:nvSpPr>
          <p:spPr bwMode="auto">
            <a:xfrm>
              <a:off x="4701" y="2100"/>
              <a:ext cx="303" cy="273"/>
            </a:xfrm>
            <a:custGeom>
              <a:avLst/>
              <a:gdLst>
                <a:gd name="T0" fmla="*/ 303 w 303"/>
                <a:gd name="T1" fmla="*/ 273 h 273"/>
                <a:gd name="T2" fmla="*/ 0 w 303"/>
                <a:gd name="T3" fmla="*/ 0 h 273"/>
              </a:gdLst>
              <a:ahLst/>
              <a:cxnLst>
                <a:cxn ang="0">
                  <a:pos x="T0" y="T1"/>
                </a:cxn>
                <a:cxn ang="0">
                  <a:pos x="T2" y="T3"/>
                </a:cxn>
              </a:cxnLst>
              <a:rect l="0" t="0" r="r" b="b"/>
              <a:pathLst>
                <a:path w="303" h="273">
                  <a:moveTo>
                    <a:pt x="303" y="273"/>
                  </a:moveTo>
                  <a:lnTo>
                    <a:pt x="0" y="0"/>
                  </a:lnTo>
                </a:path>
              </a:pathLst>
            </a:custGeom>
            <a:noFill/>
            <a:ln w="12700" cap="sq" cmpd="sng">
              <a:solidFill>
                <a:srgbClr val="D54F41"/>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Freeform 31">
              <a:extLst>
                <a:ext uri="{FF2B5EF4-FFF2-40B4-BE49-F238E27FC236}">
                  <a16:creationId xmlns:a16="http://schemas.microsoft.com/office/drawing/2014/main" id="{E415C92C-54E2-49D3-A596-A6CF251538EC}"/>
                </a:ext>
              </a:extLst>
            </p:cNvPr>
            <p:cNvSpPr>
              <a:spLocks/>
            </p:cNvSpPr>
            <p:nvPr/>
          </p:nvSpPr>
          <p:spPr bwMode="auto">
            <a:xfrm>
              <a:off x="5133" y="2589"/>
              <a:ext cx="1" cy="351"/>
            </a:xfrm>
            <a:custGeom>
              <a:avLst/>
              <a:gdLst>
                <a:gd name="T0" fmla="*/ 0 w 1"/>
                <a:gd name="T1" fmla="*/ 0 h 351"/>
                <a:gd name="T2" fmla="*/ 0 w 1"/>
                <a:gd name="T3" fmla="*/ 351 h 351"/>
              </a:gdLst>
              <a:ahLst/>
              <a:cxnLst>
                <a:cxn ang="0">
                  <a:pos x="T0" y="T1"/>
                </a:cxn>
                <a:cxn ang="0">
                  <a:pos x="T2" y="T3"/>
                </a:cxn>
              </a:cxnLst>
              <a:rect l="0" t="0" r="r" b="b"/>
              <a:pathLst>
                <a:path w="1" h="351">
                  <a:moveTo>
                    <a:pt x="0" y="0"/>
                  </a:moveTo>
                  <a:lnTo>
                    <a:pt x="0" y="351"/>
                  </a:lnTo>
                </a:path>
              </a:pathLst>
            </a:custGeom>
            <a:noFill/>
            <a:ln w="12700" cap="sq" cmpd="sng">
              <a:solidFill>
                <a:srgbClr val="339933"/>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Freeform 32">
              <a:extLst>
                <a:ext uri="{FF2B5EF4-FFF2-40B4-BE49-F238E27FC236}">
                  <a16:creationId xmlns:a16="http://schemas.microsoft.com/office/drawing/2014/main" id="{353CE412-E82E-48AF-9F76-5C74C06537FF}"/>
                </a:ext>
              </a:extLst>
            </p:cNvPr>
            <p:cNvSpPr>
              <a:spLocks/>
            </p:cNvSpPr>
            <p:nvPr/>
          </p:nvSpPr>
          <p:spPr bwMode="auto">
            <a:xfrm>
              <a:off x="4590" y="2940"/>
              <a:ext cx="534" cy="1"/>
            </a:xfrm>
            <a:custGeom>
              <a:avLst/>
              <a:gdLst>
                <a:gd name="T0" fmla="*/ 534 w 534"/>
                <a:gd name="T1" fmla="*/ 0 h 1"/>
                <a:gd name="T2" fmla="*/ 0 w 534"/>
                <a:gd name="T3" fmla="*/ 0 h 1"/>
              </a:gdLst>
              <a:ahLst/>
              <a:cxnLst>
                <a:cxn ang="0">
                  <a:pos x="T0" y="T1"/>
                </a:cxn>
                <a:cxn ang="0">
                  <a:pos x="T2" y="T3"/>
                </a:cxn>
              </a:cxnLst>
              <a:rect l="0" t="0" r="r" b="b"/>
              <a:pathLst>
                <a:path w="534" h="1">
                  <a:moveTo>
                    <a:pt x="534" y="0"/>
                  </a:moveTo>
                  <a:lnTo>
                    <a:pt x="0" y="0"/>
                  </a:lnTo>
                </a:path>
              </a:pathLst>
            </a:custGeom>
            <a:noFill/>
            <a:ln w="12700" cap="sq" cmpd="sng">
              <a:solidFill>
                <a:srgbClr val="339933"/>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Freeform 33">
              <a:extLst>
                <a:ext uri="{FF2B5EF4-FFF2-40B4-BE49-F238E27FC236}">
                  <a16:creationId xmlns:a16="http://schemas.microsoft.com/office/drawing/2014/main" id="{8165391C-A0DC-4118-9FE7-564713019223}"/>
                </a:ext>
              </a:extLst>
            </p:cNvPr>
            <p:cNvSpPr>
              <a:spLocks/>
            </p:cNvSpPr>
            <p:nvPr/>
          </p:nvSpPr>
          <p:spPr bwMode="auto">
            <a:xfrm>
              <a:off x="4584" y="2589"/>
              <a:ext cx="549" cy="348"/>
            </a:xfrm>
            <a:custGeom>
              <a:avLst/>
              <a:gdLst>
                <a:gd name="T0" fmla="*/ 0 w 549"/>
                <a:gd name="T1" fmla="*/ 348 h 348"/>
                <a:gd name="T2" fmla="*/ 549 w 549"/>
                <a:gd name="T3" fmla="*/ 0 h 348"/>
              </a:gdLst>
              <a:ahLst/>
              <a:cxnLst>
                <a:cxn ang="0">
                  <a:pos x="T0" y="T1"/>
                </a:cxn>
                <a:cxn ang="0">
                  <a:pos x="T2" y="T3"/>
                </a:cxn>
              </a:cxnLst>
              <a:rect l="0" t="0" r="r" b="b"/>
              <a:pathLst>
                <a:path w="549" h="348">
                  <a:moveTo>
                    <a:pt x="0" y="348"/>
                  </a:moveTo>
                  <a:lnTo>
                    <a:pt x="549" y="0"/>
                  </a:lnTo>
                </a:path>
              </a:pathLst>
            </a:custGeom>
            <a:noFill/>
            <a:ln w="12700" cap="sq" cmpd="sng">
              <a:solidFill>
                <a:srgbClr val="339933"/>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Freeform 34">
              <a:extLst>
                <a:ext uri="{FF2B5EF4-FFF2-40B4-BE49-F238E27FC236}">
                  <a16:creationId xmlns:a16="http://schemas.microsoft.com/office/drawing/2014/main" id="{49DD9D18-9C54-4D7E-A318-2F5CD2D253CF}"/>
                </a:ext>
              </a:extLst>
            </p:cNvPr>
            <p:cNvSpPr>
              <a:spLocks/>
            </p:cNvSpPr>
            <p:nvPr/>
          </p:nvSpPr>
          <p:spPr bwMode="auto">
            <a:xfrm>
              <a:off x="4311" y="2589"/>
              <a:ext cx="1" cy="423"/>
            </a:xfrm>
            <a:custGeom>
              <a:avLst/>
              <a:gdLst>
                <a:gd name="T0" fmla="*/ 0 w 1"/>
                <a:gd name="T1" fmla="*/ 0 h 423"/>
                <a:gd name="T2" fmla="*/ 0 w 1"/>
                <a:gd name="T3" fmla="*/ 423 h 423"/>
              </a:gdLst>
              <a:ahLst/>
              <a:cxnLst>
                <a:cxn ang="0">
                  <a:pos x="T0" y="T1"/>
                </a:cxn>
                <a:cxn ang="0">
                  <a:pos x="T2" y="T3"/>
                </a:cxn>
              </a:cxnLst>
              <a:rect l="0" t="0" r="r" b="b"/>
              <a:pathLst>
                <a:path w="1" h="423">
                  <a:moveTo>
                    <a:pt x="0" y="0"/>
                  </a:moveTo>
                  <a:lnTo>
                    <a:pt x="0" y="423"/>
                  </a:lnTo>
                </a:path>
              </a:pathLst>
            </a:custGeom>
            <a:noFill/>
            <a:ln w="12700" cap="sq" cmpd="sng">
              <a:solidFill>
                <a:srgbClr val="996600"/>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Freeform 35">
              <a:extLst>
                <a:ext uri="{FF2B5EF4-FFF2-40B4-BE49-F238E27FC236}">
                  <a16:creationId xmlns:a16="http://schemas.microsoft.com/office/drawing/2014/main" id="{9892388A-36BE-4640-9A0C-4B76C3BC3FA2}"/>
                </a:ext>
              </a:extLst>
            </p:cNvPr>
            <p:cNvSpPr>
              <a:spLocks/>
            </p:cNvSpPr>
            <p:nvPr/>
          </p:nvSpPr>
          <p:spPr bwMode="auto">
            <a:xfrm>
              <a:off x="4314" y="3015"/>
              <a:ext cx="384" cy="330"/>
            </a:xfrm>
            <a:custGeom>
              <a:avLst/>
              <a:gdLst>
                <a:gd name="T0" fmla="*/ 0 w 384"/>
                <a:gd name="T1" fmla="*/ 0 h 330"/>
                <a:gd name="T2" fmla="*/ 384 w 384"/>
                <a:gd name="T3" fmla="*/ 330 h 330"/>
              </a:gdLst>
              <a:ahLst/>
              <a:cxnLst>
                <a:cxn ang="0">
                  <a:pos x="T0" y="T1"/>
                </a:cxn>
                <a:cxn ang="0">
                  <a:pos x="T2" y="T3"/>
                </a:cxn>
              </a:cxnLst>
              <a:rect l="0" t="0" r="r" b="b"/>
              <a:pathLst>
                <a:path w="384" h="330">
                  <a:moveTo>
                    <a:pt x="0" y="0"/>
                  </a:moveTo>
                  <a:lnTo>
                    <a:pt x="384" y="330"/>
                  </a:lnTo>
                </a:path>
              </a:pathLst>
            </a:custGeom>
            <a:noFill/>
            <a:ln w="12700" cap="sq" cmpd="sng">
              <a:solidFill>
                <a:srgbClr val="996600"/>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Freeform 36">
              <a:extLst>
                <a:ext uri="{FF2B5EF4-FFF2-40B4-BE49-F238E27FC236}">
                  <a16:creationId xmlns:a16="http://schemas.microsoft.com/office/drawing/2014/main" id="{0C9E4B2E-67D0-402C-8C34-04036B4746E1}"/>
                </a:ext>
              </a:extLst>
            </p:cNvPr>
            <p:cNvSpPr>
              <a:spLocks/>
            </p:cNvSpPr>
            <p:nvPr/>
          </p:nvSpPr>
          <p:spPr bwMode="auto">
            <a:xfrm>
              <a:off x="4701" y="3030"/>
              <a:ext cx="390" cy="318"/>
            </a:xfrm>
            <a:custGeom>
              <a:avLst/>
              <a:gdLst>
                <a:gd name="T0" fmla="*/ 0 w 390"/>
                <a:gd name="T1" fmla="*/ 318 h 318"/>
                <a:gd name="T2" fmla="*/ 390 w 390"/>
                <a:gd name="T3" fmla="*/ 0 h 318"/>
              </a:gdLst>
              <a:ahLst/>
              <a:cxnLst>
                <a:cxn ang="0">
                  <a:pos x="T0" y="T1"/>
                </a:cxn>
                <a:cxn ang="0">
                  <a:pos x="T2" y="T3"/>
                </a:cxn>
              </a:cxnLst>
              <a:rect l="0" t="0" r="r" b="b"/>
              <a:pathLst>
                <a:path w="390" h="318">
                  <a:moveTo>
                    <a:pt x="0" y="318"/>
                  </a:moveTo>
                  <a:lnTo>
                    <a:pt x="390" y="0"/>
                  </a:lnTo>
                </a:path>
              </a:pathLst>
            </a:custGeom>
            <a:noFill/>
            <a:ln w="12700" cap="sq" cmpd="sng">
              <a:solidFill>
                <a:srgbClr val="996600"/>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Freeform 37">
              <a:extLst>
                <a:ext uri="{FF2B5EF4-FFF2-40B4-BE49-F238E27FC236}">
                  <a16:creationId xmlns:a16="http://schemas.microsoft.com/office/drawing/2014/main" id="{0AF89A46-FFFF-4F79-94D3-1FD63711F8C3}"/>
                </a:ext>
              </a:extLst>
            </p:cNvPr>
            <p:cNvSpPr>
              <a:spLocks/>
            </p:cNvSpPr>
            <p:nvPr/>
          </p:nvSpPr>
          <p:spPr bwMode="auto">
            <a:xfrm>
              <a:off x="4311" y="2595"/>
              <a:ext cx="786" cy="435"/>
            </a:xfrm>
            <a:custGeom>
              <a:avLst/>
              <a:gdLst>
                <a:gd name="T0" fmla="*/ 786 w 786"/>
                <a:gd name="T1" fmla="*/ 435 h 435"/>
                <a:gd name="T2" fmla="*/ 0 w 786"/>
                <a:gd name="T3" fmla="*/ 0 h 435"/>
              </a:gdLst>
              <a:ahLst/>
              <a:cxnLst>
                <a:cxn ang="0">
                  <a:pos x="T0" y="T1"/>
                </a:cxn>
                <a:cxn ang="0">
                  <a:pos x="T2" y="T3"/>
                </a:cxn>
              </a:cxnLst>
              <a:rect l="0" t="0" r="r" b="b"/>
              <a:pathLst>
                <a:path w="786" h="435">
                  <a:moveTo>
                    <a:pt x="786" y="435"/>
                  </a:moveTo>
                  <a:lnTo>
                    <a:pt x="0" y="0"/>
                  </a:lnTo>
                </a:path>
              </a:pathLst>
            </a:custGeom>
            <a:noFill/>
            <a:ln w="12700" cap="sq" cmpd="sng">
              <a:solidFill>
                <a:srgbClr val="996600"/>
              </a:solidFill>
              <a:prstDash val="solid"/>
              <a:miter lim="800000"/>
              <a:headEnd type="none" w="sm" len="sm"/>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 name="矩形 2">
            <a:extLst>
              <a:ext uri="{FF2B5EF4-FFF2-40B4-BE49-F238E27FC236}">
                <a16:creationId xmlns:a16="http://schemas.microsoft.com/office/drawing/2014/main" id="{80628618-75BA-4E89-A27E-C4A691E87ACD}"/>
              </a:ext>
            </a:extLst>
          </p:cNvPr>
          <p:cNvSpPr/>
          <p:nvPr/>
        </p:nvSpPr>
        <p:spPr>
          <a:xfrm>
            <a:off x="2622088" y="4269276"/>
            <a:ext cx="1236236" cy="461665"/>
          </a:xfrm>
          <a:prstGeom prst="rect">
            <a:avLst/>
          </a:prstGeom>
        </p:spPr>
        <p:txBody>
          <a:bodyPr wrap="none">
            <a:spAutoFit/>
          </a:bodyPr>
          <a:lstStyle/>
          <a:p>
            <a:pPr lvl="0" algn="just" fontAlgn="base">
              <a:spcBef>
                <a:spcPct val="20000"/>
              </a:spcBef>
              <a:spcAft>
                <a:spcPct val="0"/>
              </a:spcAft>
              <a:buClr>
                <a:srgbClr val="996600"/>
              </a:buClr>
            </a:pPr>
            <a:r>
              <a:rPr kumimoji="1" lang="en-US" altLang="zh-CN" sz="2400" dirty="0">
                <a:solidFill>
                  <a:srgbClr val="000000"/>
                </a:solidFill>
                <a:latin typeface="Times New Roman"/>
                <a:ea typeface="宋体"/>
              </a:rPr>
              <a:t>(1,2,3,1)</a:t>
            </a:r>
          </a:p>
        </p:txBody>
      </p:sp>
      <p:sp>
        <p:nvSpPr>
          <p:cNvPr id="88065" name="矩形 88064">
            <a:extLst>
              <a:ext uri="{FF2B5EF4-FFF2-40B4-BE49-F238E27FC236}">
                <a16:creationId xmlns:a16="http://schemas.microsoft.com/office/drawing/2014/main" id="{95EF0CE7-26EC-443F-B54D-A7F4738E5D16}"/>
              </a:ext>
            </a:extLst>
          </p:cNvPr>
          <p:cNvSpPr/>
          <p:nvPr/>
        </p:nvSpPr>
        <p:spPr>
          <a:xfrm>
            <a:off x="4338638" y="4269276"/>
            <a:ext cx="1236236"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a:ea typeface="宋体"/>
              </a:rPr>
              <a:t>(3,4,5,3)</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88069" name="矩形 88068">
            <a:extLst>
              <a:ext uri="{FF2B5EF4-FFF2-40B4-BE49-F238E27FC236}">
                <a16:creationId xmlns:a16="http://schemas.microsoft.com/office/drawing/2014/main" id="{3A4513AA-F769-4580-BD21-7139C8C01B29}"/>
              </a:ext>
            </a:extLst>
          </p:cNvPr>
          <p:cNvSpPr/>
          <p:nvPr/>
        </p:nvSpPr>
        <p:spPr>
          <a:xfrm>
            <a:off x="6097168" y="4269276"/>
            <a:ext cx="1928733"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a:ea typeface="宋体"/>
              </a:rPr>
              <a:t>(1,2,3,4,5,3,1)</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88071" name="矩形 88070">
            <a:extLst>
              <a:ext uri="{FF2B5EF4-FFF2-40B4-BE49-F238E27FC236}">
                <a16:creationId xmlns:a16="http://schemas.microsoft.com/office/drawing/2014/main" id="{23F21CDD-D5E1-4C2C-9DBF-1BABEAA66AA1}"/>
              </a:ext>
            </a:extLst>
          </p:cNvPr>
          <p:cNvSpPr/>
          <p:nvPr/>
        </p:nvSpPr>
        <p:spPr>
          <a:xfrm>
            <a:off x="2711430" y="5416624"/>
            <a:ext cx="1467068"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a:ea typeface="宋体"/>
              </a:rPr>
              <a:t>(2,5,6,4,2)</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88073" name="矩形 88072">
            <a:extLst>
              <a:ext uri="{FF2B5EF4-FFF2-40B4-BE49-F238E27FC236}">
                <a16:creationId xmlns:a16="http://schemas.microsoft.com/office/drawing/2014/main" id="{0EC0457F-3CDD-44C1-845D-E2D9EA8DFAD4}"/>
              </a:ext>
            </a:extLst>
          </p:cNvPr>
          <p:cNvSpPr/>
          <p:nvPr/>
        </p:nvSpPr>
        <p:spPr>
          <a:xfrm>
            <a:off x="4722019" y="5397276"/>
            <a:ext cx="2852063"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a:ea typeface="宋体"/>
              </a:rPr>
              <a:t>(1,2,5,6,4,2,3,4,5,3,1)</a:t>
            </a:r>
            <a:endParaRPr kumimoji="0" lang="zh-CN" alt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01579552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0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8065" grpId="0"/>
      <p:bldP spid="88069" grpId="0"/>
      <p:bldP spid="88071" grpId="0"/>
      <p:bldP spid="8807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CFFB2466-F468-4976-A1D3-351179BD5BE2}"/>
              </a:ext>
            </a:extLst>
          </p:cNvPr>
          <p:cNvSpPr txBox="1">
            <a:spLocks noChangeArrowheads="1"/>
          </p:cNvSpPr>
          <p:nvPr/>
        </p:nvSpPr>
        <p:spPr bwMode="auto">
          <a:xfrm>
            <a:off x="1820243" y="1539074"/>
            <a:ext cx="7673975"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solidFill>
                  <a:srgbClr val="000000"/>
                </a:solidFill>
                <a:ea typeface="黑体" panose="02010609060101010101" pitchFamily="49" charset="-122"/>
                <a:cs typeface="Tahoma" panose="020B0604030504040204" pitchFamily="34" charset="0"/>
              </a:rPr>
              <a:t>  </a:t>
            </a:r>
            <a:r>
              <a:rPr lang="zh-CN" altLang="en-US" dirty="0">
                <a:solidFill>
                  <a:srgbClr val="0000FF"/>
                </a:solidFill>
                <a:latin typeface="黑体" panose="02010609060101010101" pitchFamily="49" charset="-122"/>
                <a:ea typeface="黑体" panose="02010609060101010101" pitchFamily="49" charset="-122"/>
                <a:cs typeface="Tahoma" panose="020B0604030504040204" pitchFamily="34" charset="0"/>
              </a:rPr>
              <a:t>推论</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 </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连通图</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G</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是半欧拉图，当且仅当</a:t>
            </a:r>
            <a:r>
              <a:rPr lang="en-US" altLang="zh-CN" dirty="0">
                <a:solidFill>
                  <a:srgbClr val="000000"/>
                </a:solidFill>
                <a:latin typeface="宋体" panose="02010600030101010101" pitchFamily="2" charset="-122"/>
                <a:ea typeface="黑体" panose="02010609060101010101" pitchFamily="49" charset="-122"/>
                <a:cs typeface="Tahoma" panose="020B0604030504040204" pitchFamily="34" charset="0"/>
              </a:rPr>
              <a:t>G</a:t>
            </a:r>
            <a:r>
              <a:rPr lang="zh-CN" altLang="en-US" dirty="0">
                <a:solidFill>
                  <a:srgbClr val="000000"/>
                </a:solidFill>
                <a:latin typeface="宋体" panose="02010600030101010101" pitchFamily="2" charset="-122"/>
                <a:ea typeface="黑体" panose="02010609060101010101" pitchFamily="49" charset="-122"/>
                <a:cs typeface="Tahoma" panose="020B0604030504040204" pitchFamily="34" charset="0"/>
              </a:rPr>
              <a:t>恰有两个奇数度结点。且图中的欧拉迹一定始于一个奇数度结点而止于另一个奇数度结点。</a:t>
            </a:r>
          </a:p>
          <a:p>
            <a:pPr algn="just"/>
            <a:r>
              <a:rPr lang="zh-CN" altLang="en-US" sz="1000" dirty="0">
                <a:ea typeface="黑体" panose="02010609060101010101" pitchFamily="49" charset="-122"/>
                <a:cs typeface="Tahoma" panose="020B0604030504040204" pitchFamily="34" charset="0"/>
              </a:rPr>
              <a:t> </a:t>
            </a:r>
          </a:p>
          <a:p>
            <a:pPr algn="just"/>
            <a:r>
              <a:rPr lang="zh-CN" altLang="en-US" dirty="0">
                <a:solidFill>
                  <a:srgbClr val="000000"/>
                </a:solidFill>
                <a:ea typeface="黑体" panose="02010609060101010101" pitchFamily="49" charset="-122"/>
                <a:cs typeface="Times New Roman" panose="02020603050405020304" pitchFamily="18" charset="0"/>
              </a:rPr>
              <a:t>  </a:t>
            </a:r>
            <a:endParaRPr lang="zh-CN" altLang="en-US" dirty="0">
              <a:latin typeface="宋体" panose="02010600030101010101" pitchFamily="2" charset="-122"/>
            </a:endParaRPr>
          </a:p>
        </p:txBody>
      </p:sp>
    </p:spTree>
    <p:extLst>
      <p:ext uri="{BB962C8B-B14F-4D97-AF65-F5344CB8AC3E}">
        <p14:creationId xmlns:p14="http://schemas.microsoft.com/office/powerpoint/2010/main" val="3893144250"/>
      </p:ext>
    </p:extLst>
  </p:cSld>
  <p:clrMapOvr>
    <a:masterClrMapping/>
  </p:clrMapOvr>
  <p:transition spd="slow"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B11C88C9-3B73-4D08-AF42-7862F62FC71B}"/>
              </a:ext>
            </a:extLst>
          </p:cNvPr>
          <p:cNvSpPr/>
          <p:nvPr/>
        </p:nvSpPr>
        <p:spPr>
          <a:xfrm>
            <a:off x="520768" y="1537136"/>
            <a:ext cx="6237083" cy="4967514"/>
          </a:xfrm>
          <a:prstGeom prst="rect">
            <a:avLst/>
          </a:prstGeom>
        </p:spPr>
        <p:txBody>
          <a:bodyPr wrap="square">
            <a:spAutoFit/>
          </a:bodyPr>
          <a:lstStyle/>
          <a:p>
            <a:pPr>
              <a:lnSpc>
                <a:spcPct val="150000"/>
              </a:lnSpc>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Fleury</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算法</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：寻找在两个奇结点间的一条</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Euler</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路的算法</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32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(1)从一个奇结点出发，每走一边标记一边；下次不走标记过的边；</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(2)在走边的过程中，除非没有其它选择时才走割边。</a:t>
            </a:r>
          </a:p>
          <a:p>
            <a:pPr algn="just">
              <a:lnSpc>
                <a:spcPct val="90000"/>
              </a:lnSpc>
            </a:pPr>
            <a:endParaRPr lang="zh-CN" altLang="en-US" sz="32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 name="Group 98">
            <a:extLst>
              <a:ext uri="{FF2B5EF4-FFF2-40B4-BE49-F238E27FC236}">
                <a16:creationId xmlns:a16="http://schemas.microsoft.com/office/drawing/2014/main" id="{F9779940-1A18-4E7F-95EE-D9F2FF2F160E}"/>
              </a:ext>
            </a:extLst>
          </p:cNvPr>
          <p:cNvGrpSpPr>
            <a:grpSpLocks/>
          </p:cNvGrpSpPr>
          <p:nvPr/>
        </p:nvGrpSpPr>
        <p:grpSpPr bwMode="auto">
          <a:xfrm>
            <a:off x="7563395" y="1806213"/>
            <a:ext cx="3818708" cy="4176576"/>
            <a:chOff x="3552" y="1386"/>
            <a:chExt cx="1962" cy="2052"/>
          </a:xfrm>
        </p:grpSpPr>
        <p:sp>
          <p:nvSpPr>
            <p:cNvPr id="8" name="Oval 35">
              <a:extLst>
                <a:ext uri="{FF2B5EF4-FFF2-40B4-BE49-F238E27FC236}">
                  <a16:creationId xmlns:a16="http://schemas.microsoft.com/office/drawing/2014/main" id="{5F2FC9E0-F728-4094-93EF-ADE236EFE9F0}"/>
                </a:ext>
              </a:extLst>
            </p:cNvPr>
            <p:cNvSpPr>
              <a:spLocks noChangeArrowheads="1"/>
            </p:cNvSpPr>
            <p:nvPr/>
          </p:nvSpPr>
          <p:spPr bwMode="auto">
            <a:xfrm rot="5400000">
              <a:off x="4338" y="1550"/>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36">
              <a:extLst>
                <a:ext uri="{FF2B5EF4-FFF2-40B4-BE49-F238E27FC236}">
                  <a16:creationId xmlns:a16="http://schemas.microsoft.com/office/drawing/2014/main" id="{C109E88E-02F9-4407-BFC0-38BE3D2EAF59}"/>
                </a:ext>
              </a:extLst>
            </p:cNvPr>
            <p:cNvSpPr>
              <a:spLocks noChangeArrowheads="1"/>
            </p:cNvSpPr>
            <p:nvPr/>
          </p:nvSpPr>
          <p:spPr bwMode="auto">
            <a:xfrm rot="5400000">
              <a:off x="3673" y="1550"/>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39">
              <a:extLst>
                <a:ext uri="{FF2B5EF4-FFF2-40B4-BE49-F238E27FC236}">
                  <a16:creationId xmlns:a16="http://schemas.microsoft.com/office/drawing/2014/main" id="{0677C017-1E9F-4590-A9AC-CE870102C441}"/>
                </a:ext>
              </a:extLst>
            </p:cNvPr>
            <p:cNvSpPr>
              <a:spLocks noChangeArrowheads="1"/>
            </p:cNvSpPr>
            <p:nvPr/>
          </p:nvSpPr>
          <p:spPr bwMode="auto">
            <a:xfrm rot="5400000">
              <a:off x="3996" y="1946"/>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41">
              <a:extLst>
                <a:ext uri="{FF2B5EF4-FFF2-40B4-BE49-F238E27FC236}">
                  <a16:creationId xmlns:a16="http://schemas.microsoft.com/office/drawing/2014/main" id="{1A88D9BE-0919-47AE-BEA3-8E6742E4F094}"/>
                </a:ext>
              </a:extLst>
            </p:cNvPr>
            <p:cNvSpPr>
              <a:spLocks noChangeShapeType="1"/>
            </p:cNvSpPr>
            <p:nvPr/>
          </p:nvSpPr>
          <p:spPr bwMode="auto">
            <a:xfrm rot="5400000">
              <a:off x="4052" y="1316"/>
              <a:ext cx="0" cy="57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Freeform 42">
              <a:extLst>
                <a:ext uri="{FF2B5EF4-FFF2-40B4-BE49-F238E27FC236}">
                  <a16:creationId xmlns:a16="http://schemas.microsoft.com/office/drawing/2014/main" id="{278C3409-793B-49EB-A4C0-845A51B2CBB2}"/>
                </a:ext>
              </a:extLst>
            </p:cNvPr>
            <p:cNvSpPr>
              <a:spLocks/>
            </p:cNvSpPr>
            <p:nvPr/>
          </p:nvSpPr>
          <p:spPr bwMode="auto">
            <a:xfrm rot="5400000">
              <a:off x="4060" y="1670"/>
              <a:ext cx="345" cy="291"/>
            </a:xfrm>
            <a:custGeom>
              <a:avLst/>
              <a:gdLst>
                <a:gd name="T0" fmla="*/ 0 w 345"/>
                <a:gd name="T1" fmla="*/ 0 h 291"/>
                <a:gd name="T2" fmla="*/ 345 w 345"/>
                <a:gd name="T3" fmla="*/ 291 h 291"/>
              </a:gdLst>
              <a:ahLst/>
              <a:cxnLst>
                <a:cxn ang="0">
                  <a:pos x="T0" y="T1"/>
                </a:cxn>
                <a:cxn ang="0">
                  <a:pos x="T2" y="T3"/>
                </a:cxn>
              </a:cxnLst>
              <a:rect l="0" t="0" r="r" b="b"/>
              <a:pathLst>
                <a:path w="345" h="291">
                  <a:moveTo>
                    <a:pt x="0" y="0"/>
                  </a:moveTo>
                  <a:lnTo>
                    <a:pt x="345" y="291"/>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Freeform 43">
              <a:extLst>
                <a:ext uri="{FF2B5EF4-FFF2-40B4-BE49-F238E27FC236}">
                  <a16:creationId xmlns:a16="http://schemas.microsoft.com/office/drawing/2014/main" id="{4FAA3145-F8FE-402E-98D6-19875CE834D1}"/>
                </a:ext>
              </a:extLst>
            </p:cNvPr>
            <p:cNvSpPr>
              <a:spLocks/>
            </p:cNvSpPr>
            <p:nvPr/>
          </p:nvSpPr>
          <p:spPr bwMode="auto">
            <a:xfrm rot="5400000">
              <a:off x="3676" y="1676"/>
              <a:ext cx="345" cy="285"/>
            </a:xfrm>
            <a:custGeom>
              <a:avLst/>
              <a:gdLst>
                <a:gd name="T0" fmla="*/ 345 w 345"/>
                <a:gd name="T1" fmla="*/ 0 h 285"/>
                <a:gd name="T2" fmla="*/ 0 w 345"/>
                <a:gd name="T3" fmla="*/ 285 h 285"/>
              </a:gdLst>
              <a:ahLst/>
              <a:cxnLst>
                <a:cxn ang="0">
                  <a:pos x="T0" y="T1"/>
                </a:cxn>
                <a:cxn ang="0">
                  <a:pos x="T2" y="T3"/>
                </a:cxn>
              </a:cxnLst>
              <a:rect l="0" t="0" r="r" b="b"/>
              <a:pathLst>
                <a:path w="345" h="285">
                  <a:moveTo>
                    <a:pt x="345" y="0"/>
                  </a:moveTo>
                  <a:lnTo>
                    <a:pt x="0" y="285"/>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Freeform 44">
              <a:extLst>
                <a:ext uri="{FF2B5EF4-FFF2-40B4-BE49-F238E27FC236}">
                  <a16:creationId xmlns:a16="http://schemas.microsoft.com/office/drawing/2014/main" id="{D00D6E4A-1AD1-459B-A3AB-6A9A0E0B5224}"/>
                </a:ext>
              </a:extLst>
            </p:cNvPr>
            <p:cNvSpPr>
              <a:spLocks/>
            </p:cNvSpPr>
            <p:nvPr/>
          </p:nvSpPr>
          <p:spPr bwMode="auto">
            <a:xfrm>
              <a:off x="4038" y="2035"/>
              <a:ext cx="1" cy="743"/>
            </a:xfrm>
            <a:custGeom>
              <a:avLst/>
              <a:gdLst>
                <a:gd name="T0" fmla="*/ 1 w 1"/>
                <a:gd name="T1" fmla="*/ 0 h 743"/>
                <a:gd name="T2" fmla="*/ 0 w 1"/>
                <a:gd name="T3" fmla="*/ 743 h 743"/>
              </a:gdLst>
              <a:ahLst/>
              <a:cxnLst>
                <a:cxn ang="0">
                  <a:pos x="T0" y="T1"/>
                </a:cxn>
                <a:cxn ang="0">
                  <a:pos x="T2" y="T3"/>
                </a:cxn>
              </a:cxnLst>
              <a:rect l="0" t="0" r="r" b="b"/>
              <a:pathLst>
                <a:path w="1" h="743">
                  <a:moveTo>
                    <a:pt x="1" y="0"/>
                  </a:moveTo>
                  <a:lnTo>
                    <a:pt x="0" y="743"/>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Oval 37">
              <a:extLst>
                <a:ext uri="{FF2B5EF4-FFF2-40B4-BE49-F238E27FC236}">
                  <a16:creationId xmlns:a16="http://schemas.microsoft.com/office/drawing/2014/main" id="{42D722B4-6CA3-45A1-8B38-0520C6563E1B}"/>
                </a:ext>
              </a:extLst>
            </p:cNvPr>
            <p:cNvSpPr>
              <a:spLocks noChangeArrowheads="1"/>
            </p:cNvSpPr>
            <p:nvPr/>
          </p:nvSpPr>
          <p:spPr bwMode="auto">
            <a:xfrm rot="5400000">
              <a:off x="3673" y="3173"/>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38">
              <a:extLst>
                <a:ext uri="{FF2B5EF4-FFF2-40B4-BE49-F238E27FC236}">
                  <a16:creationId xmlns:a16="http://schemas.microsoft.com/office/drawing/2014/main" id="{B48EBD2A-D430-46E3-90B8-1752290AB31A}"/>
                </a:ext>
              </a:extLst>
            </p:cNvPr>
            <p:cNvSpPr>
              <a:spLocks noChangeArrowheads="1"/>
            </p:cNvSpPr>
            <p:nvPr/>
          </p:nvSpPr>
          <p:spPr bwMode="auto">
            <a:xfrm rot="5400000">
              <a:off x="4338" y="3173"/>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40">
              <a:extLst>
                <a:ext uri="{FF2B5EF4-FFF2-40B4-BE49-F238E27FC236}">
                  <a16:creationId xmlns:a16="http://schemas.microsoft.com/office/drawing/2014/main" id="{BC900578-53AF-4EC4-9D61-5A294F1E71BC}"/>
                </a:ext>
              </a:extLst>
            </p:cNvPr>
            <p:cNvSpPr>
              <a:spLocks noChangeArrowheads="1"/>
            </p:cNvSpPr>
            <p:nvPr/>
          </p:nvSpPr>
          <p:spPr bwMode="auto">
            <a:xfrm rot="5400000">
              <a:off x="3996" y="2771"/>
              <a:ext cx="91" cy="91"/>
            </a:xfrm>
            <a:prstGeom prst="ellipse">
              <a:avLst/>
            </a:prstGeom>
            <a:solidFill>
              <a:schemeClr val="accent2"/>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Freeform 45">
              <a:extLst>
                <a:ext uri="{FF2B5EF4-FFF2-40B4-BE49-F238E27FC236}">
                  <a16:creationId xmlns:a16="http://schemas.microsoft.com/office/drawing/2014/main" id="{FDA9DEF5-D479-4408-94FA-0AD0CC09EF8C}"/>
                </a:ext>
              </a:extLst>
            </p:cNvPr>
            <p:cNvSpPr>
              <a:spLocks/>
            </p:cNvSpPr>
            <p:nvPr/>
          </p:nvSpPr>
          <p:spPr bwMode="auto">
            <a:xfrm rot="5400000">
              <a:off x="4061" y="2847"/>
              <a:ext cx="354" cy="294"/>
            </a:xfrm>
            <a:custGeom>
              <a:avLst/>
              <a:gdLst>
                <a:gd name="T0" fmla="*/ 354 w 354"/>
                <a:gd name="T1" fmla="*/ 0 h 294"/>
                <a:gd name="T2" fmla="*/ 0 w 354"/>
                <a:gd name="T3" fmla="*/ 294 h 294"/>
              </a:gdLst>
              <a:ahLst/>
              <a:cxnLst>
                <a:cxn ang="0">
                  <a:pos x="T0" y="T1"/>
                </a:cxn>
                <a:cxn ang="0">
                  <a:pos x="T2" y="T3"/>
                </a:cxn>
              </a:cxnLst>
              <a:rect l="0" t="0" r="r" b="b"/>
              <a:pathLst>
                <a:path w="354" h="294">
                  <a:moveTo>
                    <a:pt x="354" y="0"/>
                  </a:moveTo>
                  <a:lnTo>
                    <a:pt x="0" y="294"/>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46">
              <a:extLst>
                <a:ext uri="{FF2B5EF4-FFF2-40B4-BE49-F238E27FC236}">
                  <a16:creationId xmlns:a16="http://schemas.microsoft.com/office/drawing/2014/main" id="{F1868FF4-B541-4D63-91AA-F2351F4F6099}"/>
                </a:ext>
              </a:extLst>
            </p:cNvPr>
            <p:cNvSpPr>
              <a:spLocks noChangeShapeType="1"/>
            </p:cNvSpPr>
            <p:nvPr/>
          </p:nvSpPr>
          <p:spPr bwMode="auto">
            <a:xfrm rot="5400000">
              <a:off x="4052" y="2928"/>
              <a:ext cx="0" cy="57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Freeform 47">
              <a:extLst>
                <a:ext uri="{FF2B5EF4-FFF2-40B4-BE49-F238E27FC236}">
                  <a16:creationId xmlns:a16="http://schemas.microsoft.com/office/drawing/2014/main" id="{F359A919-0AA1-4737-9BEE-43AAB7BA16B8}"/>
                </a:ext>
              </a:extLst>
            </p:cNvPr>
            <p:cNvSpPr>
              <a:spLocks/>
            </p:cNvSpPr>
            <p:nvPr/>
          </p:nvSpPr>
          <p:spPr bwMode="auto">
            <a:xfrm rot="5400000">
              <a:off x="3672" y="2860"/>
              <a:ext cx="354" cy="279"/>
            </a:xfrm>
            <a:custGeom>
              <a:avLst/>
              <a:gdLst>
                <a:gd name="T0" fmla="*/ 0 w 354"/>
                <a:gd name="T1" fmla="*/ 0 h 279"/>
                <a:gd name="T2" fmla="*/ 354 w 354"/>
                <a:gd name="T3" fmla="*/ 279 h 279"/>
              </a:gdLst>
              <a:ahLst/>
              <a:cxnLst>
                <a:cxn ang="0">
                  <a:pos x="T0" y="T1"/>
                </a:cxn>
                <a:cxn ang="0">
                  <a:pos x="T2" y="T3"/>
                </a:cxn>
              </a:cxnLst>
              <a:rect l="0" t="0" r="r" b="b"/>
              <a:pathLst>
                <a:path w="354" h="279">
                  <a:moveTo>
                    <a:pt x="0" y="0"/>
                  </a:moveTo>
                  <a:lnTo>
                    <a:pt x="354" y="279"/>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49">
              <a:extLst>
                <a:ext uri="{FF2B5EF4-FFF2-40B4-BE49-F238E27FC236}">
                  <a16:creationId xmlns:a16="http://schemas.microsoft.com/office/drawing/2014/main" id="{57587884-B4D6-48CA-A684-11D66735D2A3}"/>
                </a:ext>
              </a:extLst>
            </p:cNvPr>
            <p:cNvSpPr txBox="1">
              <a:spLocks noChangeArrowheads="1"/>
            </p:cNvSpPr>
            <p:nvPr/>
          </p:nvSpPr>
          <p:spPr bwMode="auto">
            <a:xfrm>
              <a:off x="3552" y="1386"/>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1</a:t>
              </a:r>
              <a:endParaRPr lang="en-US" altLang="zh-CN" sz="2000" b="0"/>
            </a:p>
          </p:txBody>
        </p:sp>
        <p:sp>
          <p:nvSpPr>
            <p:cNvPr id="22" name="Text Box 52">
              <a:extLst>
                <a:ext uri="{FF2B5EF4-FFF2-40B4-BE49-F238E27FC236}">
                  <a16:creationId xmlns:a16="http://schemas.microsoft.com/office/drawing/2014/main" id="{AFE3D4B4-6CB3-40FE-9388-B37DCFA407EE}"/>
                </a:ext>
              </a:extLst>
            </p:cNvPr>
            <p:cNvSpPr txBox="1">
              <a:spLocks noChangeArrowheads="1"/>
            </p:cNvSpPr>
            <p:nvPr/>
          </p:nvSpPr>
          <p:spPr bwMode="auto">
            <a:xfrm>
              <a:off x="4026" y="2016"/>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3</a:t>
              </a:r>
              <a:endParaRPr lang="en-US" altLang="zh-CN" sz="2000" b="0"/>
            </a:p>
          </p:txBody>
        </p:sp>
        <p:sp>
          <p:nvSpPr>
            <p:cNvPr id="23" name="Text Box 53">
              <a:extLst>
                <a:ext uri="{FF2B5EF4-FFF2-40B4-BE49-F238E27FC236}">
                  <a16:creationId xmlns:a16="http://schemas.microsoft.com/office/drawing/2014/main" id="{1CC563A0-5DC9-430B-B34B-39C9D730F7D6}"/>
                </a:ext>
              </a:extLst>
            </p:cNvPr>
            <p:cNvSpPr txBox="1">
              <a:spLocks noChangeArrowheads="1"/>
            </p:cNvSpPr>
            <p:nvPr/>
          </p:nvSpPr>
          <p:spPr bwMode="auto">
            <a:xfrm>
              <a:off x="4410" y="1386"/>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2</a:t>
              </a:r>
              <a:endParaRPr lang="en-US" altLang="zh-CN" sz="2000" b="0"/>
            </a:p>
          </p:txBody>
        </p:sp>
        <p:sp>
          <p:nvSpPr>
            <p:cNvPr id="24" name="Text Box 54">
              <a:extLst>
                <a:ext uri="{FF2B5EF4-FFF2-40B4-BE49-F238E27FC236}">
                  <a16:creationId xmlns:a16="http://schemas.microsoft.com/office/drawing/2014/main" id="{B4E4C4B6-B61E-4DBC-9114-815B45BD5599}"/>
                </a:ext>
              </a:extLst>
            </p:cNvPr>
            <p:cNvSpPr txBox="1">
              <a:spLocks noChangeArrowheads="1"/>
            </p:cNvSpPr>
            <p:nvPr/>
          </p:nvSpPr>
          <p:spPr bwMode="auto">
            <a:xfrm>
              <a:off x="4074" y="2598"/>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4</a:t>
              </a:r>
              <a:endParaRPr lang="en-US" altLang="zh-CN" sz="2000" b="0"/>
            </a:p>
          </p:txBody>
        </p:sp>
        <p:sp>
          <p:nvSpPr>
            <p:cNvPr id="25" name="Text Box 55">
              <a:extLst>
                <a:ext uri="{FF2B5EF4-FFF2-40B4-BE49-F238E27FC236}">
                  <a16:creationId xmlns:a16="http://schemas.microsoft.com/office/drawing/2014/main" id="{8897C2D0-A810-4EB7-A25C-D90EADF872BA}"/>
                </a:ext>
              </a:extLst>
            </p:cNvPr>
            <p:cNvSpPr txBox="1">
              <a:spLocks noChangeArrowheads="1"/>
            </p:cNvSpPr>
            <p:nvPr/>
          </p:nvSpPr>
          <p:spPr bwMode="auto">
            <a:xfrm>
              <a:off x="3552" y="3240"/>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5</a:t>
              </a:r>
              <a:endParaRPr lang="en-US" altLang="zh-CN" sz="2000" b="0"/>
            </a:p>
          </p:txBody>
        </p:sp>
        <p:sp>
          <p:nvSpPr>
            <p:cNvPr id="26" name="Text Box 56">
              <a:extLst>
                <a:ext uri="{FF2B5EF4-FFF2-40B4-BE49-F238E27FC236}">
                  <a16:creationId xmlns:a16="http://schemas.microsoft.com/office/drawing/2014/main" id="{30F6F79D-66EC-439A-8B47-D21D34DA55DB}"/>
                </a:ext>
              </a:extLst>
            </p:cNvPr>
            <p:cNvSpPr txBox="1">
              <a:spLocks noChangeArrowheads="1"/>
            </p:cNvSpPr>
            <p:nvPr/>
          </p:nvSpPr>
          <p:spPr bwMode="auto">
            <a:xfrm>
              <a:off x="4410" y="3216"/>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6</a:t>
              </a:r>
              <a:endParaRPr lang="en-US" altLang="zh-CN" sz="2000" b="0"/>
            </a:p>
          </p:txBody>
        </p:sp>
        <p:sp>
          <p:nvSpPr>
            <p:cNvPr id="27" name="Oval 60">
              <a:extLst>
                <a:ext uri="{FF2B5EF4-FFF2-40B4-BE49-F238E27FC236}">
                  <a16:creationId xmlns:a16="http://schemas.microsoft.com/office/drawing/2014/main" id="{DB2BE3FB-C084-4EC0-A646-3E751599B0BC}"/>
                </a:ext>
              </a:extLst>
            </p:cNvPr>
            <p:cNvSpPr>
              <a:spLocks noChangeArrowheads="1"/>
            </p:cNvSpPr>
            <p:nvPr/>
          </p:nvSpPr>
          <p:spPr bwMode="auto">
            <a:xfrm rot="5400000">
              <a:off x="5304" y="1556"/>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61">
              <a:extLst>
                <a:ext uri="{FF2B5EF4-FFF2-40B4-BE49-F238E27FC236}">
                  <a16:creationId xmlns:a16="http://schemas.microsoft.com/office/drawing/2014/main" id="{79211D85-14EE-40D1-B007-5C417907F29C}"/>
                </a:ext>
              </a:extLst>
            </p:cNvPr>
            <p:cNvSpPr>
              <a:spLocks noChangeArrowheads="1"/>
            </p:cNvSpPr>
            <p:nvPr/>
          </p:nvSpPr>
          <p:spPr bwMode="auto">
            <a:xfrm rot="5400000">
              <a:off x="4639" y="1556"/>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Oval 62">
              <a:extLst>
                <a:ext uri="{FF2B5EF4-FFF2-40B4-BE49-F238E27FC236}">
                  <a16:creationId xmlns:a16="http://schemas.microsoft.com/office/drawing/2014/main" id="{DD9787B3-BE70-48DB-AED1-85E68C16643B}"/>
                </a:ext>
              </a:extLst>
            </p:cNvPr>
            <p:cNvSpPr>
              <a:spLocks noChangeArrowheads="1"/>
            </p:cNvSpPr>
            <p:nvPr/>
          </p:nvSpPr>
          <p:spPr bwMode="auto">
            <a:xfrm rot="5400000">
              <a:off x="4962" y="1952"/>
              <a:ext cx="91" cy="91"/>
            </a:xfrm>
            <a:prstGeom prst="ellipse">
              <a:avLst/>
            </a:prstGeom>
            <a:solidFill>
              <a:schemeClr val="accent2"/>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3">
              <a:extLst>
                <a:ext uri="{FF2B5EF4-FFF2-40B4-BE49-F238E27FC236}">
                  <a16:creationId xmlns:a16="http://schemas.microsoft.com/office/drawing/2014/main" id="{F5C3F6FF-A77D-4970-B304-F645401A15EE}"/>
                </a:ext>
              </a:extLst>
            </p:cNvPr>
            <p:cNvSpPr>
              <a:spLocks noChangeShapeType="1"/>
            </p:cNvSpPr>
            <p:nvPr/>
          </p:nvSpPr>
          <p:spPr bwMode="auto">
            <a:xfrm rot="5400000">
              <a:off x="5018" y="1322"/>
              <a:ext cx="0" cy="57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Freeform 64">
              <a:extLst>
                <a:ext uri="{FF2B5EF4-FFF2-40B4-BE49-F238E27FC236}">
                  <a16:creationId xmlns:a16="http://schemas.microsoft.com/office/drawing/2014/main" id="{0A72A047-08D9-4808-B61C-999D3541D062}"/>
                </a:ext>
              </a:extLst>
            </p:cNvPr>
            <p:cNvSpPr>
              <a:spLocks/>
            </p:cNvSpPr>
            <p:nvPr/>
          </p:nvSpPr>
          <p:spPr bwMode="auto">
            <a:xfrm rot="5400000">
              <a:off x="5026" y="1676"/>
              <a:ext cx="345" cy="291"/>
            </a:xfrm>
            <a:custGeom>
              <a:avLst/>
              <a:gdLst>
                <a:gd name="T0" fmla="*/ 0 w 345"/>
                <a:gd name="T1" fmla="*/ 0 h 291"/>
                <a:gd name="T2" fmla="*/ 345 w 345"/>
                <a:gd name="T3" fmla="*/ 291 h 291"/>
              </a:gdLst>
              <a:ahLst/>
              <a:cxnLst>
                <a:cxn ang="0">
                  <a:pos x="T0" y="T1"/>
                </a:cxn>
                <a:cxn ang="0">
                  <a:pos x="T2" y="T3"/>
                </a:cxn>
              </a:cxnLst>
              <a:rect l="0" t="0" r="r" b="b"/>
              <a:pathLst>
                <a:path w="345" h="291">
                  <a:moveTo>
                    <a:pt x="0" y="0"/>
                  </a:moveTo>
                  <a:lnTo>
                    <a:pt x="345" y="291"/>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Freeform 65">
              <a:extLst>
                <a:ext uri="{FF2B5EF4-FFF2-40B4-BE49-F238E27FC236}">
                  <a16:creationId xmlns:a16="http://schemas.microsoft.com/office/drawing/2014/main" id="{380DDA46-50D8-4614-8284-F6EAE0E2ABA7}"/>
                </a:ext>
              </a:extLst>
            </p:cNvPr>
            <p:cNvSpPr>
              <a:spLocks/>
            </p:cNvSpPr>
            <p:nvPr/>
          </p:nvSpPr>
          <p:spPr bwMode="auto">
            <a:xfrm rot="5400000">
              <a:off x="4642" y="1682"/>
              <a:ext cx="345" cy="285"/>
            </a:xfrm>
            <a:custGeom>
              <a:avLst/>
              <a:gdLst>
                <a:gd name="T0" fmla="*/ 345 w 345"/>
                <a:gd name="T1" fmla="*/ 0 h 285"/>
                <a:gd name="T2" fmla="*/ 0 w 345"/>
                <a:gd name="T3" fmla="*/ 285 h 285"/>
              </a:gdLst>
              <a:ahLst/>
              <a:cxnLst>
                <a:cxn ang="0">
                  <a:pos x="T0" y="T1"/>
                </a:cxn>
                <a:cxn ang="0">
                  <a:pos x="T2" y="T3"/>
                </a:cxn>
              </a:cxnLst>
              <a:rect l="0" t="0" r="r" b="b"/>
              <a:pathLst>
                <a:path w="345" h="285">
                  <a:moveTo>
                    <a:pt x="345" y="0"/>
                  </a:moveTo>
                  <a:lnTo>
                    <a:pt x="0" y="285"/>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Freeform 66">
              <a:extLst>
                <a:ext uri="{FF2B5EF4-FFF2-40B4-BE49-F238E27FC236}">
                  <a16:creationId xmlns:a16="http://schemas.microsoft.com/office/drawing/2014/main" id="{C5AB91CB-FF74-49A6-ABEA-DA72935056F9}"/>
                </a:ext>
              </a:extLst>
            </p:cNvPr>
            <p:cNvSpPr>
              <a:spLocks/>
            </p:cNvSpPr>
            <p:nvPr/>
          </p:nvSpPr>
          <p:spPr bwMode="auto">
            <a:xfrm>
              <a:off x="5004" y="2041"/>
              <a:ext cx="1" cy="740"/>
            </a:xfrm>
            <a:custGeom>
              <a:avLst/>
              <a:gdLst>
                <a:gd name="T0" fmla="*/ 1 w 1"/>
                <a:gd name="T1" fmla="*/ 0 h 740"/>
                <a:gd name="T2" fmla="*/ 0 w 1"/>
                <a:gd name="T3" fmla="*/ 740 h 740"/>
              </a:gdLst>
              <a:ahLst/>
              <a:cxnLst>
                <a:cxn ang="0">
                  <a:pos x="T0" y="T1"/>
                </a:cxn>
                <a:cxn ang="0">
                  <a:pos x="T2" y="T3"/>
                </a:cxn>
              </a:cxnLst>
              <a:rect l="0" t="0" r="r" b="b"/>
              <a:pathLst>
                <a:path w="1" h="740">
                  <a:moveTo>
                    <a:pt x="1" y="0"/>
                  </a:moveTo>
                  <a:lnTo>
                    <a:pt x="0" y="740"/>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Oval 67">
              <a:extLst>
                <a:ext uri="{FF2B5EF4-FFF2-40B4-BE49-F238E27FC236}">
                  <a16:creationId xmlns:a16="http://schemas.microsoft.com/office/drawing/2014/main" id="{42A9030F-031D-41B0-8986-9168FEC79421}"/>
                </a:ext>
              </a:extLst>
            </p:cNvPr>
            <p:cNvSpPr>
              <a:spLocks noChangeArrowheads="1"/>
            </p:cNvSpPr>
            <p:nvPr/>
          </p:nvSpPr>
          <p:spPr bwMode="auto">
            <a:xfrm rot="5400000">
              <a:off x="4639" y="3179"/>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68">
              <a:extLst>
                <a:ext uri="{FF2B5EF4-FFF2-40B4-BE49-F238E27FC236}">
                  <a16:creationId xmlns:a16="http://schemas.microsoft.com/office/drawing/2014/main" id="{B0F0D4EB-067C-47AE-A643-268586B48C84}"/>
                </a:ext>
              </a:extLst>
            </p:cNvPr>
            <p:cNvSpPr>
              <a:spLocks noChangeArrowheads="1"/>
            </p:cNvSpPr>
            <p:nvPr/>
          </p:nvSpPr>
          <p:spPr bwMode="auto">
            <a:xfrm rot="5400000">
              <a:off x="5304" y="3179"/>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69">
              <a:extLst>
                <a:ext uri="{FF2B5EF4-FFF2-40B4-BE49-F238E27FC236}">
                  <a16:creationId xmlns:a16="http://schemas.microsoft.com/office/drawing/2014/main" id="{3F96C417-686F-49D1-AA09-141AE7DE7656}"/>
                </a:ext>
              </a:extLst>
            </p:cNvPr>
            <p:cNvSpPr>
              <a:spLocks noChangeArrowheads="1"/>
            </p:cNvSpPr>
            <p:nvPr/>
          </p:nvSpPr>
          <p:spPr bwMode="auto">
            <a:xfrm rot="5400000">
              <a:off x="4962" y="2777"/>
              <a:ext cx="91" cy="91"/>
            </a:xfrm>
            <a:prstGeom prst="ellips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Freeform 70">
              <a:extLst>
                <a:ext uri="{FF2B5EF4-FFF2-40B4-BE49-F238E27FC236}">
                  <a16:creationId xmlns:a16="http://schemas.microsoft.com/office/drawing/2014/main" id="{2BD5E844-B133-4033-A7FE-952D661941AA}"/>
                </a:ext>
              </a:extLst>
            </p:cNvPr>
            <p:cNvSpPr>
              <a:spLocks/>
            </p:cNvSpPr>
            <p:nvPr/>
          </p:nvSpPr>
          <p:spPr bwMode="auto">
            <a:xfrm rot="5400000">
              <a:off x="5027" y="2853"/>
              <a:ext cx="354" cy="294"/>
            </a:xfrm>
            <a:custGeom>
              <a:avLst/>
              <a:gdLst>
                <a:gd name="T0" fmla="*/ 354 w 354"/>
                <a:gd name="T1" fmla="*/ 0 h 294"/>
                <a:gd name="T2" fmla="*/ 0 w 354"/>
                <a:gd name="T3" fmla="*/ 294 h 294"/>
              </a:gdLst>
              <a:ahLst/>
              <a:cxnLst>
                <a:cxn ang="0">
                  <a:pos x="T0" y="T1"/>
                </a:cxn>
                <a:cxn ang="0">
                  <a:pos x="T2" y="T3"/>
                </a:cxn>
              </a:cxnLst>
              <a:rect l="0" t="0" r="r" b="b"/>
              <a:pathLst>
                <a:path w="354" h="294">
                  <a:moveTo>
                    <a:pt x="354" y="0"/>
                  </a:moveTo>
                  <a:lnTo>
                    <a:pt x="0" y="294"/>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71">
              <a:extLst>
                <a:ext uri="{FF2B5EF4-FFF2-40B4-BE49-F238E27FC236}">
                  <a16:creationId xmlns:a16="http://schemas.microsoft.com/office/drawing/2014/main" id="{6B2D7C6E-A7FC-45AC-95C5-41D0B0C5681D}"/>
                </a:ext>
              </a:extLst>
            </p:cNvPr>
            <p:cNvSpPr>
              <a:spLocks noChangeShapeType="1"/>
            </p:cNvSpPr>
            <p:nvPr/>
          </p:nvSpPr>
          <p:spPr bwMode="auto">
            <a:xfrm rot="5400000">
              <a:off x="5018" y="2934"/>
              <a:ext cx="0" cy="57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Freeform 72">
              <a:extLst>
                <a:ext uri="{FF2B5EF4-FFF2-40B4-BE49-F238E27FC236}">
                  <a16:creationId xmlns:a16="http://schemas.microsoft.com/office/drawing/2014/main" id="{FAEF13EF-BFC4-4B36-AD59-12333F492FBE}"/>
                </a:ext>
              </a:extLst>
            </p:cNvPr>
            <p:cNvSpPr>
              <a:spLocks/>
            </p:cNvSpPr>
            <p:nvPr/>
          </p:nvSpPr>
          <p:spPr bwMode="auto">
            <a:xfrm rot="5400000">
              <a:off x="4638" y="2866"/>
              <a:ext cx="354" cy="279"/>
            </a:xfrm>
            <a:custGeom>
              <a:avLst/>
              <a:gdLst>
                <a:gd name="T0" fmla="*/ 0 w 354"/>
                <a:gd name="T1" fmla="*/ 0 h 279"/>
                <a:gd name="T2" fmla="*/ 354 w 354"/>
                <a:gd name="T3" fmla="*/ 279 h 279"/>
              </a:gdLst>
              <a:ahLst/>
              <a:cxnLst>
                <a:cxn ang="0">
                  <a:pos x="T0" y="T1"/>
                </a:cxn>
                <a:cxn ang="0">
                  <a:pos x="T2" y="T3"/>
                </a:cxn>
              </a:cxnLst>
              <a:rect l="0" t="0" r="r" b="b"/>
              <a:pathLst>
                <a:path w="354" h="279">
                  <a:moveTo>
                    <a:pt x="0" y="0"/>
                  </a:moveTo>
                  <a:lnTo>
                    <a:pt x="354" y="279"/>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Text Box 73">
              <a:extLst>
                <a:ext uri="{FF2B5EF4-FFF2-40B4-BE49-F238E27FC236}">
                  <a16:creationId xmlns:a16="http://schemas.microsoft.com/office/drawing/2014/main" id="{14FFA841-310E-4116-BEE3-CC986E9AFF5C}"/>
                </a:ext>
              </a:extLst>
            </p:cNvPr>
            <p:cNvSpPr txBox="1">
              <a:spLocks noChangeArrowheads="1"/>
            </p:cNvSpPr>
            <p:nvPr/>
          </p:nvSpPr>
          <p:spPr bwMode="auto">
            <a:xfrm>
              <a:off x="4518" y="1392"/>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7</a:t>
              </a:r>
              <a:endParaRPr lang="en-US" altLang="zh-CN" sz="2000" b="0"/>
            </a:p>
          </p:txBody>
        </p:sp>
        <p:sp>
          <p:nvSpPr>
            <p:cNvPr id="41" name="Text Box 74">
              <a:extLst>
                <a:ext uri="{FF2B5EF4-FFF2-40B4-BE49-F238E27FC236}">
                  <a16:creationId xmlns:a16="http://schemas.microsoft.com/office/drawing/2014/main" id="{93912520-EAC3-42A6-8447-8DCCB699B4F2}"/>
                </a:ext>
              </a:extLst>
            </p:cNvPr>
            <p:cNvSpPr txBox="1">
              <a:spLocks noChangeArrowheads="1"/>
            </p:cNvSpPr>
            <p:nvPr/>
          </p:nvSpPr>
          <p:spPr bwMode="auto">
            <a:xfrm>
              <a:off x="5034" y="2022"/>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9</a:t>
              </a:r>
              <a:endParaRPr lang="en-US" altLang="zh-CN" sz="2000" b="0"/>
            </a:p>
          </p:txBody>
        </p:sp>
        <p:sp>
          <p:nvSpPr>
            <p:cNvPr id="42" name="Text Box 75">
              <a:extLst>
                <a:ext uri="{FF2B5EF4-FFF2-40B4-BE49-F238E27FC236}">
                  <a16:creationId xmlns:a16="http://schemas.microsoft.com/office/drawing/2014/main" id="{5A3CC1D2-66BA-4326-8D7C-9D814525337E}"/>
                </a:ext>
              </a:extLst>
            </p:cNvPr>
            <p:cNvSpPr txBox="1">
              <a:spLocks noChangeArrowheads="1"/>
            </p:cNvSpPr>
            <p:nvPr/>
          </p:nvSpPr>
          <p:spPr bwMode="auto">
            <a:xfrm>
              <a:off x="5376" y="1392"/>
              <a:ext cx="13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8</a:t>
              </a:r>
              <a:endParaRPr lang="en-US" altLang="zh-CN" sz="2000" b="0"/>
            </a:p>
          </p:txBody>
        </p:sp>
        <p:sp>
          <p:nvSpPr>
            <p:cNvPr id="43" name="Text Box 76">
              <a:extLst>
                <a:ext uri="{FF2B5EF4-FFF2-40B4-BE49-F238E27FC236}">
                  <a16:creationId xmlns:a16="http://schemas.microsoft.com/office/drawing/2014/main" id="{1D58EF45-25E4-4B87-92D4-0412D7D2D37E}"/>
                </a:ext>
              </a:extLst>
            </p:cNvPr>
            <p:cNvSpPr txBox="1">
              <a:spLocks noChangeArrowheads="1"/>
            </p:cNvSpPr>
            <p:nvPr/>
          </p:nvSpPr>
          <p:spPr bwMode="auto">
            <a:xfrm>
              <a:off x="4968" y="2604"/>
              <a:ext cx="28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10</a:t>
              </a:r>
              <a:endParaRPr lang="en-US" altLang="zh-CN" sz="2000" b="0"/>
            </a:p>
          </p:txBody>
        </p:sp>
        <p:sp>
          <p:nvSpPr>
            <p:cNvPr id="44" name="Text Box 77">
              <a:extLst>
                <a:ext uri="{FF2B5EF4-FFF2-40B4-BE49-F238E27FC236}">
                  <a16:creationId xmlns:a16="http://schemas.microsoft.com/office/drawing/2014/main" id="{7ABD5F2A-C7B7-4275-8863-09CBE86F0AD0}"/>
                </a:ext>
              </a:extLst>
            </p:cNvPr>
            <p:cNvSpPr txBox="1">
              <a:spLocks noChangeArrowheads="1"/>
            </p:cNvSpPr>
            <p:nvPr/>
          </p:nvSpPr>
          <p:spPr bwMode="auto">
            <a:xfrm>
              <a:off x="4566" y="3246"/>
              <a:ext cx="1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11</a:t>
              </a:r>
              <a:endParaRPr lang="en-US" altLang="zh-CN" sz="2000" b="0"/>
            </a:p>
          </p:txBody>
        </p:sp>
        <p:sp>
          <p:nvSpPr>
            <p:cNvPr id="45" name="Text Box 78">
              <a:extLst>
                <a:ext uri="{FF2B5EF4-FFF2-40B4-BE49-F238E27FC236}">
                  <a16:creationId xmlns:a16="http://schemas.microsoft.com/office/drawing/2014/main" id="{E3ED66B9-2ADF-4D5A-97F4-15A947C44055}"/>
                </a:ext>
              </a:extLst>
            </p:cNvPr>
            <p:cNvSpPr txBox="1">
              <a:spLocks noChangeArrowheads="1"/>
            </p:cNvSpPr>
            <p:nvPr/>
          </p:nvSpPr>
          <p:spPr bwMode="auto">
            <a:xfrm>
              <a:off x="5268" y="3222"/>
              <a:ext cx="23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en-US" altLang="zh-CN" sz="2000" b="0">
                  <a:latin typeface="宋体" panose="02010600030101010101" pitchFamily="2" charset="-122"/>
                </a:rPr>
                <a:t>12</a:t>
              </a:r>
              <a:endParaRPr lang="en-US" altLang="zh-CN" sz="2000" b="0"/>
            </a:p>
          </p:txBody>
        </p:sp>
        <p:sp>
          <p:nvSpPr>
            <p:cNvPr id="46" name="Freeform 79">
              <a:extLst>
                <a:ext uri="{FF2B5EF4-FFF2-40B4-BE49-F238E27FC236}">
                  <a16:creationId xmlns:a16="http://schemas.microsoft.com/office/drawing/2014/main" id="{C85A9F73-4549-4B05-B3A7-07688A2BD505}"/>
                </a:ext>
              </a:extLst>
            </p:cNvPr>
            <p:cNvSpPr>
              <a:spLocks/>
            </p:cNvSpPr>
            <p:nvPr/>
          </p:nvSpPr>
          <p:spPr bwMode="auto">
            <a:xfrm>
              <a:off x="4074" y="2016"/>
              <a:ext cx="900" cy="774"/>
            </a:xfrm>
            <a:custGeom>
              <a:avLst/>
              <a:gdLst>
                <a:gd name="T0" fmla="*/ 0 w 900"/>
                <a:gd name="T1" fmla="*/ 0 h 774"/>
                <a:gd name="T2" fmla="*/ 900 w 900"/>
                <a:gd name="T3" fmla="*/ 774 h 774"/>
              </a:gdLst>
              <a:ahLst/>
              <a:cxnLst>
                <a:cxn ang="0">
                  <a:pos x="T0" y="T1"/>
                </a:cxn>
                <a:cxn ang="0">
                  <a:pos x="T2" y="T3"/>
                </a:cxn>
              </a:cxnLst>
              <a:rect l="0" t="0" r="r" b="b"/>
              <a:pathLst>
                <a:path w="900" h="774">
                  <a:moveTo>
                    <a:pt x="0" y="0"/>
                  </a:moveTo>
                  <a:lnTo>
                    <a:pt x="900" y="774"/>
                  </a:lnTo>
                </a:path>
              </a:pathLst>
            </a:custGeom>
            <a:noFill/>
            <a:ln w="12700" cap="sq" cmpd="sng">
              <a:solidFill>
                <a:schemeClr val="tx1"/>
              </a:solidFill>
              <a:prstDash val="solid"/>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Line 80">
              <a:extLst>
                <a:ext uri="{FF2B5EF4-FFF2-40B4-BE49-F238E27FC236}">
                  <a16:creationId xmlns:a16="http://schemas.microsoft.com/office/drawing/2014/main" id="{2C8DD119-DA28-4294-9A8A-D3382118A82A}"/>
                </a:ext>
              </a:extLst>
            </p:cNvPr>
            <p:cNvSpPr>
              <a:spLocks noChangeShapeType="1"/>
            </p:cNvSpPr>
            <p:nvPr/>
          </p:nvSpPr>
          <p:spPr bwMode="auto">
            <a:xfrm flipH="1">
              <a:off x="3594" y="2832"/>
              <a:ext cx="240" cy="288"/>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 name="Line 82">
              <a:extLst>
                <a:ext uri="{FF2B5EF4-FFF2-40B4-BE49-F238E27FC236}">
                  <a16:creationId xmlns:a16="http://schemas.microsoft.com/office/drawing/2014/main" id="{56A1D6B5-C26D-4FBF-AE5B-C1B7E1AC5566}"/>
                </a:ext>
              </a:extLst>
            </p:cNvPr>
            <p:cNvSpPr>
              <a:spLocks noChangeShapeType="1"/>
            </p:cNvSpPr>
            <p:nvPr/>
          </p:nvSpPr>
          <p:spPr bwMode="auto">
            <a:xfrm>
              <a:off x="3882" y="3312"/>
              <a:ext cx="384" cy="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83">
              <a:extLst>
                <a:ext uri="{FF2B5EF4-FFF2-40B4-BE49-F238E27FC236}">
                  <a16:creationId xmlns:a16="http://schemas.microsoft.com/office/drawing/2014/main" id="{D3655BB3-9BFD-40F1-82EE-16C58DCF5470}"/>
                </a:ext>
              </a:extLst>
            </p:cNvPr>
            <p:cNvSpPr>
              <a:spLocks noChangeShapeType="1"/>
            </p:cNvSpPr>
            <p:nvPr/>
          </p:nvSpPr>
          <p:spPr bwMode="auto">
            <a:xfrm>
              <a:off x="4170" y="2784"/>
              <a:ext cx="240" cy="288"/>
            </a:xfrm>
            <a:prstGeom prst="line">
              <a:avLst/>
            </a:prstGeom>
            <a:noFill/>
            <a:ln w="12700" cap="sq">
              <a:solidFill>
                <a:schemeClr val="tx1"/>
              </a:solidFill>
              <a:miter lim="800000"/>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 name="Line 84">
              <a:extLst>
                <a:ext uri="{FF2B5EF4-FFF2-40B4-BE49-F238E27FC236}">
                  <a16:creationId xmlns:a16="http://schemas.microsoft.com/office/drawing/2014/main" id="{8C880BE1-6C5F-445B-9AF0-70C679E9CF58}"/>
                </a:ext>
              </a:extLst>
            </p:cNvPr>
            <p:cNvSpPr>
              <a:spLocks noChangeShapeType="1"/>
            </p:cNvSpPr>
            <p:nvPr/>
          </p:nvSpPr>
          <p:spPr bwMode="auto">
            <a:xfrm flipV="1">
              <a:off x="4122" y="2256"/>
              <a:ext cx="0" cy="384"/>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 name="Line 85">
              <a:extLst>
                <a:ext uri="{FF2B5EF4-FFF2-40B4-BE49-F238E27FC236}">
                  <a16:creationId xmlns:a16="http://schemas.microsoft.com/office/drawing/2014/main" id="{B823E744-542E-4551-9756-D45AFBA20266}"/>
                </a:ext>
              </a:extLst>
            </p:cNvPr>
            <p:cNvSpPr>
              <a:spLocks noChangeShapeType="1"/>
            </p:cNvSpPr>
            <p:nvPr/>
          </p:nvSpPr>
          <p:spPr bwMode="auto">
            <a:xfrm flipV="1">
              <a:off x="4266" y="1728"/>
              <a:ext cx="192" cy="24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86">
              <a:extLst>
                <a:ext uri="{FF2B5EF4-FFF2-40B4-BE49-F238E27FC236}">
                  <a16:creationId xmlns:a16="http://schemas.microsoft.com/office/drawing/2014/main" id="{BBCEB360-2E9C-4570-99E7-2E606AC81284}"/>
                </a:ext>
              </a:extLst>
            </p:cNvPr>
            <p:cNvSpPr>
              <a:spLocks noChangeShapeType="1"/>
            </p:cNvSpPr>
            <p:nvPr/>
          </p:nvSpPr>
          <p:spPr bwMode="auto">
            <a:xfrm flipH="1">
              <a:off x="3834" y="1488"/>
              <a:ext cx="336" cy="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87">
              <a:extLst>
                <a:ext uri="{FF2B5EF4-FFF2-40B4-BE49-F238E27FC236}">
                  <a16:creationId xmlns:a16="http://schemas.microsoft.com/office/drawing/2014/main" id="{B4FCCA3E-6319-4342-961E-2A73BA5F1C15}"/>
                </a:ext>
              </a:extLst>
            </p:cNvPr>
            <p:cNvSpPr>
              <a:spLocks noChangeShapeType="1"/>
            </p:cNvSpPr>
            <p:nvPr/>
          </p:nvSpPr>
          <p:spPr bwMode="auto">
            <a:xfrm>
              <a:off x="3666" y="1728"/>
              <a:ext cx="192" cy="288"/>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Line 88">
              <a:extLst>
                <a:ext uri="{FF2B5EF4-FFF2-40B4-BE49-F238E27FC236}">
                  <a16:creationId xmlns:a16="http://schemas.microsoft.com/office/drawing/2014/main" id="{9B3A8DAB-1D64-44E8-9CF5-8213CB22EC2E}"/>
                </a:ext>
              </a:extLst>
            </p:cNvPr>
            <p:cNvSpPr>
              <a:spLocks noChangeShapeType="1"/>
            </p:cNvSpPr>
            <p:nvPr/>
          </p:nvSpPr>
          <p:spPr bwMode="auto">
            <a:xfrm>
              <a:off x="5178" y="2832"/>
              <a:ext cx="192" cy="288"/>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89">
              <a:extLst>
                <a:ext uri="{FF2B5EF4-FFF2-40B4-BE49-F238E27FC236}">
                  <a16:creationId xmlns:a16="http://schemas.microsoft.com/office/drawing/2014/main" id="{D633B07E-AB23-4643-A90A-AFDED7B2BFE6}"/>
                </a:ext>
              </a:extLst>
            </p:cNvPr>
            <p:cNvSpPr>
              <a:spLocks noChangeShapeType="1"/>
            </p:cNvSpPr>
            <p:nvPr/>
          </p:nvSpPr>
          <p:spPr bwMode="auto">
            <a:xfrm flipH="1">
              <a:off x="4878" y="3312"/>
              <a:ext cx="336" cy="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 name="Line 90">
              <a:extLst>
                <a:ext uri="{FF2B5EF4-FFF2-40B4-BE49-F238E27FC236}">
                  <a16:creationId xmlns:a16="http://schemas.microsoft.com/office/drawing/2014/main" id="{9793BEEB-78B9-4FD6-B726-AF176113FB42}"/>
                </a:ext>
              </a:extLst>
            </p:cNvPr>
            <p:cNvSpPr>
              <a:spLocks noChangeShapeType="1"/>
            </p:cNvSpPr>
            <p:nvPr/>
          </p:nvSpPr>
          <p:spPr bwMode="auto">
            <a:xfrm flipV="1">
              <a:off x="4650" y="2820"/>
              <a:ext cx="192" cy="24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91">
              <a:extLst>
                <a:ext uri="{FF2B5EF4-FFF2-40B4-BE49-F238E27FC236}">
                  <a16:creationId xmlns:a16="http://schemas.microsoft.com/office/drawing/2014/main" id="{8FA97F85-FD10-4A00-B79E-3DBFCA4BC8D6}"/>
                </a:ext>
              </a:extLst>
            </p:cNvPr>
            <p:cNvSpPr>
              <a:spLocks noChangeShapeType="1"/>
            </p:cNvSpPr>
            <p:nvPr/>
          </p:nvSpPr>
          <p:spPr bwMode="auto">
            <a:xfrm>
              <a:off x="5130" y="2256"/>
              <a:ext cx="0" cy="336"/>
            </a:xfrm>
            <a:prstGeom prst="line">
              <a:avLst/>
            </a:prstGeom>
            <a:noFill/>
            <a:ln w="12700" cap="sq">
              <a:solidFill>
                <a:schemeClr val="tx1"/>
              </a:solidFill>
              <a:miter lim="800000"/>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92">
              <a:extLst>
                <a:ext uri="{FF2B5EF4-FFF2-40B4-BE49-F238E27FC236}">
                  <a16:creationId xmlns:a16="http://schemas.microsoft.com/office/drawing/2014/main" id="{3E501FB5-80BB-4BBE-BEB8-B932BDEE6655}"/>
                </a:ext>
              </a:extLst>
            </p:cNvPr>
            <p:cNvSpPr>
              <a:spLocks noChangeShapeType="1"/>
            </p:cNvSpPr>
            <p:nvPr/>
          </p:nvSpPr>
          <p:spPr bwMode="auto">
            <a:xfrm flipV="1">
              <a:off x="5178" y="1728"/>
              <a:ext cx="192" cy="24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Line 93">
              <a:extLst>
                <a:ext uri="{FF2B5EF4-FFF2-40B4-BE49-F238E27FC236}">
                  <a16:creationId xmlns:a16="http://schemas.microsoft.com/office/drawing/2014/main" id="{F85C78B1-0D5C-4B80-A93D-6DBB6B2DC2E9}"/>
                </a:ext>
              </a:extLst>
            </p:cNvPr>
            <p:cNvSpPr>
              <a:spLocks noChangeShapeType="1"/>
            </p:cNvSpPr>
            <p:nvPr/>
          </p:nvSpPr>
          <p:spPr bwMode="auto">
            <a:xfrm flipH="1">
              <a:off x="4842" y="1536"/>
              <a:ext cx="336" cy="0"/>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 name="Line 94">
              <a:extLst>
                <a:ext uri="{FF2B5EF4-FFF2-40B4-BE49-F238E27FC236}">
                  <a16:creationId xmlns:a16="http://schemas.microsoft.com/office/drawing/2014/main" id="{679BEE93-D17D-4841-B92D-EB749ECDB883}"/>
                </a:ext>
              </a:extLst>
            </p:cNvPr>
            <p:cNvSpPr>
              <a:spLocks noChangeShapeType="1"/>
            </p:cNvSpPr>
            <p:nvPr/>
          </p:nvSpPr>
          <p:spPr bwMode="auto">
            <a:xfrm>
              <a:off x="4650" y="1728"/>
              <a:ext cx="192" cy="288"/>
            </a:xfrm>
            <a:prstGeom prst="line">
              <a:avLst/>
            </a:prstGeom>
            <a:noFill/>
            <a:ln w="12700" cap="sq">
              <a:solidFill>
                <a:schemeClr val="tx1"/>
              </a:solidFill>
              <a:miter lim="800000"/>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Freeform 96">
              <a:extLst>
                <a:ext uri="{FF2B5EF4-FFF2-40B4-BE49-F238E27FC236}">
                  <a16:creationId xmlns:a16="http://schemas.microsoft.com/office/drawing/2014/main" id="{4AD02F2D-4455-4906-9D8F-4B4AFC550829}"/>
                </a:ext>
              </a:extLst>
            </p:cNvPr>
            <p:cNvSpPr>
              <a:spLocks/>
            </p:cNvSpPr>
            <p:nvPr/>
          </p:nvSpPr>
          <p:spPr bwMode="auto">
            <a:xfrm>
              <a:off x="4416" y="2160"/>
              <a:ext cx="426" cy="396"/>
            </a:xfrm>
            <a:custGeom>
              <a:avLst/>
              <a:gdLst>
                <a:gd name="T0" fmla="*/ 0 w 426"/>
                <a:gd name="T1" fmla="*/ 0 h 396"/>
                <a:gd name="T2" fmla="*/ 426 w 426"/>
                <a:gd name="T3" fmla="*/ 396 h 396"/>
              </a:gdLst>
              <a:ahLst/>
              <a:cxnLst>
                <a:cxn ang="0">
                  <a:pos x="T0" y="T1"/>
                </a:cxn>
                <a:cxn ang="0">
                  <a:pos x="T2" y="T3"/>
                </a:cxn>
              </a:cxnLst>
              <a:rect l="0" t="0" r="r" b="b"/>
              <a:pathLst>
                <a:path w="426" h="396">
                  <a:moveTo>
                    <a:pt x="0" y="0"/>
                  </a:moveTo>
                  <a:lnTo>
                    <a:pt x="426" y="396"/>
                  </a:lnTo>
                </a:path>
              </a:pathLst>
            </a:custGeom>
            <a:noFill/>
            <a:ln w="12700" cap="sq" cmpd="sng">
              <a:solidFill>
                <a:schemeClr val="tx1"/>
              </a:solidFill>
              <a:prstDash val="solid"/>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925801858"/>
      </p:ext>
    </p:extLst>
  </p:cSld>
  <p:clrMapOvr>
    <a:masterClrMapping/>
  </p:clrMapOvr>
  <p:transition spd="slow"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2B8494CF-4D7D-4E17-BEF3-76958DA95771}"/>
              </a:ext>
            </a:extLst>
          </p:cNvPr>
          <p:cNvSpPr txBox="1">
            <a:spLocks noChangeArrowheads="1"/>
          </p:cNvSpPr>
          <p:nvPr/>
        </p:nvSpPr>
        <p:spPr bwMode="auto">
          <a:xfrm>
            <a:off x="989529" y="1341039"/>
            <a:ext cx="10642833" cy="547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solidFill>
                  <a:srgbClr val="000000"/>
                </a:solidFill>
                <a:ea typeface="黑体" panose="02010609060101010101" pitchFamily="49" charset="-122"/>
                <a:cs typeface="Times New Roman" panose="02020603050405020304" pitchFamily="18" charset="0"/>
              </a:rPr>
              <a:t>  </a:t>
            </a:r>
            <a:r>
              <a:rPr lang="zh-CN" altLang="en-US"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例</a:t>
            </a:r>
            <a:r>
              <a:rPr lang="en-US" altLang="zh-CN" dirty="0">
                <a:solidFill>
                  <a:srgbClr val="000000"/>
                </a:solidFill>
                <a:latin typeface="宋体" panose="02010600030101010101" pitchFamily="2" charset="-122"/>
                <a:ea typeface="黑体" panose="02010609060101010101" pitchFamily="49" charset="-122"/>
                <a:cs typeface="Times New Roman" panose="02020603050405020304" pitchFamily="18" charset="0"/>
              </a:rPr>
              <a:t> </a:t>
            </a:r>
            <a:r>
              <a:rPr lang="zh-CN" altLang="en-US" dirty="0">
                <a:solidFill>
                  <a:srgbClr val="000000"/>
                </a:solidFill>
                <a:latin typeface="宋体" panose="02010600030101010101" pitchFamily="2" charset="-122"/>
                <a:ea typeface="黑体" panose="02010609060101010101" pitchFamily="49" charset="-122"/>
                <a:cs typeface="Times New Roman" panose="02020603050405020304" pitchFamily="18" charset="0"/>
              </a:rPr>
              <a:t>一笔画问题（笔不离开纸</a:t>
            </a:r>
            <a:r>
              <a:rPr lang="en-US" altLang="zh-CN" dirty="0">
                <a:solidFill>
                  <a:srgbClr val="000000"/>
                </a:solidFill>
                <a:latin typeface="宋体" panose="02010600030101010101" pitchFamily="2" charset="-122"/>
                <a:ea typeface="黑体" panose="02010609060101010101" pitchFamily="49" charset="-122"/>
                <a:cs typeface="Times New Roman" panose="02020603050405020304" pitchFamily="18" charset="0"/>
              </a:rPr>
              <a:t>,</a:t>
            </a:r>
            <a:r>
              <a:rPr lang="zh-CN" altLang="en-US" dirty="0">
                <a:solidFill>
                  <a:srgbClr val="000000"/>
                </a:solidFill>
                <a:latin typeface="宋体" panose="02010600030101010101" pitchFamily="2" charset="-122"/>
                <a:ea typeface="黑体" panose="02010609060101010101" pitchFamily="49" charset="-122"/>
                <a:cs typeface="Times New Roman" panose="02020603050405020304" pitchFamily="18" charset="0"/>
              </a:rPr>
              <a:t>不重复地画遍纸上图形的所有的边） 请问下图中的各图能否一笔画出，如果不能，则需要几笔？</a:t>
            </a:r>
            <a:r>
              <a:rPr lang="zh-CN" altLang="en-US" dirty="0">
                <a:latin typeface="宋体" panose="02010600030101010101" pitchFamily="2" charset="-122"/>
                <a:ea typeface="黑体" panose="02010609060101010101" pitchFamily="49" charset="-122"/>
                <a:cs typeface="Times New Roman" panose="02020603050405020304" pitchFamily="18" charset="0"/>
              </a:rPr>
              <a:t> </a:t>
            </a:r>
          </a:p>
        </p:txBody>
      </p:sp>
      <p:grpSp>
        <p:nvGrpSpPr>
          <p:cNvPr id="6" name="Group 68">
            <a:extLst>
              <a:ext uri="{FF2B5EF4-FFF2-40B4-BE49-F238E27FC236}">
                <a16:creationId xmlns:a16="http://schemas.microsoft.com/office/drawing/2014/main" id="{49D8A62C-B9D2-4684-99D4-91C0F2EC5E3D}"/>
              </a:ext>
            </a:extLst>
          </p:cNvPr>
          <p:cNvGrpSpPr>
            <a:grpSpLocks/>
          </p:cNvGrpSpPr>
          <p:nvPr/>
        </p:nvGrpSpPr>
        <p:grpSpPr bwMode="auto">
          <a:xfrm>
            <a:off x="2072222" y="2774575"/>
            <a:ext cx="7345363" cy="2743200"/>
            <a:chOff x="2220" y="11424"/>
            <a:chExt cx="8172" cy="2496"/>
          </a:xfrm>
        </p:grpSpPr>
        <p:sp>
          <p:nvSpPr>
            <p:cNvPr id="7" name="AutoShape 69">
              <a:extLst>
                <a:ext uri="{FF2B5EF4-FFF2-40B4-BE49-F238E27FC236}">
                  <a16:creationId xmlns:a16="http://schemas.microsoft.com/office/drawing/2014/main" id="{0FCDCD53-9630-4D7A-830A-7BC498E6BB44}"/>
                </a:ext>
              </a:extLst>
            </p:cNvPr>
            <p:cNvSpPr>
              <a:spLocks noChangeAspect="1" noChangeArrowheads="1" noTextEdit="1"/>
            </p:cNvSpPr>
            <p:nvPr/>
          </p:nvSpPr>
          <p:spPr bwMode="auto">
            <a:xfrm>
              <a:off x="2220" y="11424"/>
              <a:ext cx="8172"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Line 70">
              <a:extLst>
                <a:ext uri="{FF2B5EF4-FFF2-40B4-BE49-F238E27FC236}">
                  <a16:creationId xmlns:a16="http://schemas.microsoft.com/office/drawing/2014/main" id="{7B2A27EC-B6F5-407E-A7CB-E19A84C3AF4C}"/>
                </a:ext>
              </a:extLst>
            </p:cNvPr>
            <p:cNvSpPr>
              <a:spLocks noChangeShapeType="1"/>
            </p:cNvSpPr>
            <p:nvPr/>
          </p:nvSpPr>
          <p:spPr bwMode="auto">
            <a:xfrm>
              <a:off x="2304" y="12048"/>
              <a:ext cx="21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71">
              <a:extLst>
                <a:ext uri="{FF2B5EF4-FFF2-40B4-BE49-F238E27FC236}">
                  <a16:creationId xmlns:a16="http://schemas.microsoft.com/office/drawing/2014/main" id="{E4891A46-A10F-4EB0-80A6-D6438C20D8FF}"/>
                </a:ext>
              </a:extLst>
            </p:cNvPr>
            <p:cNvSpPr>
              <a:spLocks noChangeShapeType="1"/>
            </p:cNvSpPr>
            <p:nvPr/>
          </p:nvSpPr>
          <p:spPr bwMode="auto">
            <a:xfrm>
              <a:off x="2340" y="13093"/>
              <a:ext cx="21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2">
              <a:extLst>
                <a:ext uri="{FF2B5EF4-FFF2-40B4-BE49-F238E27FC236}">
                  <a16:creationId xmlns:a16="http://schemas.microsoft.com/office/drawing/2014/main" id="{FFECB374-6F77-4E56-9A04-CB257B84A98F}"/>
                </a:ext>
              </a:extLst>
            </p:cNvPr>
            <p:cNvSpPr>
              <a:spLocks noChangeShapeType="1"/>
            </p:cNvSpPr>
            <p:nvPr/>
          </p:nvSpPr>
          <p:spPr bwMode="auto">
            <a:xfrm flipH="1">
              <a:off x="2304" y="11436"/>
              <a:ext cx="1079" cy="16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3">
              <a:extLst>
                <a:ext uri="{FF2B5EF4-FFF2-40B4-BE49-F238E27FC236}">
                  <a16:creationId xmlns:a16="http://schemas.microsoft.com/office/drawing/2014/main" id="{015BBA54-311D-43DA-B3F5-8C4F71EBD752}"/>
                </a:ext>
              </a:extLst>
            </p:cNvPr>
            <p:cNvSpPr>
              <a:spLocks noChangeShapeType="1"/>
            </p:cNvSpPr>
            <p:nvPr/>
          </p:nvSpPr>
          <p:spPr bwMode="auto">
            <a:xfrm>
              <a:off x="2352" y="12144"/>
              <a:ext cx="935" cy="14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74">
              <a:extLst>
                <a:ext uri="{FF2B5EF4-FFF2-40B4-BE49-F238E27FC236}">
                  <a16:creationId xmlns:a16="http://schemas.microsoft.com/office/drawing/2014/main" id="{54C8DE6A-61CB-4B23-81F9-8B691FF0B270}"/>
                </a:ext>
              </a:extLst>
            </p:cNvPr>
            <p:cNvSpPr>
              <a:spLocks noChangeShapeType="1"/>
            </p:cNvSpPr>
            <p:nvPr/>
          </p:nvSpPr>
          <p:spPr bwMode="auto">
            <a:xfrm>
              <a:off x="3468" y="11580"/>
              <a:ext cx="1080" cy="15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75">
              <a:extLst>
                <a:ext uri="{FF2B5EF4-FFF2-40B4-BE49-F238E27FC236}">
                  <a16:creationId xmlns:a16="http://schemas.microsoft.com/office/drawing/2014/main" id="{167E12F9-1D92-4621-9C3E-6A813B2E5BC3}"/>
                </a:ext>
              </a:extLst>
            </p:cNvPr>
            <p:cNvSpPr>
              <a:spLocks noChangeShapeType="1"/>
            </p:cNvSpPr>
            <p:nvPr/>
          </p:nvSpPr>
          <p:spPr bwMode="auto">
            <a:xfrm flipH="1">
              <a:off x="3468" y="12096"/>
              <a:ext cx="972" cy="15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76">
              <a:extLst>
                <a:ext uri="{FF2B5EF4-FFF2-40B4-BE49-F238E27FC236}">
                  <a16:creationId xmlns:a16="http://schemas.microsoft.com/office/drawing/2014/main" id="{2A861701-8B1D-4A37-9F01-F2F6C18BFB3D}"/>
                </a:ext>
              </a:extLst>
            </p:cNvPr>
            <p:cNvSpPr>
              <a:spLocks noChangeShapeType="1"/>
            </p:cNvSpPr>
            <p:nvPr/>
          </p:nvSpPr>
          <p:spPr bwMode="auto">
            <a:xfrm>
              <a:off x="5043" y="12024"/>
              <a:ext cx="216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77">
              <a:extLst>
                <a:ext uri="{FF2B5EF4-FFF2-40B4-BE49-F238E27FC236}">
                  <a16:creationId xmlns:a16="http://schemas.microsoft.com/office/drawing/2014/main" id="{44A45721-58AF-414A-8BD4-1E967ABF0572}"/>
                </a:ext>
              </a:extLst>
            </p:cNvPr>
            <p:cNvSpPr>
              <a:spLocks noChangeShapeType="1"/>
            </p:cNvSpPr>
            <p:nvPr/>
          </p:nvSpPr>
          <p:spPr bwMode="auto">
            <a:xfrm>
              <a:off x="5067" y="13105"/>
              <a:ext cx="216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78">
              <a:extLst>
                <a:ext uri="{FF2B5EF4-FFF2-40B4-BE49-F238E27FC236}">
                  <a16:creationId xmlns:a16="http://schemas.microsoft.com/office/drawing/2014/main" id="{FEF312D7-9418-494A-984A-B6B5B94E2C7B}"/>
                </a:ext>
              </a:extLst>
            </p:cNvPr>
            <p:cNvSpPr>
              <a:spLocks noChangeShapeType="1"/>
            </p:cNvSpPr>
            <p:nvPr/>
          </p:nvSpPr>
          <p:spPr bwMode="auto">
            <a:xfrm flipH="1">
              <a:off x="5059" y="11496"/>
              <a:ext cx="1029"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79">
              <a:extLst>
                <a:ext uri="{FF2B5EF4-FFF2-40B4-BE49-F238E27FC236}">
                  <a16:creationId xmlns:a16="http://schemas.microsoft.com/office/drawing/2014/main" id="{B1AC0CE2-C0AC-48CA-88C7-EE89BCF65351}"/>
                </a:ext>
              </a:extLst>
            </p:cNvPr>
            <p:cNvSpPr>
              <a:spLocks noChangeShapeType="1"/>
            </p:cNvSpPr>
            <p:nvPr/>
          </p:nvSpPr>
          <p:spPr bwMode="auto">
            <a:xfrm>
              <a:off x="5080" y="12120"/>
              <a:ext cx="948" cy="14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80">
              <a:extLst>
                <a:ext uri="{FF2B5EF4-FFF2-40B4-BE49-F238E27FC236}">
                  <a16:creationId xmlns:a16="http://schemas.microsoft.com/office/drawing/2014/main" id="{57AD363D-311C-4E41-BA9D-6514BDFBD7E1}"/>
                </a:ext>
              </a:extLst>
            </p:cNvPr>
            <p:cNvSpPr>
              <a:spLocks noChangeShapeType="1"/>
            </p:cNvSpPr>
            <p:nvPr/>
          </p:nvSpPr>
          <p:spPr bwMode="auto">
            <a:xfrm>
              <a:off x="6136" y="11496"/>
              <a:ext cx="1080" cy="15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81">
              <a:extLst>
                <a:ext uri="{FF2B5EF4-FFF2-40B4-BE49-F238E27FC236}">
                  <a16:creationId xmlns:a16="http://schemas.microsoft.com/office/drawing/2014/main" id="{373B14BC-0503-45A9-A667-A6D83F0B7EC3}"/>
                </a:ext>
              </a:extLst>
            </p:cNvPr>
            <p:cNvSpPr>
              <a:spLocks noChangeShapeType="1"/>
            </p:cNvSpPr>
            <p:nvPr/>
          </p:nvSpPr>
          <p:spPr bwMode="auto">
            <a:xfrm>
              <a:off x="5487" y="12552"/>
              <a:ext cx="12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Oval 82">
              <a:extLst>
                <a:ext uri="{FF2B5EF4-FFF2-40B4-BE49-F238E27FC236}">
                  <a16:creationId xmlns:a16="http://schemas.microsoft.com/office/drawing/2014/main" id="{0493CBBA-3866-44FF-A8D3-4484D3DD3A3F}"/>
                </a:ext>
              </a:extLst>
            </p:cNvPr>
            <p:cNvSpPr>
              <a:spLocks noChangeArrowheads="1"/>
            </p:cNvSpPr>
            <p:nvPr/>
          </p:nvSpPr>
          <p:spPr bwMode="auto">
            <a:xfrm>
              <a:off x="8956" y="11496"/>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Line 83">
              <a:extLst>
                <a:ext uri="{FF2B5EF4-FFF2-40B4-BE49-F238E27FC236}">
                  <a16:creationId xmlns:a16="http://schemas.microsoft.com/office/drawing/2014/main" id="{4D01FB51-39BA-49DA-8303-424485D8140E}"/>
                </a:ext>
              </a:extLst>
            </p:cNvPr>
            <p:cNvSpPr>
              <a:spLocks noChangeShapeType="1"/>
            </p:cNvSpPr>
            <p:nvPr/>
          </p:nvSpPr>
          <p:spPr bwMode="auto">
            <a:xfrm>
              <a:off x="8008" y="12048"/>
              <a:ext cx="199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84">
              <a:extLst>
                <a:ext uri="{FF2B5EF4-FFF2-40B4-BE49-F238E27FC236}">
                  <a16:creationId xmlns:a16="http://schemas.microsoft.com/office/drawing/2014/main" id="{8C1AE204-36AC-4911-A179-B4D7790B1965}"/>
                </a:ext>
              </a:extLst>
            </p:cNvPr>
            <p:cNvSpPr>
              <a:spLocks noChangeShapeType="1"/>
            </p:cNvSpPr>
            <p:nvPr/>
          </p:nvSpPr>
          <p:spPr bwMode="auto">
            <a:xfrm>
              <a:off x="7960" y="13093"/>
              <a:ext cx="21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85">
              <a:extLst>
                <a:ext uri="{FF2B5EF4-FFF2-40B4-BE49-F238E27FC236}">
                  <a16:creationId xmlns:a16="http://schemas.microsoft.com/office/drawing/2014/main" id="{DF28C101-DD09-4465-AB43-001DFE30E1FA}"/>
                </a:ext>
              </a:extLst>
            </p:cNvPr>
            <p:cNvSpPr>
              <a:spLocks noChangeShapeType="1"/>
            </p:cNvSpPr>
            <p:nvPr/>
          </p:nvSpPr>
          <p:spPr bwMode="auto">
            <a:xfrm flipH="1">
              <a:off x="8188" y="11580"/>
              <a:ext cx="720" cy="10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86">
              <a:extLst>
                <a:ext uri="{FF2B5EF4-FFF2-40B4-BE49-F238E27FC236}">
                  <a16:creationId xmlns:a16="http://schemas.microsoft.com/office/drawing/2014/main" id="{31985209-3B23-4472-9B60-C7BDBBE8F465}"/>
                </a:ext>
              </a:extLst>
            </p:cNvPr>
            <p:cNvSpPr>
              <a:spLocks noChangeShapeType="1"/>
            </p:cNvSpPr>
            <p:nvPr/>
          </p:nvSpPr>
          <p:spPr bwMode="auto">
            <a:xfrm flipH="1">
              <a:off x="7960" y="12672"/>
              <a:ext cx="228"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87">
              <a:extLst>
                <a:ext uri="{FF2B5EF4-FFF2-40B4-BE49-F238E27FC236}">
                  <a16:creationId xmlns:a16="http://schemas.microsoft.com/office/drawing/2014/main" id="{D5FB7A85-ABE9-47BC-B413-589FA7855868}"/>
                </a:ext>
              </a:extLst>
            </p:cNvPr>
            <p:cNvSpPr>
              <a:spLocks noChangeShapeType="1"/>
            </p:cNvSpPr>
            <p:nvPr/>
          </p:nvSpPr>
          <p:spPr bwMode="auto">
            <a:xfrm>
              <a:off x="7960" y="12108"/>
              <a:ext cx="948" cy="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88">
              <a:extLst>
                <a:ext uri="{FF2B5EF4-FFF2-40B4-BE49-F238E27FC236}">
                  <a16:creationId xmlns:a16="http://schemas.microsoft.com/office/drawing/2014/main" id="{FF31A1F8-14F1-45C1-9CD5-D1800AD687B2}"/>
                </a:ext>
              </a:extLst>
            </p:cNvPr>
            <p:cNvSpPr>
              <a:spLocks noChangeShapeType="1"/>
            </p:cNvSpPr>
            <p:nvPr/>
          </p:nvSpPr>
          <p:spPr bwMode="auto">
            <a:xfrm>
              <a:off x="9087" y="11580"/>
              <a:ext cx="1080" cy="15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89">
              <a:extLst>
                <a:ext uri="{FF2B5EF4-FFF2-40B4-BE49-F238E27FC236}">
                  <a16:creationId xmlns:a16="http://schemas.microsoft.com/office/drawing/2014/main" id="{BC538069-8106-41F3-80CE-9822E5D8FE33}"/>
                </a:ext>
              </a:extLst>
            </p:cNvPr>
            <p:cNvSpPr>
              <a:spLocks noChangeShapeType="1"/>
            </p:cNvSpPr>
            <p:nvPr/>
          </p:nvSpPr>
          <p:spPr bwMode="auto">
            <a:xfrm>
              <a:off x="8368" y="12552"/>
              <a:ext cx="143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90">
              <a:extLst>
                <a:ext uri="{FF2B5EF4-FFF2-40B4-BE49-F238E27FC236}">
                  <a16:creationId xmlns:a16="http://schemas.microsoft.com/office/drawing/2014/main" id="{512C524C-B1F5-4B07-96BC-16E2D317D448}"/>
                </a:ext>
              </a:extLst>
            </p:cNvPr>
            <p:cNvSpPr>
              <a:spLocks noChangeShapeType="1"/>
            </p:cNvSpPr>
            <p:nvPr/>
          </p:nvSpPr>
          <p:spPr bwMode="auto">
            <a:xfrm>
              <a:off x="8668" y="12096"/>
              <a:ext cx="779" cy="10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91">
              <a:extLst>
                <a:ext uri="{FF2B5EF4-FFF2-40B4-BE49-F238E27FC236}">
                  <a16:creationId xmlns:a16="http://schemas.microsoft.com/office/drawing/2014/main" id="{CE53E9C8-78B2-4A1A-A47B-A440CC0071AB}"/>
                </a:ext>
              </a:extLst>
            </p:cNvPr>
            <p:cNvSpPr>
              <a:spLocks noChangeShapeType="1"/>
            </p:cNvSpPr>
            <p:nvPr/>
          </p:nvSpPr>
          <p:spPr bwMode="auto">
            <a:xfrm flipH="1">
              <a:off x="8548" y="12096"/>
              <a:ext cx="791" cy="10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Oval 92">
              <a:extLst>
                <a:ext uri="{FF2B5EF4-FFF2-40B4-BE49-F238E27FC236}">
                  <a16:creationId xmlns:a16="http://schemas.microsoft.com/office/drawing/2014/main" id="{A51D4F48-7ECA-4F70-A4BF-6E1B8E3D3BF9}"/>
                </a:ext>
              </a:extLst>
            </p:cNvPr>
            <p:cNvSpPr>
              <a:spLocks noChangeArrowheads="1"/>
            </p:cNvSpPr>
            <p:nvPr/>
          </p:nvSpPr>
          <p:spPr bwMode="auto">
            <a:xfrm>
              <a:off x="3331" y="1142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1" name="Oval 93">
              <a:extLst>
                <a:ext uri="{FF2B5EF4-FFF2-40B4-BE49-F238E27FC236}">
                  <a16:creationId xmlns:a16="http://schemas.microsoft.com/office/drawing/2014/main" id="{EFB04772-D5F1-48EE-AA05-202F02CC82B2}"/>
                </a:ext>
              </a:extLst>
            </p:cNvPr>
            <p:cNvSpPr>
              <a:spLocks noChangeArrowheads="1"/>
            </p:cNvSpPr>
            <p:nvPr/>
          </p:nvSpPr>
          <p:spPr bwMode="auto">
            <a:xfrm>
              <a:off x="2264" y="12005"/>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2" name="Oval 94">
              <a:extLst>
                <a:ext uri="{FF2B5EF4-FFF2-40B4-BE49-F238E27FC236}">
                  <a16:creationId xmlns:a16="http://schemas.microsoft.com/office/drawing/2014/main" id="{B2531BC2-8B2E-46C7-9253-D47C2ABD9A87}"/>
                </a:ext>
              </a:extLst>
            </p:cNvPr>
            <p:cNvSpPr>
              <a:spLocks noChangeArrowheads="1"/>
            </p:cNvSpPr>
            <p:nvPr/>
          </p:nvSpPr>
          <p:spPr bwMode="auto">
            <a:xfrm>
              <a:off x="2948" y="1199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3" name="Oval 95">
              <a:extLst>
                <a:ext uri="{FF2B5EF4-FFF2-40B4-BE49-F238E27FC236}">
                  <a16:creationId xmlns:a16="http://schemas.microsoft.com/office/drawing/2014/main" id="{5C0034E7-6F19-4042-8332-C94A114C1AA0}"/>
                </a:ext>
              </a:extLst>
            </p:cNvPr>
            <p:cNvSpPr>
              <a:spLocks noChangeArrowheads="1"/>
            </p:cNvSpPr>
            <p:nvPr/>
          </p:nvSpPr>
          <p:spPr bwMode="auto">
            <a:xfrm>
              <a:off x="3740" y="11993"/>
              <a:ext cx="90" cy="91"/>
            </a:xfrm>
            <a:prstGeom prst="ellipse">
              <a:avLst/>
            </a:prstGeom>
            <a:solidFill>
              <a:srgbClr val="FFFFFF"/>
            </a:solidFill>
            <a:ln w="9525">
              <a:solidFill>
                <a:srgbClr val="000000"/>
              </a:solidFill>
              <a:round/>
              <a:headEnd/>
              <a:tailEnd/>
            </a:ln>
          </p:spPr>
          <p:txBody>
            <a:bodyPr/>
            <a:lstStyle/>
            <a:p>
              <a:endParaRPr lang="zh-CN" altLang="en-US"/>
            </a:p>
          </p:txBody>
        </p:sp>
        <p:sp>
          <p:nvSpPr>
            <p:cNvPr id="34" name="Oval 96">
              <a:extLst>
                <a:ext uri="{FF2B5EF4-FFF2-40B4-BE49-F238E27FC236}">
                  <a16:creationId xmlns:a16="http://schemas.microsoft.com/office/drawing/2014/main" id="{937D283D-3B07-4A50-A90B-F596956A1801}"/>
                </a:ext>
              </a:extLst>
            </p:cNvPr>
            <p:cNvSpPr>
              <a:spLocks noChangeArrowheads="1"/>
            </p:cNvSpPr>
            <p:nvPr/>
          </p:nvSpPr>
          <p:spPr bwMode="auto">
            <a:xfrm>
              <a:off x="4411" y="1199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5" name="Oval 97">
              <a:extLst>
                <a:ext uri="{FF2B5EF4-FFF2-40B4-BE49-F238E27FC236}">
                  <a16:creationId xmlns:a16="http://schemas.microsoft.com/office/drawing/2014/main" id="{337D2386-C759-402C-82C1-8A0EF46258BD}"/>
                </a:ext>
              </a:extLst>
            </p:cNvPr>
            <p:cNvSpPr>
              <a:spLocks noChangeArrowheads="1"/>
            </p:cNvSpPr>
            <p:nvPr/>
          </p:nvSpPr>
          <p:spPr bwMode="auto">
            <a:xfrm>
              <a:off x="2276" y="13025"/>
              <a:ext cx="92" cy="91"/>
            </a:xfrm>
            <a:prstGeom prst="ellipse">
              <a:avLst/>
            </a:prstGeom>
            <a:solidFill>
              <a:srgbClr val="FFFFFF"/>
            </a:solidFill>
            <a:ln w="9525">
              <a:solidFill>
                <a:srgbClr val="000000"/>
              </a:solidFill>
              <a:round/>
              <a:headEnd/>
              <a:tailEnd/>
            </a:ln>
          </p:spPr>
          <p:txBody>
            <a:bodyPr/>
            <a:lstStyle/>
            <a:p>
              <a:endParaRPr lang="zh-CN" altLang="en-US"/>
            </a:p>
          </p:txBody>
        </p:sp>
        <p:sp>
          <p:nvSpPr>
            <p:cNvPr id="36" name="Oval 98">
              <a:extLst>
                <a:ext uri="{FF2B5EF4-FFF2-40B4-BE49-F238E27FC236}">
                  <a16:creationId xmlns:a16="http://schemas.microsoft.com/office/drawing/2014/main" id="{13DC302A-1365-4A67-A3F5-BCD737C25C9A}"/>
                </a:ext>
              </a:extLst>
            </p:cNvPr>
            <p:cNvSpPr>
              <a:spLocks noChangeArrowheads="1"/>
            </p:cNvSpPr>
            <p:nvPr/>
          </p:nvSpPr>
          <p:spPr bwMode="auto">
            <a:xfrm>
              <a:off x="2948"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7" name="Oval 99">
              <a:extLst>
                <a:ext uri="{FF2B5EF4-FFF2-40B4-BE49-F238E27FC236}">
                  <a16:creationId xmlns:a16="http://schemas.microsoft.com/office/drawing/2014/main" id="{5BA86FBB-A651-416C-B875-EC7A257B1C51}"/>
                </a:ext>
              </a:extLst>
            </p:cNvPr>
            <p:cNvSpPr>
              <a:spLocks noChangeArrowheads="1"/>
            </p:cNvSpPr>
            <p:nvPr/>
          </p:nvSpPr>
          <p:spPr bwMode="auto">
            <a:xfrm>
              <a:off x="3715"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8" name="Oval 100">
              <a:extLst>
                <a:ext uri="{FF2B5EF4-FFF2-40B4-BE49-F238E27FC236}">
                  <a16:creationId xmlns:a16="http://schemas.microsoft.com/office/drawing/2014/main" id="{44A3007C-86F7-45C8-BCB6-FDCBFB939CEF}"/>
                </a:ext>
              </a:extLst>
            </p:cNvPr>
            <p:cNvSpPr>
              <a:spLocks noChangeArrowheads="1"/>
            </p:cNvSpPr>
            <p:nvPr/>
          </p:nvSpPr>
          <p:spPr bwMode="auto">
            <a:xfrm>
              <a:off x="4472"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39" name="Oval 101">
              <a:extLst>
                <a:ext uri="{FF2B5EF4-FFF2-40B4-BE49-F238E27FC236}">
                  <a16:creationId xmlns:a16="http://schemas.microsoft.com/office/drawing/2014/main" id="{79B2BF36-3EE6-4FAF-A479-307218046394}"/>
                </a:ext>
              </a:extLst>
            </p:cNvPr>
            <p:cNvSpPr>
              <a:spLocks noChangeArrowheads="1"/>
            </p:cNvSpPr>
            <p:nvPr/>
          </p:nvSpPr>
          <p:spPr bwMode="auto">
            <a:xfrm>
              <a:off x="3331" y="1361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0" name="Oval 102">
              <a:extLst>
                <a:ext uri="{FF2B5EF4-FFF2-40B4-BE49-F238E27FC236}">
                  <a16:creationId xmlns:a16="http://schemas.microsoft.com/office/drawing/2014/main" id="{9BA0F44A-6A90-42CF-BF3D-06202BE9532D}"/>
                </a:ext>
              </a:extLst>
            </p:cNvPr>
            <p:cNvSpPr>
              <a:spLocks noChangeArrowheads="1"/>
            </p:cNvSpPr>
            <p:nvPr/>
          </p:nvSpPr>
          <p:spPr bwMode="auto">
            <a:xfrm>
              <a:off x="2588" y="1252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1" name="Oval 103">
              <a:extLst>
                <a:ext uri="{FF2B5EF4-FFF2-40B4-BE49-F238E27FC236}">
                  <a16:creationId xmlns:a16="http://schemas.microsoft.com/office/drawing/2014/main" id="{0056337D-ED8F-4E19-A318-204FEA12A16D}"/>
                </a:ext>
              </a:extLst>
            </p:cNvPr>
            <p:cNvSpPr>
              <a:spLocks noChangeArrowheads="1"/>
            </p:cNvSpPr>
            <p:nvPr/>
          </p:nvSpPr>
          <p:spPr bwMode="auto">
            <a:xfrm>
              <a:off x="4088" y="12497"/>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2" name="Oval 104">
              <a:extLst>
                <a:ext uri="{FF2B5EF4-FFF2-40B4-BE49-F238E27FC236}">
                  <a16:creationId xmlns:a16="http://schemas.microsoft.com/office/drawing/2014/main" id="{8D88CD4A-4FE7-4184-BD3C-663EF182422A}"/>
                </a:ext>
              </a:extLst>
            </p:cNvPr>
            <p:cNvSpPr>
              <a:spLocks noChangeArrowheads="1"/>
            </p:cNvSpPr>
            <p:nvPr/>
          </p:nvSpPr>
          <p:spPr bwMode="auto">
            <a:xfrm>
              <a:off x="6072" y="1142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3" name="Oval 105">
              <a:extLst>
                <a:ext uri="{FF2B5EF4-FFF2-40B4-BE49-F238E27FC236}">
                  <a16:creationId xmlns:a16="http://schemas.microsoft.com/office/drawing/2014/main" id="{8221B45E-2921-4828-8AC4-BAB06081F1DC}"/>
                </a:ext>
              </a:extLst>
            </p:cNvPr>
            <p:cNvSpPr>
              <a:spLocks noChangeArrowheads="1"/>
            </p:cNvSpPr>
            <p:nvPr/>
          </p:nvSpPr>
          <p:spPr bwMode="auto">
            <a:xfrm>
              <a:off x="4992" y="1198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4" name="Oval 106">
              <a:extLst>
                <a:ext uri="{FF2B5EF4-FFF2-40B4-BE49-F238E27FC236}">
                  <a16:creationId xmlns:a16="http://schemas.microsoft.com/office/drawing/2014/main" id="{D3A5A96C-A84A-448A-9544-9A4F44B088B2}"/>
                </a:ext>
              </a:extLst>
            </p:cNvPr>
            <p:cNvSpPr>
              <a:spLocks noChangeArrowheads="1"/>
            </p:cNvSpPr>
            <p:nvPr/>
          </p:nvSpPr>
          <p:spPr bwMode="auto">
            <a:xfrm>
              <a:off x="5688" y="1198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5" name="Oval 107">
              <a:extLst>
                <a:ext uri="{FF2B5EF4-FFF2-40B4-BE49-F238E27FC236}">
                  <a16:creationId xmlns:a16="http://schemas.microsoft.com/office/drawing/2014/main" id="{F2585D8E-8F96-43B0-8953-02184BB5E3D3}"/>
                </a:ext>
              </a:extLst>
            </p:cNvPr>
            <p:cNvSpPr>
              <a:spLocks noChangeArrowheads="1"/>
            </p:cNvSpPr>
            <p:nvPr/>
          </p:nvSpPr>
          <p:spPr bwMode="auto">
            <a:xfrm>
              <a:off x="6469" y="11981"/>
              <a:ext cx="90" cy="91"/>
            </a:xfrm>
            <a:prstGeom prst="ellipse">
              <a:avLst/>
            </a:prstGeom>
            <a:solidFill>
              <a:srgbClr val="FFFFFF"/>
            </a:solidFill>
            <a:ln w="9525">
              <a:solidFill>
                <a:srgbClr val="000000"/>
              </a:solidFill>
              <a:round/>
              <a:headEnd/>
              <a:tailEnd/>
            </a:ln>
          </p:spPr>
          <p:txBody>
            <a:bodyPr/>
            <a:lstStyle/>
            <a:p>
              <a:endParaRPr lang="zh-CN" altLang="en-US"/>
            </a:p>
          </p:txBody>
        </p:sp>
        <p:sp>
          <p:nvSpPr>
            <p:cNvPr id="46" name="Oval 108">
              <a:extLst>
                <a:ext uri="{FF2B5EF4-FFF2-40B4-BE49-F238E27FC236}">
                  <a16:creationId xmlns:a16="http://schemas.microsoft.com/office/drawing/2014/main" id="{4B9640F9-4FB5-44F0-B6D7-76C6577F4ED4}"/>
                </a:ext>
              </a:extLst>
            </p:cNvPr>
            <p:cNvSpPr>
              <a:spLocks noChangeArrowheads="1"/>
            </p:cNvSpPr>
            <p:nvPr/>
          </p:nvSpPr>
          <p:spPr bwMode="auto">
            <a:xfrm>
              <a:off x="7153" y="1199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7" name="Oval 109">
              <a:extLst>
                <a:ext uri="{FF2B5EF4-FFF2-40B4-BE49-F238E27FC236}">
                  <a16:creationId xmlns:a16="http://schemas.microsoft.com/office/drawing/2014/main" id="{1FE3D792-7E2C-47FB-B50F-A7EF7235847E}"/>
                </a:ext>
              </a:extLst>
            </p:cNvPr>
            <p:cNvSpPr>
              <a:spLocks noChangeArrowheads="1"/>
            </p:cNvSpPr>
            <p:nvPr/>
          </p:nvSpPr>
          <p:spPr bwMode="auto">
            <a:xfrm>
              <a:off x="4992" y="1306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8" name="Oval 110">
              <a:extLst>
                <a:ext uri="{FF2B5EF4-FFF2-40B4-BE49-F238E27FC236}">
                  <a16:creationId xmlns:a16="http://schemas.microsoft.com/office/drawing/2014/main" id="{EBD7E3DB-87CD-4997-995D-40436B8F5617}"/>
                </a:ext>
              </a:extLst>
            </p:cNvPr>
            <p:cNvSpPr>
              <a:spLocks noChangeArrowheads="1"/>
            </p:cNvSpPr>
            <p:nvPr/>
          </p:nvSpPr>
          <p:spPr bwMode="auto">
            <a:xfrm>
              <a:off x="5688" y="1306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49" name="Oval 111">
              <a:extLst>
                <a:ext uri="{FF2B5EF4-FFF2-40B4-BE49-F238E27FC236}">
                  <a16:creationId xmlns:a16="http://schemas.microsoft.com/office/drawing/2014/main" id="{40D827E0-792F-477E-A0EC-EC86FF9AB973}"/>
                </a:ext>
              </a:extLst>
            </p:cNvPr>
            <p:cNvSpPr>
              <a:spLocks noChangeArrowheads="1"/>
            </p:cNvSpPr>
            <p:nvPr/>
          </p:nvSpPr>
          <p:spPr bwMode="auto">
            <a:xfrm>
              <a:off x="6457" y="1306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0" name="Oval 112">
              <a:extLst>
                <a:ext uri="{FF2B5EF4-FFF2-40B4-BE49-F238E27FC236}">
                  <a16:creationId xmlns:a16="http://schemas.microsoft.com/office/drawing/2014/main" id="{2F11A017-9855-42D8-831B-42F2461F2E39}"/>
                </a:ext>
              </a:extLst>
            </p:cNvPr>
            <p:cNvSpPr>
              <a:spLocks noChangeArrowheads="1"/>
            </p:cNvSpPr>
            <p:nvPr/>
          </p:nvSpPr>
          <p:spPr bwMode="auto">
            <a:xfrm>
              <a:off x="7201" y="13037"/>
              <a:ext cx="91" cy="90"/>
            </a:xfrm>
            <a:prstGeom prst="ellipse">
              <a:avLst/>
            </a:prstGeom>
            <a:solidFill>
              <a:srgbClr val="FFFFFF"/>
            </a:solidFill>
            <a:ln w="9525">
              <a:solidFill>
                <a:srgbClr val="000000"/>
              </a:solidFill>
              <a:round/>
              <a:headEnd/>
              <a:tailEnd/>
            </a:ln>
          </p:spPr>
          <p:txBody>
            <a:bodyPr/>
            <a:lstStyle/>
            <a:p>
              <a:endParaRPr lang="zh-CN" altLang="en-US"/>
            </a:p>
          </p:txBody>
        </p:sp>
        <p:sp>
          <p:nvSpPr>
            <p:cNvPr id="51" name="Oval 113">
              <a:extLst>
                <a:ext uri="{FF2B5EF4-FFF2-40B4-BE49-F238E27FC236}">
                  <a16:creationId xmlns:a16="http://schemas.microsoft.com/office/drawing/2014/main" id="{46C35FB0-41EC-4425-B8FD-A0DC439A2785}"/>
                </a:ext>
              </a:extLst>
            </p:cNvPr>
            <p:cNvSpPr>
              <a:spLocks noChangeArrowheads="1"/>
            </p:cNvSpPr>
            <p:nvPr/>
          </p:nvSpPr>
          <p:spPr bwMode="auto">
            <a:xfrm>
              <a:off x="6072" y="1361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2" name="Oval 114">
              <a:extLst>
                <a:ext uri="{FF2B5EF4-FFF2-40B4-BE49-F238E27FC236}">
                  <a16:creationId xmlns:a16="http://schemas.microsoft.com/office/drawing/2014/main" id="{5344FEE6-4C9B-4AA8-91F0-887354982329}"/>
                </a:ext>
              </a:extLst>
            </p:cNvPr>
            <p:cNvSpPr>
              <a:spLocks noChangeArrowheads="1"/>
            </p:cNvSpPr>
            <p:nvPr/>
          </p:nvSpPr>
          <p:spPr bwMode="auto">
            <a:xfrm>
              <a:off x="5352" y="12497"/>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3" name="Oval 115">
              <a:extLst>
                <a:ext uri="{FF2B5EF4-FFF2-40B4-BE49-F238E27FC236}">
                  <a16:creationId xmlns:a16="http://schemas.microsoft.com/office/drawing/2014/main" id="{3FDD29F2-3F07-4EE3-B072-6C842537476A}"/>
                </a:ext>
              </a:extLst>
            </p:cNvPr>
            <p:cNvSpPr>
              <a:spLocks noChangeArrowheads="1"/>
            </p:cNvSpPr>
            <p:nvPr/>
          </p:nvSpPr>
          <p:spPr bwMode="auto">
            <a:xfrm>
              <a:off x="6817" y="12473"/>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4" name="Oval 116">
              <a:extLst>
                <a:ext uri="{FF2B5EF4-FFF2-40B4-BE49-F238E27FC236}">
                  <a16:creationId xmlns:a16="http://schemas.microsoft.com/office/drawing/2014/main" id="{B4A96777-F41B-4FBA-B2D0-70BA385C25EA}"/>
                </a:ext>
              </a:extLst>
            </p:cNvPr>
            <p:cNvSpPr>
              <a:spLocks noChangeArrowheads="1"/>
            </p:cNvSpPr>
            <p:nvPr/>
          </p:nvSpPr>
          <p:spPr bwMode="auto">
            <a:xfrm>
              <a:off x="7872" y="1198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5" name="Oval 117">
              <a:extLst>
                <a:ext uri="{FF2B5EF4-FFF2-40B4-BE49-F238E27FC236}">
                  <a16:creationId xmlns:a16="http://schemas.microsoft.com/office/drawing/2014/main" id="{014F0E85-8EA9-43C0-A564-86F37E679A34}"/>
                </a:ext>
              </a:extLst>
            </p:cNvPr>
            <p:cNvSpPr>
              <a:spLocks noChangeArrowheads="1"/>
            </p:cNvSpPr>
            <p:nvPr/>
          </p:nvSpPr>
          <p:spPr bwMode="auto">
            <a:xfrm>
              <a:off x="8556" y="1198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6" name="Oval 118">
              <a:extLst>
                <a:ext uri="{FF2B5EF4-FFF2-40B4-BE49-F238E27FC236}">
                  <a16:creationId xmlns:a16="http://schemas.microsoft.com/office/drawing/2014/main" id="{7F4B69D5-0D80-4D58-BEB2-074F5FB119B5}"/>
                </a:ext>
              </a:extLst>
            </p:cNvPr>
            <p:cNvSpPr>
              <a:spLocks noChangeArrowheads="1"/>
            </p:cNvSpPr>
            <p:nvPr/>
          </p:nvSpPr>
          <p:spPr bwMode="auto">
            <a:xfrm>
              <a:off x="9359" y="1198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7" name="Oval 119">
              <a:extLst>
                <a:ext uri="{FF2B5EF4-FFF2-40B4-BE49-F238E27FC236}">
                  <a16:creationId xmlns:a16="http://schemas.microsoft.com/office/drawing/2014/main" id="{96D35B35-1CFA-409E-B286-C7BE22674FA3}"/>
                </a:ext>
              </a:extLst>
            </p:cNvPr>
            <p:cNvSpPr>
              <a:spLocks noChangeArrowheads="1"/>
            </p:cNvSpPr>
            <p:nvPr/>
          </p:nvSpPr>
          <p:spPr bwMode="auto">
            <a:xfrm>
              <a:off x="10032" y="11981"/>
              <a:ext cx="92" cy="91"/>
            </a:xfrm>
            <a:prstGeom prst="ellipse">
              <a:avLst/>
            </a:prstGeom>
            <a:solidFill>
              <a:srgbClr val="FFFFFF"/>
            </a:solidFill>
            <a:ln w="9525">
              <a:solidFill>
                <a:srgbClr val="000000"/>
              </a:solidFill>
              <a:round/>
              <a:headEnd/>
              <a:tailEnd/>
            </a:ln>
          </p:spPr>
          <p:txBody>
            <a:bodyPr/>
            <a:lstStyle/>
            <a:p>
              <a:endParaRPr lang="zh-CN" altLang="en-US"/>
            </a:p>
          </p:txBody>
        </p:sp>
        <p:sp>
          <p:nvSpPr>
            <p:cNvPr id="58" name="Oval 120">
              <a:extLst>
                <a:ext uri="{FF2B5EF4-FFF2-40B4-BE49-F238E27FC236}">
                  <a16:creationId xmlns:a16="http://schemas.microsoft.com/office/drawing/2014/main" id="{41693791-7FB0-4191-8870-A33BE5218937}"/>
                </a:ext>
              </a:extLst>
            </p:cNvPr>
            <p:cNvSpPr>
              <a:spLocks noChangeArrowheads="1"/>
            </p:cNvSpPr>
            <p:nvPr/>
          </p:nvSpPr>
          <p:spPr bwMode="auto">
            <a:xfrm>
              <a:off x="7872"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59" name="Oval 121">
              <a:extLst>
                <a:ext uri="{FF2B5EF4-FFF2-40B4-BE49-F238E27FC236}">
                  <a16:creationId xmlns:a16="http://schemas.microsoft.com/office/drawing/2014/main" id="{36F1E5E5-498C-41FD-B8EA-F409EAF1C949}"/>
                </a:ext>
              </a:extLst>
            </p:cNvPr>
            <p:cNvSpPr>
              <a:spLocks noChangeArrowheads="1"/>
            </p:cNvSpPr>
            <p:nvPr/>
          </p:nvSpPr>
          <p:spPr bwMode="auto">
            <a:xfrm>
              <a:off x="8567"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60" name="Oval 122">
              <a:extLst>
                <a:ext uri="{FF2B5EF4-FFF2-40B4-BE49-F238E27FC236}">
                  <a16:creationId xmlns:a16="http://schemas.microsoft.com/office/drawing/2014/main" id="{AE765215-E35C-412B-B620-2F0A2F56DD5C}"/>
                </a:ext>
              </a:extLst>
            </p:cNvPr>
            <p:cNvSpPr>
              <a:spLocks noChangeArrowheads="1"/>
            </p:cNvSpPr>
            <p:nvPr/>
          </p:nvSpPr>
          <p:spPr bwMode="auto">
            <a:xfrm>
              <a:off x="9359" y="13061"/>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61" name="Oval 123">
              <a:extLst>
                <a:ext uri="{FF2B5EF4-FFF2-40B4-BE49-F238E27FC236}">
                  <a16:creationId xmlns:a16="http://schemas.microsoft.com/office/drawing/2014/main" id="{88D63E50-8691-4A28-BFA6-D7FEA2B5FBA2}"/>
                </a:ext>
              </a:extLst>
            </p:cNvPr>
            <p:cNvSpPr>
              <a:spLocks noChangeArrowheads="1"/>
            </p:cNvSpPr>
            <p:nvPr/>
          </p:nvSpPr>
          <p:spPr bwMode="auto">
            <a:xfrm>
              <a:off x="10079" y="13049"/>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62" name="Oval 124">
              <a:extLst>
                <a:ext uri="{FF2B5EF4-FFF2-40B4-BE49-F238E27FC236}">
                  <a16:creationId xmlns:a16="http://schemas.microsoft.com/office/drawing/2014/main" id="{B57BE6F8-48FB-49F3-938E-852AA78752B3}"/>
                </a:ext>
              </a:extLst>
            </p:cNvPr>
            <p:cNvSpPr>
              <a:spLocks noChangeArrowheads="1"/>
            </p:cNvSpPr>
            <p:nvPr/>
          </p:nvSpPr>
          <p:spPr bwMode="auto">
            <a:xfrm>
              <a:off x="8952" y="13613"/>
              <a:ext cx="90" cy="91"/>
            </a:xfrm>
            <a:prstGeom prst="ellipse">
              <a:avLst/>
            </a:prstGeom>
            <a:solidFill>
              <a:srgbClr val="FFFFFF"/>
            </a:solidFill>
            <a:ln w="9525">
              <a:solidFill>
                <a:srgbClr val="000000"/>
              </a:solidFill>
              <a:round/>
              <a:headEnd/>
              <a:tailEnd/>
            </a:ln>
          </p:spPr>
          <p:txBody>
            <a:bodyPr/>
            <a:lstStyle/>
            <a:p>
              <a:endParaRPr lang="zh-CN" altLang="en-US"/>
            </a:p>
          </p:txBody>
        </p:sp>
        <p:sp>
          <p:nvSpPr>
            <p:cNvPr id="63" name="Oval 125">
              <a:extLst>
                <a:ext uri="{FF2B5EF4-FFF2-40B4-BE49-F238E27FC236}">
                  <a16:creationId xmlns:a16="http://schemas.microsoft.com/office/drawing/2014/main" id="{1C8488C2-1262-4197-9E86-D4BCA659E4D2}"/>
                </a:ext>
              </a:extLst>
            </p:cNvPr>
            <p:cNvSpPr>
              <a:spLocks noChangeArrowheads="1"/>
            </p:cNvSpPr>
            <p:nvPr/>
          </p:nvSpPr>
          <p:spPr bwMode="auto">
            <a:xfrm>
              <a:off x="8220" y="12497"/>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64" name="Oval 126">
              <a:extLst>
                <a:ext uri="{FF2B5EF4-FFF2-40B4-BE49-F238E27FC236}">
                  <a16:creationId xmlns:a16="http://schemas.microsoft.com/office/drawing/2014/main" id="{8D70F5A4-EF7B-4292-A67B-9C9F54B2BDC7}"/>
                </a:ext>
              </a:extLst>
            </p:cNvPr>
            <p:cNvSpPr>
              <a:spLocks noChangeArrowheads="1"/>
            </p:cNvSpPr>
            <p:nvPr/>
          </p:nvSpPr>
          <p:spPr bwMode="auto">
            <a:xfrm>
              <a:off x="9707" y="12486"/>
              <a:ext cx="91" cy="91"/>
            </a:xfrm>
            <a:prstGeom prst="ellipse">
              <a:avLst/>
            </a:prstGeom>
            <a:solidFill>
              <a:srgbClr val="FFFFFF"/>
            </a:solidFill>
            <a:ln w="9525">
              <a:solidFill>
                <a:srgbClr val="000000"/>
              </a:solidFill>
              <a:round/>
              <a:headEnd/>
              <a:tailEnd/>
            </a:ln>
          </p:spPr>
          <p:txBody>
            <a:bodyPr/>
            <a:lstStyle/>
            <a:p>
              <a:endParaRPr lang="zh-CN" altLang="en-US"/>
            </a:p>
          </p:txBody>
        </p:sp>
        <p:sp>
          <p:nvSpPr>
            <p:cNvPr id="65" name="Line 127">
              <a:extLst>
                <a:ext uri="{FF2B5EF4-FFF2-40B4-BE49-F238E27FC236}">
                  <a16:creationId xmlns:a16="http://schemas.microsoft.com/office/drawing/2014/main" id="{666F456E-17FB-4BD6-95CA-9CCD65B4BDB0}"/>
                </a:ext>
              </a:extLst>
            </p:cNvPr>
            <p:cNvSpPr>
              <a:spLocks noChangeShapeType="1"/>
            </p:cNvSpPr>
            <p:nvPr/>
          </p:nvSpPr>
          <p:spPr bwMode="auto">
            <a:xfrm flipH="1">
              <a:off x="6130" y="12024"/>
              <a:ext cx="1038" cy="16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128">
              <a:extLst>
                <a:ext uri="{FF2B5EF4-FFF2-40B4-BE49-F238E27FC236}">
                  <a16:creationId xmlns:a16="http://schemas.microsoft.com/office/drawing/2014/main" id="{2B5E5C98-3F01-48EB-AE82-ADBB3CA551D1}"/>
                </a:ext>
              </a:extLst>
            </p:cNvPr>
            <p:cNvSpPr>
              <a:spLocks noChangeShapeType="1"/>
            </p:cNvSpPr>
            <p:nvPr/>
          </p:nvSpPr>
          <p:spPr bwMode="auto">
            <a:xfrm flipH="1">
              <a:off x="9042" y="12048"/>
              <a:ext cx="1029"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674179650"/>
      </p:ext>
    </p:extLst>
  </p:cSld>
  <p:clrMapOvr>
    <a:masterClrMapping/>
  </p:clrMapOvr>
  <p:transition spd="slow"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grpSp>
        <p:nvGrpSpPr>
          <p:cNvPr id="4" name="Group 4">
            <a:extLst>
              <a:ext uri="{FF2B5EF4-FFF2-40B4-BE49-F238E27FC236}">
                <a16:creationId xmlns:a16="http://schemas.microsoft.com/office/drawing/2014/main" id="{A0DFD446-E023-4720-9382-79A73136F363}"/>
              </a:ext>
            </a:extLst>
          </p:cNvPr>
          <p:cNvGrpSpPr>
            <a:grpSpLocks noChangeAspect="1"/>
          </p:cNvGrpSpPr>
          <p:nvPr/>
        </p:nvGrpSpPr>
        <p:grpSpPr bwMode="auto">
          <a:xfrm>
            <a:off x="4494198" y="1844209"/>
            <a:ext cx="2952750" cy="3024188"/>
            <a:chOff x="7880" y="-3"/>
            <a:chExt cx="2592" cy="2496"/>
          </a:xfrm>
        </p:grpSpPr>
        <p:sp>
          <p:nvSpPr>
            <p:cNvPr id="5" name="AutoShape 5">
              <a:extLst>
                <a:ext uri="{FF2B5EF4-FFF2-40B4-BE49-F238E27FC236}">
                  <a16:creationId xmlns:a16="http://schemas.microsoft.com/office/drawing/2014/main" id="{613DDDD3-777D-49AD-90F9-6FD9F9F8FC00}"/>
                </a:ext>
              </a:extLst>
            </p:cNvPr>
            <p:cNvSpPr>
              <a:spLocks noChangeAspect="1" noChangeArrowheads="1"/>
            </p:cNvSpPr>
            <p:nvPr/>
          </p:nvSpPr>
          <p:spPr bwMode="auto">
            <a:xfrm>
              <a:off x="7880" y="-3"/>
              <a:ext cx="2592"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 name="Line 6">
              <a:extLst>
                <a:ext uri="{FF2B5EF4-FFF2-40B4-BE49-F238E27FC236}">
                  <a16:creationId xmlns:a16="http://schemas.microsoft.com/office/drawing/2014/main" id="{DDEA3CEC-2442-4B40-A94D-06E0CDFCD42B}"/>
                </a:ext>
              </a:extLst>
            </p:cNvPr>
            <p:cNvSpPr>
              <a:spLocks noChangeShapeType="1"/>
            </p:cNvSpPr>
            <p:nvPr/>
          </p:nvSpPr>
          <p:spPr bwMode="auto">
            <a:xfrm>
              <a:off x="8519" y="1267"/>
              <a:ext cx="143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7">
              <a:extLst>
                <a:ext uri="{FF2B5EF4-FFF2-40B4-BE49-F238E27FC236}">
                  <a16:creationId xmlns:a16="http://schemas.microsoft.com/office/drawing/2014/main" id="{29D52C5B-65A0-4D7D-A939-CF68477E4A7C}"/>
                </a:ext>
              </a:extLst>
            </p:cNvPr>
            <p:cNvSpPr>
              <a:spLocks noChangeShapeType="1"/>
            </p:cNvSpPr>
            <p:nvPr/>
          </p:nvSpPr>
          <p:spPr bwMode="auto">
            <a:xfrm flipH="1">
              <a:off x="9263" y="777"/>
              <a:ext cx="1029"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8">
              <a:extLst>
                <a:ext uri="{FF2B5EF4-FFF2-40B4-BE49-F238E27FC236}">
                  <a16:creationId xmlns:a16="http://schemas.microsoft.com/office/drawing/2014/main" id="{34563E15-0F6A-4CDA-87E1-BB71600A9B7C}"/>
                </a:ext>
              </a:extLst>
            </p:cNvPr>
            <p:cNvSpPr>
              <a:spLocks noChangeShapeType="1"/>
            </p:cNvSpPr>
            <p:nvPr/>
          </p:nvSpPr>
          <p:spPr bwMode="auto">
            <a:xfrm flipH="1">
              <a:off x="8381" y="223"/>
              <a:ext cx="823" cy="1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9">
              <a:extLst>
                <a:ext uri="{FF2B5EF4-FFF2-40B4-BE49-F238E27FC236}">
                  <a16:creationId xmlns:a16="http://schemas.microsoft.com/office/drawing/2014/main" id="{0DCD2A82-B485-4974-9BC8-2D7B2F48EA40}"/>
                </a:ext>
              </a:extLst>
            </p:cNvPr>
            <p:cNvSpPr>
              <a:spLocks noChangeShapeType="1"/>
            </p:cNvSpPr>
            <p:nvPr/>
          </p:nvSpPr>
          <p:spPr bwMode="auto">
            <a:xfrm>
              <a:off x="8229" y="777"/>
              <a:ext cx="199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0">
              <a:extLst>
                <a:ext uri="{FF2B5EF4-FFF2-40B4-BE49-F238E27FC236}">
                  <a16:creationId xmlns:a16="http://schemas.microsoft.com/office/drawing/2014/main" id="{9D2A5330-553B-4592-A6CA-076DE45CBA22}"/>
                </a:ext>
              </a:extLst>
            </p:cNvPr>
            <p:cNvSpPr>
              <a:spLocks noChangeShapeType="1"/>
            </p:cNvSpPr>
            <p:nvPr/>
          </p:nvSpPr>
          <p:spPr bwMode="auto">
            <a:xfrm>
              <a:off x="8181" y="1822"/>
              <a:ext cx="21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
              <a:extLst>
                <a:ext uri="{FF2B5EF4-FFF2-40B4-BE49-F238E27FC236}">
                  <a16:creationId xmlns:a16="http://schemas.microsoft.com/office/drawing/2014/main" id="{CF960F2A-B2D8-42D6-8E3C-0376148956FD}"/>
                </a:ext>
              </a:extLst>
            </p:cNvPr>
            <p:cNvSpPr>
              <a:spLocks noChangeShapeType="1"/>
            </p:cNvSpPr>
            <p:nvPr/>
          </p:nvSpPr>
          <p:spPr bwMode="auto">
            <a:xfrm flipH="1">
              <a:off x="8181" y="1401"/>
              <a:ext cx="228"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2">
              <a:extLst>
                <a:ext uri="{FF2B5EF4-FFF2-40B4-BE49-F238E27FC236}">
                  <a16:creationId xmlns:a16="http://schemas.microsoft.com/office/drawing/2014/main" id="{8A52ED5F-2A82-4976-812C-900F354FD25C}"/>
                </a:ext>
              </a:extLst>
            </p:cNvPr>
            <p:cNvSpPr>
              <a:spLocks noChangeShapeType="1"/>
            </p:cNvSpPr>
            <p:nvPr/>
          </p:nvSpPr>
          <p:spPr bwMode="auto">
            <a:xfrm>
              <a:off x="8181" y="837"/>
              <a:ext cx="948" cy="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3">
              <a:extLst>
                <a:ext uri="{FF2B5EF4-FFF2-40B4-BE49-F238E27FC236}">
                  <a16:creationId xmlns:a16="http://schemas.microsoft.com/office/drawing/2014/main" id="{E347FA4C-6A82-4D02-88CE-F65BFC8528AB}"/>
                </a:ext>
              </a:extLst>
            </p:cNvPr>
            <p:cNvSpPr>
              <a:spLocks noChangeShapeType="1"/>
            </p:cNvSpPr>
            <p:nvPr/>
          </p:nvSpPr>
          <p:spPr bwMode="auto">
            <a:xfrm>
              <a:off x="9264" y="253"/>
              <a:ext cx="1068" cy="15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4">
              <a:extLst>
                <a:ext uri="{FF2B5EF4-FFF2-40B4-BE49-F238E27FC236}">
                  <a16:creationId xmlns:a16="http://schemas.microsoft.com/office/drawing/2014/main" id="{A662297E-7B75-45F6-B423-10B5D9940E7D}"/>
                </a:ext>
              </a:extLst>
            </p:cNvPr>
            <p:cNvSpPr>
              <a:spLocks noChangeShapeType="1"/>
            </p:cNvSpPr>
            <p:nvPr/>
          </p:nvSpPr>
          <p:spPr bwMode="auto">
            <a:xfrm>
              <a:off x="8889" y="825"/>
              <a:ext cx="779" cy="10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5">
              <a:extLst>
                <a:ext uri="{FF2B5EF4-FFF2-40B4-BE49-F238E27FC236}">
                  <a16:creationId xmlns:a16="http://schemas.microsoft.com/office/drawing/2014/main" id="{A0631DC2-27F2-4D14-8F60-9A53CCCC0E4B}"/>
                </a:ext>
              </a:extLst>
            </p:cNvPr>
            <p:cNvSpPr>
              <a:spLocks noChangeShapeType="1"/>
            </p:cNvSpPr>
            <p:nvPr/>
          </p:nvSpPr>
          <p:spPr bwMode="auto">
            <a:xfrm flipH="1">
              <a:off x="8769" y="825"/>
              <a:ext cx="791" cy="10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Oval 16">
              <a:extLst>
                <a:ext uri="{FF2B5EF4-FFF2-40B4-BE49-F238E27FC236}">
                  <a16:creationId xmlns:a16="http://schemas.microsoft.com/office/drawing/2014/main" id="{EDE92CB8-F456-4DF7-AFE8-498DC93D39B0}"/>
                </a:ext>
              </a:extLst>
            </p:cNvPr>
            <p:cNvSpPr>
              <a:spLocks noChangeArrowheads="1"/>
            </p:cNvSpPr>
            <p:nvPr/>
          </p:nvSpPr>
          <p:spPr bwMode="auto">
            <a:xfrm>
              <a:off x="8121" y="738"/>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 name="Oval 17">
              <a:extLst>
                <a:ext uri="{FF2B5EF4-FFF2-40B4-BE49-F238E27FC236}">
                  <a16:creationId xmlns:a16="http://schemas.microsoft.com/office/drawing/2014/main" id="{683A1327-A565-4394-9EB2-361C7AD1C8F7}"/>
                </a:ext>
              </a:extLst>
            </p:cNvPr>
            <p:cNvSpPr>
              <a:spLocks noChangeArrowheads="1"/>
            </p:cNvSpPr>
            <p:nvPr/>
          </p:nvSpPr>
          <p:spPr bwMode="auto">
            <a:xfrm>
              <a:off x="8777" y="710"/>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 name="Oval 18">
              <a:extLst>
                <a:ext uri="{FF2B5EF4-FFF2-40B4-BE49-F238E27FC236}">
                  <a16:creationId xmlns:a16="http://schemas.microsoft.com/office/drawing/2014/main" id="{0AB5A26E-848E-4896-8A8B-6ADA0CB40855}"/>
                </a:ext>
              </a:extLst>
            </p:cNvPr>
            <p:cNvSpPr>
              <a:spLocks noChangeArrowheads="1"/>
            </p:cNvSpPr>
            <p:nvPr/>
          </p:nvSpPr>
          <p:spPr bwMode="auto">
            <a:xfrm>
              <a:off x="9580" y="710"/>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Oval 19">
              <a:extLst>
                <a:ext uri="{FF2B5EF4-FFF2-40B4-BE49-F238E27FC236}">
                  <a16:creationId xmlns:a16="http://schemas.microsoft.com/office/drawing/2014/main" id="{342CFB99-BB15-463A-8F6C-86255BD76D98}"/>
                </a:ext>
              </a:extLst>
            </p:cNvPr>
            <p:cNvSpPr>
              <a:spLocks noChangeArrowheads="1"/>
            </p:cNvSpPr>
            <p:nvPr/>
          </p:nvSpPr>
          <p:spPr bwMode="auto">
            <a:xfrm>
              <a:off x="10253" y="710"/>
              <a:ext cx="92"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Oval 20">
              <a:extLst>
                <a:ext uri="{FF2B5EF4-FFF2-40B4-BE49-F238E27FC236}">
                  <a16:creationId xmlns:a16="http://schemas.microsoft.com/office/drawing/2014/main" id="{472704DF-6D5E-47E1-88D1-CBA9FE01AC40}"/>
                </a:ext>
              </a:extLst>
            </p:cNvPr>
            <p:cNvSpPr>
              <a:spLocks noChangeArrowheads="1"/>
            </p:cNvSpPr>
            <p:nvPr/>
          </p:nvSpPr>
          <p:spPr bwMode="auto">
            <a:xfrm>
              <a:off x="8093" y="1778"/>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Oval 21">
              <a:extLst>
                <a:ext uri="{FF2B5EF4-FFF2-40B4-BE49-F238E27FC236}">
                  <a16:creationId xmlns:a16="http://schemas.microsoft.com/office/drawing/2014/main" id="{C9BBF207-8FA9-4568-8479-F70FA1C46E7B}"/>
                </a:ext>
              </a:extLst>
            </p:cNvPr>
            <p:cNvSpPr>
              <a:spLocks noChangeArrowheads="1"/>
            </p:cNvSpPr>
            <p:nvPr/>
          </p:nvSpPr>
          <p:spPr bwMode="auto">
            <a:xfrm>
              <a:off x="8788" y="1778"/>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Oval 22">
              <a:extLst>
                <a:ext uri="{FF2B5EF4-FFF2-40B4-BE49-F238E27FC236}">
                  <a16:creationId xmlns:a16="http://schemas.microsoft.com/office/drawing/2014/main" id="{EFBD8349-AA01-4D84-AA23-82366D9B3AD0}"/>
                </a:ext>
              </a:extLst>
            </p:cNvPr>
            <p:cNvSpPr>
              <a:spLocks noChangeArrowheads="1"/>
            </p:cNvSpPr>
            <p:nvPr/>
          </p:nvSpPr>
          <p:spPr bwMode="auto">
            <a:xfrm>
              <a:off x="9580" y="1790"/>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Oval 23">
              <a:extLst>
                <a:ext uri="{FF2B5EF4-FFF2-40B4-BE49-F238E27FC236}">
                  <a16:creationId xmlns:a16="http://schemas.microsoft.com/office/drawing/2014/main" id="{4C8F74FF-EDE5-47D3-AD5B-6C015F9C04FE}"/>
                </a:ext>
              </a:extLst>
            </p:cNvPr>
            <p:cNvSpPr>
              <a:spLocks noChangeArrowheads="1"/>
            </p:cNvSpPr>
            <p:nvPr/>
          </p:nvSpPr>
          <p:spPr bwMode="auto">
            <a:xfrm>
              <a:off x="10300" y="1778"/>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Oval 24">
              <a:extLst>
                <a:ext uri="{FF2B5EF4-FFF2-40B4-BE49-F238E27FC236}">
                  <a16:creationId xmlns:a16="http://schemas.microsoft.com/office/drawing/2014/main" id="{3834949F-62DD-4810-AA2C-86456DA6D609}"/>
                </a:ext>
              </a:extLst>
            </p:cNvPr>
            <p:cNvSpPr>
              <a:spLocks noChangeArrowheads="1"/>
            </p:cNvSpPr>
            <p:nvPr/>
          </p:nvSpPr>
          <p:spPr bwMode="auto">
            <a:xfrm>
              <a:off x="9145" y="2300"/>
              <a:ext cx="90"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Oval 25">
              <a:extLst>
                <a:ext uri="{FF2B5EF4-FFF2-40B4-BE49-F238E27FC236}">
                  <a16:creationId xmlns:a16="http://schemas.microsoft.com/office/drawing/2014/main" id="{90D39D23-CDE2-495E-A959-6BCE3CB93417}"/>
                </a:ext>
              </a:extLst>
            </p:cNvPr>
            <p:cNvSpPr>
              <a:spLocks noChangeArrowheads="1"/>
            </p:cNvSpPr>
            <p:nvPr/>
          </p:nvSpPr>
          <p:spPr bwMode="auto">
            <a:xfrm>
              <a:off x="8441" y="1226"/>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Oval 26">
              <a:extLst>
                <a:ext uri="{FF2B5EF4-FFF2-40B4-BE49-F238E27FC236}">
                  <a16:creationId xmlns:a16="http://schemas.microsoft.com/office/drawing/2014/main" id="{B77FAF2D-3025-4EF7-AF6C-D135EF60C276}"/>
                </a:ext>
              </a:extLst>
            </p:cNvPr>
            <p:cNvSpPr>
              <a:spLocks noChangeArrowheads="1"/>
            </p:cNvSpPr>
            <p:nvPr/>
          </p:nvSpPr>
          <p:spPr bwMode="auto">
            <a:xfrm>
              <a:off x="9928" y="1215"/>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Freeform 27">
              <a:extLst>
                <a:ext uri="{FF2B5EF4-FFF2-40B4-BE49-F238E27FC236}">
                  <a16:creationId xmlns:a16="http://schemas.microsoft.com/office/drawing/2014/main" id="{348F0565-DD5D-4566-8C8B-0C79EA59330C}"/>
                </a:ext>
              </a:extLst>
            </p:cNvPr>
            <p:cNvSpPr>
              <a:spLocks/>
            </p:cNvSpPr>
            <p:nvPr/>
          </p:nvSpPr>
          <p:spPr bwMode="auto">
            <a:xfrm>
              <a:off x="8780" y="622"/>
              <a:ext cx="837" cy="155"/>
            </a:xfrm>
            <a:custGeom>
              <a:avLst/>
              <a:gdLst>
                <a:gd name="T0" fmla="*/ 0 w 317"/>
                <a:gd name="T1" fmla="*/ 91 h 91"/>
                <a:gd name="T2" fmla="*/ 181 w 317"/>
                <a:gd name="T3" fmla="*/ 0 h 91"/>
                <a:gd name="T4" fmla="*/ 317 w 317"/>
                <a:gd name="T5" fmla="*/ 91 h 91"/>
              </a:gdLst>
              <a:ahLst/>
              <a:cxnLst>
                <a:cxn ang="0">
                  <a:pos x="T0" y="T1"/>
                </a:cxn>
                <a:cxn ang="0">
                  <a:pos x="T2" y="T3"/>
                </a:cxn>
                <a:cxn ang="0">
                  <a:pos x="T4" y="T5"/>
                </a:cxn>
              </a:cxnLst>
              <a:rect l="0" t="0" r="r" b="b"/>
              <a:pathLst>
                <a:path w="317" h="91">
                  <a:moveTo>
                    <a:pt x="0" y="91"/>
                  </a:moveTo>
                  <a:cubicBezTo>
                    <a:pt x="64" y="45"/>
                    <a:pt x="128" y="0"/>
                    <a:pt x="181" y="0"/>
                  </a:cubicBezTo>
                  <a:cubicBezTo>
                    <a:pt x="234" y="0"/>
                    <a:pt x="294" y="76"/>
                    <a:pt x="317" y="91"/>
                  </a:cubicBezTo>
                </a:path>
              </a:pathLst>
            </a:custGeom>
            <a:noFill/>
            <a:ln w="12700" cap="flat" cmpd="sng">
              <a:solidFill>
                <a:srgbClr val="000000"/>
              </a:solidFill>
              <a:prstDash val="sysDot"/>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200B5B"/>
                    </a:outerShdw>
                  </a:effectLst>
                </a14:hiddenEffects>
              </a:ext>
            </a:extLst>
          </p:spPr>
          <p:txBody>
            <a:bodyPr wrap="none"/>
            <a:lstStyle/>
            <a:p>
              <a:endParaRPr lang="zh-CN" altLang="en-US"/>
            </a:p>
          </p:txBody>
        </p:sp>
        <p:sp>
          <p:nvSpPr>
            <p:cNvPr id="28" name="Freeform 28">
              <a:extLst>
                <a:ext uri="{FF2B5EF4-FFF2-40B4-BE49-F238E27FC236}">
                  <a16:creationId xmlns:a16="http://schemas.microsoft.com/office/drawing/2014/main" id="{A5D28C75-689A-48A8-8402-C184A8068857}"/>
                </a:ext>
              </a:extLst>
            </p:cNvPr>
            <p:cNvSpPr>
              <a:spLocks/>
            </p:cNvSpPr>
            <p:nvPr/>
          </p:nvSpPr>
          <p:spPr bwMode="auto">
            <a:xfrm>
              <a:off x="9634" y="1245"/>
              <a:ext cx="406" cy="724"/>
            </a:xfrm>
            <a:custGeom>
              <a:avLst/>
              <a:gdLst>
                <a:gd name="T0" fmla="*/ 182 w 182"/>
                <a:gd name="T1" fmla="*/ 0 h 265"/>
                <a:gd name="T2" fmla="*/ 136 w 182"/>
                <a:gd name="T3" fmla="*/ 227 h 265"/>
                <a:gd name="T4" fmla="*/ 0 w 182"/>
                <a:gd name="T5" fmla="*/ 227 h 265"/>
              </a:gdLst>
              <a:ahLst/>
              <a:cxnLst>
                <a:cxn ang="0">
                  <a:pos x="T0" y="T1"/>
                </a:cxn>
                <a:cxn ang="0">
                  <a:pos x="T2" y="T3"/>
                </a:cxn>
                <a:cxn ang="0">
                  <a:pos x="T4" y="T5"/>
                </a:cxn>
              </a:cxnLst>
              <a:rect l="0" t="0" r="r" b="b"/>
              <a:pathLst>
                <a:path w="182" h="265">
                  <a:moveTo>
                    <a:pt x="182" y="0"/>
                  </a:moveTo>
                  <a:cubicBezTo>
                    <a:pt x="174" y="94"/>
                    <a:pt x="166" y="189"/>
                    <a:pt x="136" y="227"/>
                  </a:cubicBezTo>
                  <a:cubicBezTo>
                    <a:pt x="106" y="265"/>
                    <a:pt x="53" y="246"/>
                    <a:pt x="0" y="227"/>
                  </a:cubicBezTo>
                </a:path>
              </a:pathLst>
            </a:custGeom>
            <a:noFill/>
            <a:ln w="12700" cap="flat" cmpd="sng">
              <a:solidFill>
                <a:srgbClr val="000000"/>
              </a:solidFill>
              <a:prstDash val="sysDot"/>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200B5B"/>
                    </a:outerShdw>
                  </a:effectLst>
                </a14:hiddenEffects>
              </a:ext>
            </a:extLst>
          </p:spPr>
          <p:txBody>
            <a:bodyPr wrap="none"/>
            <a:lstStyle/>
            <a:p>
              <a:endParaRPr lang="zh-CN" altLang="en-US"/>
            </a:p>
          </p:txBody>
        </p:sp>
        <p:sp>
          <p:nvSpPr>
            <p:cNvPr id="29" name="Freeform 29">
              <a:extLst>
                <a:ext uri="{FF2B5EF4-FFF2-40B4-BE49-F238E27FC236}">
                  <a16:creationId xmlns:a16="http://schemas.microsoft.com/office/drawing/2014/main" id="{6B5B6CAA-BAC3-4116-9323-B27CEE9F8D43}"/>
                </a:ext>
              </a:extLst>
            </p:cNvPr>
            <p:cNvSpPr>
              <a:spLocks/>
            </p:cNvSpPr>
            <p:nvPr/>
          </p:nvSpPr>
          <p:spPr bwMode="auto">
            <a:xfrm>
              <a:off x="8445" y="1254"/>
              <a:ext cx="335" cy="615"/>
            </a:xfrm>
            <a:custGeom>
              <a:avLst/>
              <a:gdLst>
                <a:gd name="T0" fmla="*/ 23 w 159"/>
                <a:gd name="T1" fmla="*/ 0 h 227"/>
                <a:gd name="T2" fmla="*/ 23 w 159"/>
                <a:gd name="T3" fmla="*/ 181 h 227"/>
                <a:gd name="T4" fmla="*/ 159 w 159"/>
                <a:gd name="T5" fmla="*/ 227 h 227"/>
              </a:gdLst>
              <a:ahLst/>
              <a:cxnLst>
                <a:cxn ang="0">
                  <a:pos x="T0" y="T1"/>
                </a:cxn>
                <a:cxn ang="0">
                  <a:pos x="T2" y="T3"/>
                </a:cxn>
                <a:cxn ang="0">
                  <a:pos x="T4" y="T5"/>
                </a:cxn>
              </a:cxnLst>
              <a:rect l="0" t="0" r="r" b="b"/>
              <a:pathLst>
                <a:path w="159" h="227">
                  <a:moveTo>
                    <a:pt x="23" y="0"/>
                  </a:moveTo>
                  <a:cubicBezTo>
                    <a:pt x="11" y="71"/>
                    <a:pt x="0" y="143"/>
                    <a:pt x="23" y="181"/>
                  </a:cubicBezTo>
                  <a:cubicBezTo>
                    <a:pt x="46" y="219"/>
                    <a:pt x="102" y="223"/>
                    <a:pt x="159" y="227"/>
                  </a:cubicBezTo>
                </a:path>
              </a:pathLst>
            </a:custGeom>
            <a:noFill/>
            <a:ln w="12700" cap="flat" cmpd="sng">
              <a:solidFill>
                <a:srgbClr val="000000"/>
              </a:solidFill>
              <a:prstDash val="sysDot"/>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200B5B"/>
                    </a:outerShdw>
                  </a:effectLst>
                </a14:hiddenEffects>
              </a:ext>
            </a:extLst>
          </p:spPr>
          <p:txBody>
            <a:bodyPr wrap="none"/>
            <a:lstStyle/>
            <a:p>
              <a:endParaRPr lang="zh-CN" altLang="en-US"/>
            </a:p>
          </p:txBody>
        </p:sp>
        <p:sp>
          <p:nvSpPr>
            <p:cNvPr id="30" name="Oval 30">
              <a:extLst>
                <a:ext uri="{FF2B5EF4-FFF2-40B4-BE49-F238E27FC236}">
                  <a16:creationId xmlns:a16="http://schemas.microsoft.com/office/drawing/2014/main" id="{57C8E256-B5AA-4D20-B296-150B629D0E8F}"/>
                </a:ext>
              </a:extLst>
            </p:cNvPr>
            <p:cNvSpPr>
              <a:spLocks noChangeArrowheads="1"/>
            </p:cNvSpPr>
            <p:nvPr/>
          </p:nvSpPr>
          <p:spPr bwMode="auto">
            <a:xfrm>
              <a:off x="9177" y="183"/>
              <a:ext cx="91" cy="9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2084801386"/>
      </p:ext>
    </p:extLst>
  </p:cSld>
  <p:clrMapOvr>
    <a:masterClrMapping/>
  </p:clrMapOvr>
  <p:transition spd="slow"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mc:AlternateContent xmlns:mc="http://schemas.openxmlformats.org/markup-compatibility/2006" xmlns:p14="http://schemas.microsoft.com/office/powerpoint/2010/main">
        <mc:Choice Requires="p14">
          <p:contentPart p14:bwMode="auto" r:id="rId4">
            <p14:nvContentPartPr>
              <p14:cNvPr id="2" name="墨迹 1"/>
              <p14:cNvContentPartPr/>
              <p14:nvPr/>
            </p14:nvContentPartPr>
            <p14:xfrm>
              <a:off x="4030560" y="5727600"/>
              <a:ext cx="16560" cy="13680"/>
            </p14:xfrm>
          </p:contentPart>
        </mc:Choice>
        <mc:Fallback xmlns="">
          <p:pic>
            <p:nvPicPr>
              <p:cNvPr id="2" name="墨迹 1"/>
              <p:cNvPicPr/>
              <p:nvPr/>
            </p:nvPicPr>
            <p:blipFill>
              <a:blip r:embed="rId5"/>
              <a:stretch>
                <a:fillRect/>
              </a:stretch>
            </p:blipFill>
            <p:spPr>
              <a:xfrm>
                <a:off x="4026960" y="5724360"/>
                <a:ext cx="23400" cy="20160"/>
              </a:xfrm>
              <a:prstGeom prst="rect">
                <a:avLst/>
              </a:prstGeom>
            </p:spPr>
          </p:pic>
        </mc:Fallback>
      </mc:AlternateContent>
      <p:sp>
        <p:nvSpPr>
          <p:cNvPr id="70" name="Rectangle 3">
            <a:extLst>
              <a:ext uri="{FF2B5EF4-FFF2-40B4-BE49-F238E27FC236}">
                <a16:creationId xmlns:a16="http://schemas.microsoft.com/office/drawing/2014/main" id="{CC7EF07F-2C90-4FDB-9C4F-0B753F8C97A3}"/>
              </a:ext>
            </a:extLst>
          </p:cNvPr>
          <p:cNvSpPr txBox="1">
            <a:spLocks noChangeArrowheads="1"/>
          </p:cNvSpPr>
          <p:nvPr/>
        </p:nvSpPr>
        <p:spPr>
          <a:xfrm>
            <a:off x="1646116" y="959752"/>
            <a:ext cx="5371170" cy="3414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ct val="0"/>
              </a:spcBef>
              <a:buNone/>
            </a:pPr>
            <a:r>
              <a:rPr lang="zh-CN" altLang="en-US" sz="2400" dirty="0"/>
              <a:t>假设一个旋转鼓的表面被等分为</a:t>
            </a:r>
            <a:r>
              <a:rPr lang="en-US" altLang="zh-CN" sz="2400" dirty="0"/>
              <a:t>16</a:t>
            </a:r>
            <a:r>
              <a:rPr lang="zh-CN" altLang="en-US" sz="2400" dirty="0"/>
              <a:t>个部分，如图所示，其中每一部分分别由导体或绝缘体构成，图中阴影部分表示导体，空白部分表示绝缘体，导体部分给出信号</a:t>
            </a:r>
            <a:r>
              <a:rPr lang="en-US" altLang="zh-CN" sz="2400" dirty="0"/>
              <a:t>1</a:t>
            </a:r>
            <a:r>
              <a:rPr lang="zh-CN" altLang="en-US" sz="2400" dirty="0"/>
              <a:t>，绝缘体部分给出信号</a:t>
            </a:r>
            <a:r>
              <a:rPr lang="en-US" altLang="zh-CN" sz="2400" dirty="0"/>
              <a:t>0</a:t>
            </a:r>
            <a:r>
              <a:rPr lang="zh-CN" altLang="en-US" sz="2400" dirty="0"/>
              <a:t>。根据鼓轮转动时所处的位置。四个触头</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将获得一定的信息。因此，鼓轮的位置可用二进制信号表示。试问如何选取鼓轮</a:t>
            </a:r>
            <a:r>
              <a:rPr lang="en-US" altLang="zh-CN" sz="2400" dirty="0"/>
              <a:t>16</a:t>
            </a:r>
            <a:r>
              <a:rPr lang="zh-CN" altLang="en-US" sz="2400" dirty="0"/>
              <a:t>个部分的材料才能使鼓轮每转过一个部分得到一个不同的二进制信号，即每转一周，能得到</a:t>
            </a:r>
            <a:r>
              <a:rPr lang="en-US" altLang="zh-CN" sz="2400" dirty="0"/>
              <a:t>0000</a:t>
            </a:r>
            <a:r>
              <a:rPr lang="zh-CN" altLang="en-US" sz="2400" dirty="0"/>
              <a:t>到</a:t>
            </a:r>
            <a:r>
              <a:rPr lang="en-US" altLang="zh-CN" sz="2400" dirty="0"/>
              <a:t>1111</a:t>
            </a:r>
            <a:r>
              <a:rPr lang="zh-CN" altLang="en-US" sz="2400" dirty="0"/>
              <a:t>的</a:t>
            </a:r>
            <a:r>
              <a:rPr lang="en-US" altLang="zh-CN" sz="2400" dirty="0"/>
              <a:t>16</a:t>
            </a:r>
            <a:r>
              <a:rPr lang="zh-CN" altLang="en-US" sz="2400" dirty="0"/>
              <a:t>个数。</a:t>
            </a:r>
          </a:p>
          <a:p>
            <a:pPr marL="0" indent="0">
              <a:lnSpc>
                <a:spcPct val="130000"/>
              </a:lnSpc>
              <a:spcBef>
                <a:spcPct val="0"/>
              </a:spcBef>
              <a:buNone/>
            </a:pPr>
            <a:endParaRPr lang="zh-CN" altLang="en-US" sz="2400" dirty="0"/>
          </a:p>
        </p:txBody>
      </p:sp>
      <p:pic>
        <p:nvPicPr>
          <p:cNvPr id="71" name="Picture 4">
            <a:extLst>
              <a:ext uri="{FF2B5EF4-FFF2-40B4-BE49-F238E27FC236}">
                <a16:creationId xmlns:a16="http://schemas.microsoft.com/office/drawing/2014/main" id="{2FCBED83-0BE4-470F-8B66-7EECF0BECB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8687" y="2415687"/>
            <a:ext cx="3724275"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006330"/>
      </p:ext>
    </p:extLst>
  </p:cSld>
  <p:clrMapOvr>
    <a:masterClrMapping/>
  </p:clrMapOvr>
  <p:transition spd="slow"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2" name="Rectangle 3">
            <a:extLst>
              <a:ext uri="{FF2B5EF4-FFF2-40B4-BE49-F238E27FC236}">
                <a16:creationId xmlns:a16="http://schemas.microsoft.com/office/drawing/2014/main" id="{E21F7084-41C2-29B8-AF03-9B3968639681}"/>
              </a:ext>
            </a:extLst>
          </p:cNvPr>
          <p:cNvSpPr txBox="1">
            <a:spLocks noChangeArrowheads="1"/>
          </p:cNvSpPr>
          <p:nvPr/>
        </p:nvSpPr>
        <p:spPr>
          <a:xfrm>
            <a:off x="6747057" y="1222375"/>
            <a:ext cx="3600450" cy="4794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solidFill>
                  <a:srgbClr val="FF0000"/>
                </a:solidFill>
              </a:rPr>
              <a:t>e</a:t>
            </a:r>
            <a:r>
              <a:rPr lang="en-US" altLang="zh-CN" sz="2400" baseline="-25000" dirty="0">
                <a:solidFill>
                  <a:srgbClr val="FF0000"/>
                </a:solidFill>
              </a:rPr>
              <a:t>0</a:t>
            </a:r>
            <a:r>
              <a:rPr lang="zh-CN" altLang="en-US" sz="2400" dirty="0">
                <a:solidFill>
                  <a:srgbClr val="FF0000"/>
                </a:solidFill>
              </a:rPr>
              <a:t>＝</a:t>
            </a:r>
            <a:r>
              <a:rPr lang="en-US" altLang="zh-CN" sz="2400" dirty="0">
                <a:solidFill>
                  <a:srgbClr val="FF0000"/>
                </a:solidFill>
              </a:rPr>
              <a:t>0000</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8</a:t>
            </a:r>
            <a:r>
              <a:rPr lang="zh-CN" altLang="en-US" sz="2400" dirty="0">
                <a:solidFill>
                  <a:srgbClr val="FF0000"/>
                </a:solidFill>
              </a:rPr>
              <a:t>＝</a:t>
            </a:r>
            <a:r>
              <a:rPr lang="en-US" altLang="zh-CN" sz="2400" dirty="0">
                <a:solidFill>
                  <a:srgbClr val="FF0000"/>
                </a:solidFill>
              </a:rPr>
              <a:t>1000</a:t>
            </a:r>
          </a:p>
          <a:p>
            <a:r>
              <a:rPr lang="en-US" altLang="zh-CN" sz="2400" dirty="0">
                <a:solidFill>
                  <a:srgbClr val="FF0000"/>
                </a:solidFill>
              </a:rPr>
              <a:t>e</a:t>
            </a:r>
            <a:r>
              <a:rPr lang="en-US" altLang="zh-CN" sz="2400" baseline="-25000" dirty="0">
                <a:solidFill>
                  <a:srgbClr val="FF0000"/>
                </a:solidFill>
              </a:rPr>
              <a:t>1</a:t>
            </a:r>
            <a:r>
              <a:rPr lang="zh-CN" altLang="en-US" sz="2400" dirty="0">
                <a:solidFill>
                  <a:srgbClr val="FF0000"/>
                </a:solidFill>
              </a:rPr>
              <a:t>＝</a:t>
            </a:r>
            <a:r>
              <a:rPr lang="en-US" altLang="zh-CN" sz="2400" dirty="0">
                <a:solidFill>
                  <a:srgbClr val="FF0000"/>
                </a:solidFill>
              </a:rPr>
              <a:t>0001</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9</a:t>
            </a:r>
            <a:r>
              <a:rPr lang="zh-CN" altLang="en-US" sz="2400" dirty="0">
                <a:solidFill>
                  <a:srgbClr val="FF0000"/>
                </a:solidFill>
              </a:rPr>
              <a:t>＝</a:t>
            </a:r>
            <a:r>
              <a:rPr lang="en-US" altLang="zh-CN" sz="2400" dirty="0">
                <a:solidFill>
                  <a:srgbClr val="FF0000"/>
                </a:solidFill>
              </a:rPr>
              <a:t>1001</a:t>
            </a:r>
          </a:p>
          <a:p>
            <a:r>
              <a:rPr lang="en-US" altLang="zh-CN" sz="2400" dirty="0">
                <a:solidFill>
                  <a:srgbClr val="FF0000"/>
                </a:solidFill>
              </a:rPr>
              <a:t>e</a:t>
            </a:r>
            <a:r>
              <a:rPr lang="en-US" altLang="zh-CN" sz="2400" baseline="-25000" dirty="0">
                <a:solidFill>
                  <a:srgbClr val="FF0000"/>
                </a:solidFill>
              </a:rPr>
              <a:t>2</a:t>
            </a:r>
            <a:r>
              <a:rPr lang="zh-CN" altLang="en-US" sz="2400" dirty="0">
                <a:solidFill>
                  <a:srgbClr val="FF0000"/>
                </a:solidFill>
              </a:rPr>
              <a:t>＝</a:t>
            </a:r>
            <a:r>
              <a:rPr lang="en-US" altLang="zh-CN" sz="2400" dirty="0">
                <a:solidFill>
                  <a:srgbClr val="FF0000"/>
                </a:solidFill>
              </a:rPr>
              <a:t>0010</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10</a:t>
            </a:r>
            <a:r>
              <a:rPr lang="zh-CN" altLang="en-US" sz="2400" dirty="0">
                <a:solidFill>
                  <a:srgbClr val="FF0000"/>
                </a:solidFill>
              </a:rPr>
              <a:t>＝</a:t>
            </a:r>
            <a:r>
              <a:rPr lang="en-US" altLang="zh-CN" sz="2400" dirty="0">
                <a:solidFill>
                  <a:srgbClr val="FF0000"/>
                </a:solidFill>
              </a:rPr>
              <a:t>1010</a:t>
            </a:r>
          </a:p>
          <a:p>
            <a:r>
              <a:rPr lang="en-US" altLang="zh-CN" sz="2400" dirty="0">
                <a:solidFill>
                  <a:srgbClr val="FF0000"/>
                </a:solidFill>
              </a:rPr>
              <a:t>e</a:t>
            </a:r>
            <a:r>
              <a:rPr lang="en-US" altLang="zh-CN" sz="2400" baseline="-25000" dirty="0">
                <a:solidFill>
                  <a:srgbClr val="FF0000"/>
                </a:solidFill>
              </a:rPr>
              <a:t>3</a:t>
            </a:r>
            <a:r>
              <a:rPr lang="zh-CN" altLang="en-US" sz="2400" dirty="0">
                <a:solidFill>
                  <a:srgbClr val="FF0000"/>
                </a:solidFill>
              </a:rPr>
              <a:t>＝</a:t>
            </a:r>
            <a:r>
              <a:rPr lang="en-US" altLang="zh-CN" sz="2400" dirty="0">
                <a:solidFill>
                  <a:srgbClr val="FF0000"/>
                </a:solidFill>
              </a:rPr>
              <a:t>0011</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11</a:t>
            </a:r>
            <a:r>
              <a:rPr lang="zh-CN" altLang="en-US" sz="2400" dirty="0">
                <a:solidFill>
                  <a:srgbClr val="FF0000"/>
                </a:solidFill>
              </a:rPr>
              <a:t>＝</a:t>
            </a:r>
            <a:r>
              <a:rPr lang="en-US" altLang="zh-CN" sz="2400" dirty="0">
                <a:solidFill>
                  <a:srgbClr val="FF0000"/>
                </a:solidFill>
              </a:rPr>
              <a:t>1011</a:t>
            </a:r>
          </a:p>
          <a:p>
            <a:r>
              <a:rPr lang="en-US" altLang="zh-CN" sz="2400" dirty="0">
                <a:solidFill>
                  <a:srgbClr val="FF0000"/>
                </a:solidFill>
              </a:rPr>
              <a:t>e</a:t>
            </a:r>
            <a:r>
              <a:rPr lang="en-US" altLang="zh-CN" sz="2400" baseline="-25000" dirty="0">
                <a:solidFill>
                  <a:srgbClr val="FF0000"/>
                </a:solidFill>
              </a:rPr>
              <a:t>4</a:t>
            </a:r>
            <a:r>
              <a:rPr lang="zh-CN" altLang="en-US" sz="2400" dirty="0">
                <a:solidFill>
                  <a:srgbClr val="FF0000"/>
                </a:solidFill>
              </a:rPr>
              <a:t>＝</a:t>
            </a:r>
            <a:r>
              <a:rPr lang="en-US" altLang="zh-CN" sz="2400" dirty="0">
                <a:solidFill>
                  <a:srgbClr val="FF0000"/>
                </a:solidFill>
              </a:rPr>
              <a:t>0100</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12</a:t>
            </a:r>
            <a:r>
              <a:rPr lang="zh-CN" altLang="en-US" sz="2400" dirty="0">
                <a:solidFill>
                  <a:srgbClr val="FF0000"/>
                </a:solidFill>
              </a:rPr>
              <a:t>＝</a:t>
            </a:r>
            <a:r>
              <a:rPr lang="en-US" altLang="zh-CN" sz="2400" dirty="0">
                <a:solidFill>
                  <a:srgbClr val="FF0000"/>
                </a:solidFill>
              </a:rPr>
              <a:t>1100</a:t>
            </a:r>
          </a:p>
          <a:p>
            <a:r>
              <a:rPr lang="en-US" altLang="zh-CN" sz="2400" dirty="0">
                <a:solidFill>
                  <a:srgbClr val="FF0000"/>
                </a:solidFill>
              </a:rPr>
              <a:t>e</a:t>
            </a:r>
            <a:r>
              <a:rPr lang="en-US" altLang="zh-CN" sz="2400" baseline="-25000" dirty="0">
                <a:solidFill>
                  <a:srgbClr val="FF0000"/>
                </a:solidFill>
              </a:rPr>
              <a:t>5</a:t>
            </a:r>
            <a:r>
              <a:rPr lang="zh-CN" altLang="en-US" sz="2400" dirty="0">
                <a:solidFill>
                  <a:srgbClr val="FF0000"/>
                </a:solidFill>
              </a:rPr>
              <a:t>＝</a:t>
            </a:r>
            <a:r>
              <a:rPr lang="en-US" altLang="zh-CN" sz="2400" dirty="0">
                <a:solidFill>
                  <a:srgbClr val="FF0000"/>
                </a:solidFill>
              </a:rPr>
              <a:t>0101</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13</a:t>
            </a:r>
            <a:r>
              <a:rPr lang="zh-CN" altLang="en-US" sz="2400" dirty="0">
                <a:solidFill>
                  <a:srgbClr val="FF0000"/>
                </a:solidFill>
              </a:rPr>
              <a:t>＝</a:t>
            </a:r>
            <a:r>
              <a:rPr lang="en-US" altLang="zh-CN" sz="2400" dirty="0">
                <a:solidFill>
                  <a:srgbClr val="FF0000"/>
                </a:solidFill>
              </a:rPr>
              <a:t>1101</a:t>
            </a:r>
          </a:p>
          <a:p>
            <a:r>
              <a:rPr lang="en-US" altLang="zh-CN" sz="2400" dirty="0">
                <a:solidFill>
                  <a:srgbClr val="FF0000"/>
                </a:solidFill>
              </a:rPr>
              <a:t>e</a:t>
            </a:r>
            <a:r>
              <a:rPr lang="en-US" altLang="zh-CN" sz="2400" baseline="-25000" dirty="0">
                <a:solidFill>
                  <a:srgbClr val="FF0000"/>
                </a:solidFill>
              </a:rPr>
              <a:t>6</a:t>
            </a:r>
            <a:r>
              <a:rPr lang="zh-CN" altLang="en-US" sz="2400" dirty="0">
                <a:solidFill>
                  <a:srgbClr val="FF0000"/>
                </a:solidFill>
              </a:rPr>
              <a:t>＝</a:t>
            </a:r>
            <a:r>
              <a:rPr lang="en-US" altLang="zh-CN" sz="2400" dirty="0">
                <a:solidFill>
                  <a:srgbClr val="FF0000"/>
                </a:solidFill>
              </a:rPr>
              <a:t>0110</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14</a:t>
            </a:r>
            <a:r>
              <a:rPr lang="zh-CN" altLang="en-US" sz="2400" dirty="0">
                <a:solidFill>
                  <a:srgbClr val="FF0000"/>
                </a:solidFill>
              </a:rPr>
              <a:t>＝</a:t>
            </a:r>
            <a:r>
              <a:rPr lang="en-US" altLang="zh-CN" sz="2400" dirty="0">
                <a:solidFill>
                  <a:srgbClr val="FF0000"/>
                </a:solidFill>
              </a:rPr>
              <a:t>1110</a:t>
            </a:r>
          </a:p>
          <a:p>
            <a:r>
              <a:rPr lang="en-US" altLang="zh-CN" sz="2400" dirty="0">
                <a:solidFill>
                  <a:srgbClr val="FF0000"/>
                </a:solidFill>
              </a:rPr>
              <a:t>e</a:t>
            </a:r>
            <a:r>
              <a:rPr lang="en-US" altLang="zh-CN" sz="2400" baseline="-25000" dirty="0">
                <a:solidFill>
                  <a:srgbClr val="FF0000"/>
                </a:solidFill>
              </a:rPr>
              <a:t>7</a:t>
            </a:r>
            <a:r>
              <a:rPr lang="zh-CN" altLang="en-US" sz="2400" dirty="0">
                <a:solidFill>
                  <a:srgbClr val="FF0000"/>
                </a:solidFill>
              </a:rPr>
              <a:t>＝</a:t>
            </a:r>
            <a:r>
              <a:rPr lang="en-US" altLang="zh-CN" sz="2400" dirty="0">
                <a:solidFill>
                  <a:srgbClr val="FF0000"/>
                </a:solidFill>
              </a:rPr>
              <a:t>0111</a:t>
            </a:r>
            <a:r>
              <a:rPr lang="zh-CN" altLang="en-US" sz="2400" dirty="0">
                <a:solidFill>
                  <a:srgbClr val="FF0000"/>
                </a:solidFill>
              </a:rPr>
              <a:t>　</a:t>
            </a:r>
            <a:r>
              <a:rPr lang="en-US" altLang="zh-CN" sz="2400" dirty="0">
                <a:solidFill>
                  <a:srgbClr val="FF0000"/>
                </a:solidFill>
              </a:rPr>
              <a:t>e</a:t>
            </a:r>
            <a:r>
              <a:rPr lang="en-US" altLang="zh-CN" sz="2400" baseline="-25000" dirty="0">
                <a:solidFill>
                  <a:srgbClr val="FF0000"/>
                </a:solidFill>
              </a:rPr>
              <a:t>15</a:t>
            </a:r>
            <a:r>
              <a:rPr lang="zh-CN" altLang="en-US" sz="2400" dirty="0">
                <a:solidFill>
                  <a:srgbClr val="FF0000"/>
                </a:solidFill>
              </a:rPr>
              <a:t>＝</a:t>
            </a:r>
            <a:r>
              <a:rPr lang="en-US" altLang="zh-CN" sz="2400" dirty="0">
                <a:solidFill>
                  <a:srgbClr val="FF0000"/>
                </a:solidFill>
              </a:rPr>
              <a:t>1111</a:t>
            </a:r>
            <a:endParaRPr lang="zh-CN" altLang="en-US" sz="2400" dirty="0">
              <a:solidFill>
                <a:srgbClr val="FF0000"/>
              </a:solidFill>
            </a:endParaRPr>
          </a:p>
        </p:txBody>
      </p:sp>
      <p:grpSp>
        <p:nvGrpSpPr>
          <p:cNvPr id="3" name="Group 56">
            <a:extLst>
              <a:ext uri="{FF2B5EF4-FFF2-40B4-BE49-F238E27FC236}">
                <a16:creationId xmlns:a16="http://schemas.microsoft.com/office/drawing/2014/main" id="{4BEBBF0C-5A75-AFA4-8C93-DB67549A9894}"/>
              </a:ext>
            </a:extLst>
          </p:cNvPr>
          <p:cNvGrpSpPr>
            <a:grpSpLocks/>
          </p:cNvGrpSpPr>
          <p:nvPr/>
        </p:nvGrpSpPr>
        <p:grpSpPr bwMode="auto">
          <a:xfrm>
            <a:off x="1994082" y="1052513"/>
            <a:ext cx="4319588" cy="5341937"/>
            <a:chOff x="340" y="663"/>
            <a:chExt cx="2721" cy="3365"/>
          </a:xfrm>
        </p:grpSpPr>
        <p:sp>
          <p:nvSpPr>
            <p:cNvPr id="31" name="Oval 5">
              <a:extLst>
                <a:ext uri="{FF2B5EF4-FFF2-40B4-BE49-F238E27FC236}">
                  <a16:creationId xmlns:a16="http://schemas.microsoft.com/office/drawing/2014/main" id="{E3CA190C-4466-1FF3-54D0-83FCD855CAC8}"/>
                </a:ext>
              </a:extLst>
            </p:cNvPr>
            <p:cNvSpPr>
              <a:spLocks noChangeAspect="1" noChangeArrowheads="1"/>
            </p:cNvSpPr>
            <p:nvPr/>
          </p:nvSpPr>
          <p:spPr bwMode="auto">
            <a:xfrm>
              <a:off x="1401" y="1153"/>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64" name="Text Box 6">
              <a:extLst>
                <a:ext uri="{FF2B5EF4-FFF2-40B4-BE49-F238E27FC236}">
                  <a16:creationId xmlns:a16="http://schemas.microsoft.com/office/drawing/2014/main" id="{7E013020-F751-65E7-835F-FB026D767576}"/>
                </a:ext>
              </a:extLst>
            </p:cNvPr>
            <p:cNvSpPr txBox="1">
              <a:spLocks noChangeAspect="1" noChangeArrowheads="1"/>
            </p:cNvSpPr>
            <p:nvPr/>
          </p:nvSpPr>
          <p:spPr bwMode="auto">
            <a:xfrm>
              <a:off x="1463" y="1153"/>
              <a:ext cx="3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000</a:t>
              </a:r>
            </a:p>
          </p:txBody>
        </p:sp>
        <p:sp>
          <p:nvSpPr>
            <p:cNvPr id="88065" name="Oval 7">
              <a:extLst>
                <a:ext uri="{FF2B5EF4-FFF2-40B4-BE49-F238E27FC236}">
                  <a16:creationId xmlns:a16="http://schemas.microsoft.com/office/drawing/2014/main" id="{DA4BCB58-CDE2-BB92-D301-9D27C6DDF4D0}"/>
                </a:ext>
              </a:extLst>
            </p:cNvPr>
            <p:cNvSpPr>
              <a:spLocks noChangeAspect="1" noChangeArrowheads="1"/>
            </p:cNvSpPr>
            <p:nvPr/>
          </p:nvSpPr>
          <p:spPr bwMode="auto">
            <a:xfrm>
              <a:off x="359" y="1525"/>
              <a:ext cx="506"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68" name="Text Box 8">
              <a:extLst>
                <a:ext uri="{FF2B5EF4-FFF2-40B4-BE49-F238E27FC236}">
                  <a16:creationId xmlns:a16="http://schemas.microsoft.com/office/drawing/2014/main" id="{3031C864-6E48-D043-F941-E751833B087E}"/>
                </a:ext>
              </a:extLst>
            </p:cNvPr>
            <p:cNvSpPr txBox="1">
              <a:spLocks noChangeAspect="1" noChangeArrowheads="1"/>
            </p:cNvSpPr>
            <p:nvPr/>
          </p:nvSpPr>
          <p:spPr bwMode="auto">
            <a:xfrm>
              <a:off x="439" y="1524"/>
              <a:ext cx="3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001</a:t>
              </a:r>
            </a:p>
          </p:txBody>
        </p:sp>
        <p:sp>
          <p:nvSpPr>
            <p:cNvPr id="88069" name="Oval 9">
              <a:extLst>
                <a:ext uri="{FF2B5EF4-FFF2-40B4-BE49-F238E27FC236}">
                  <a16:creationId xmlns:a16="http://schemas.microsoft.com/office/drawing/2014/main" id="{5D166FC7-96CE-EF1F-F166-4C5586ED8441}"/>
                </a:ext>
              </a:extLst>
            </p:cNvPr>
            <p:cNvSpPr>
              <a:spLocks noChangeAspect="1" noChangeArrowheads="1"/>
            </p:cNvSpPr>
            <p:nvPr/>
          </p:nvSpPr>
          <p:spPr bwMode="auto">
            <a:xfrm>
              <a:off x="2446" y="1525"/>
              <a:ext cx="506"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70" name="Text Box 10">
              <a:extLst>
                <a:ext uri="{FF2B5EF4-FFF2-40B4-BE49-F238E27FC236}">
                  <a16:creationId xmlns:a16="http://schemas.microsoft.com/office/drawing/2014/main" id="{7CA29ADD-16AA-03A6-0A33-9654739280B6}"/>
                </a:ext>
              </a:extLst>
            </p:cNvPr>
            <p:cNvSpPr txBox="1">
              <a:spLocks noChangeAspect="1" noChangeArrowheads="1"/>
            </p:cNvSpPr>
            <p:nvPr/>
          </p:nvSpPr>
          <p:spPr bwMode="auto">
            <a:xfrm>
              <a:off x="2528" y="1524"/>
              <a:ext cx="3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100</a:t>
              </a:r>
            </a:p>
          </p:txBody>
        </p:sp>
        <p:sp>
          <p:nvSpPr>
            <p:cNvPr id="88071" name="Oval 11">
              <a:extLst>
                <a:ext uri="{FF2B5EF4-FFF2-40B4-BE49-F238E27FC236}">
                  <a16:creationId xmlns:a16="http://schemas.microsoft.com/office/drawing/2014/main" id="{B60C8BB6-A856-D7BE-022F-0F30B9FF0359}"/>
                </a:ext>
              </a:extLst>
            </p:cNvPr>
            <p:cNvSpPr>
              <a:spLocks noChangeAspect="1" noChangeArrowheads="1"/>
            </p:cNvSpPr>
            <p:nvPr/>
          </p:nvSpPr>
          <p:spPr bwMode="auto">
            <a:xfrm>
              <a:off x="1401" y="2638"/>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72" name="Text Box 12">
              <a:extLst>
                <a:ext uri="{FF2B5EF4-FFF2-40B4-BE49-F238E27FC236}">
                  <a16:creationId xmlns:a16="http://schemas.microsoft.com/office/drawing/2014/main" id="{E0EC32AF-7F3E-AD3C-CDEB-29A28AECF7C2}"/>
                </a:ext>
              </a:extLst>
            </p:cNvPr>
            <p:cNvSpPr txBox="1">
              <a:spLocks noChangeAspect="1" noChangeArrowheads="1"/>
            </p:cNvSpPr>
            <p:nvPr/>
          </p:nvSpPr>
          <p:spPr bwMode="auto">
            <a:xfrm>
              <a:off x="1481" y="2638"/>
              <a:ext cx="35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101</a:t>
              </a:r>
            </a:p>
          </p:txBody>
        </p:sp>
        <p:sp>
          <p:nvSpPr>
            <p:cNvPr id="88073" name="Oval 13">
              <a:extLst>
                <a:ext uri="{FF2B5EF4-FFF2-40B4-BE49-F238E27FC236}">
                  <a16:creationId xmlns:a16="http://schemas.microsoft.com/office/drawing/2014/main" id="{E0A2652E-F5CA-EF27-9E4F-21DEDDD3AFB7}"/>
                </a:ext>
              </a:extLst>
            </p:cNvPr>
            <p:cNvSpPr>
              <a:spLocks noChangeAspect="1" noChangeArrowheads="1"/>
            </p:cNvSpPr>
            <p:nvPr/>
          </p:nvSpPr>
          <p:spPr bwMode="auto">
            <a:xfrm>
              <a:off x="1401" y="3381"/>
              <a:ext cx="505"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74" name="Text Box 14">
              <a:extLst>
                <a:ext uri="{FF2B5EF4-FFF2-40B4-BE49-F238E27FC236}">
                  <a16:creationId xmlns:a16="http://schemas.microsoft.com/office/drawing/2014/main" id="{2BD59E55-D95C-48D8-A2C3-0F608B9FFE7B}"/>
                </a:ext>
              </a:extLst>
            </p:cNvPr>
            <p:cNvSpPr txBox="1">
              <a:spLocks noChangeAspect="1" noChangeArrowheads="1"/>
            </p:cNvSpPr>
            <p:nvPr/>
          </p:nvSpPr>
          <p:spPr bwMode="auto">
            <a:xfrm>
              <a:off x="1481" y="3380"/>
              <a:ext cx="3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111</a:t>
              </a:r>
            </a:p>
          </p:txBody>
        </p:sp>
        <p:sp>
          <p:nvSpPr>
            <p:cNvPr id="88075" name="Oval 15">
              <a:extLst>
                <a:ext uri="{FF2B5EF4-FFF2-40B4-BE49-F238E27FC236}">
                  <a16:creationId xmlns:a16="http://schemas.microsoft.com/office/drawing/2014/main" id="{B246F082-4CE6-D1BB-4DC7-C89ABB66BBF3}"/>
                </a:ext>
              </a:extLst>
            </p:cNvPr>
            <p:cNvSpPr>
              <a:spLocks noChangeAspect="1" noChangeArrowheads="1"/>
            </p:cNvSpPr>
            <p:nvPr/>
          </p:nvSpPr>
          <p:spPr bwMode="auto">
            <a:xfrm>
              <a:off x="1401" y="1896"/>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76" name="Text Box 16">
              <a:extLst>
                <a:ext uri="{FF2B5EF4-FFF2-40B4-BE49-F238E27FC236}">
                  <a16:creationId xmlns:a16="http://schemas.microsoft.com/office/drawing/2014/main" id="{B695773A-2E5C-3114-2B6A-197D197A398E}"/>
                </a:ext>
              </a:extLst>
            </p:cNvPr>
            <p:cNvSpPr txBox="1">
              <a:spLocks noChangeAspect="1" noChangeArrowheads="1"/>
            </p:cNvSpPr>
            <p:nvPr/>
          </p:nvSpPr>
          <p:spPr bwMode="auto">
            <a:xfrm>
              <a:off x="1481" y="1896"/>
              <a:ext cx="3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010</a:t>
              </a:r>
            </a:p>
          </p:txBody>
        </p:sp>
        <p:sp>
          <p:nvSpPr>
            <p:cNvPr id="88077" name="Oval 17">
              <a:extLst>
                <a:ext uri="{FF2B5EF4-FFF2-40B4-BE49-F238E27FC236}">
                  <a16:creationId xmlns:a16="http://schemas.microsoft.com/office/drawing/2014/main" id="{43049250-DAEE-0153-3FD1-1F7062609466}"/>
                </a:ext>
              </a:extLst>
            </p:cNvPr>
            <p:cNvSpPr>
              <a:spLocks noChangeAspect="1" noChangeArrowheads="1"/>
            </p:cNvSpPr>
            <p:nvPr/>
          </p:nvSpPr>
          <p:spPr bwMode="auto">
            <a:xfrm>
              <a:off x="359" y="3010"/>
              <a:ext cx="506"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78" name="Text Box 18">
              <a:extLst>
                <a:ext uri="{FF2B5EF4-FFF2-40B4-BE49-F238E27FC236}">
                  <a16:creationId xmlns:a16="http://schemas.microsoft.com/office/drawing/2014/main" id="{DE98AB8E-E00C-EBEE-3D86-EC56D756FBDF}"/>
                </a:ext>
              </a:extLst>
            </p:cNvPr>
            <p:cNvSpPr txBox="1">
              <a:spLocks noChangeAspect="1" noChangeArrowheads="1"/>
            </p:cNvSpPr>
            <p:nvPr/>
          </p:nvSpPr>
          <p:spPr bwMode="auto">
            <a:xfrm>
              <a:off x="439" y="3011"/>
              <a:ext cx="3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011</a:t>
              </a:r>
            </a:p>
          </p:txBody>
        </p:sp>
        <p:sp>
          <p:nvSpPr>
            <p:cNvPr id="88079" name="Oval 19">
              <a:extLst>
                <a:ext uri="{FF2B5EF4-FFF2-40B4-BE49-F238E27FC236}">
                  <a16:creationId xmlns:a16="http://schemas.microsoft.com/office/drawing/2014/main" id="{5ADD89AB-B447-CBE8-2E15-401444036317}"/>
                </a:ext>
              </a:extLst>
            </p:cNvPr>
            <p:cNvSpPr>
              <a:spLocks noChangeAspect="1" noChangeArrowheads="1"/>
            </p:cNvSpPr>
            <p:nvPr/>
          </p:nvSpPr>
          <p:spPr bwMode="auto">
            <a:xfrm>
              <a:off x="2446" y="3010"/>
              <a:ext cx="506"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88080" name="Text Box 20">
              <a:extLst>
                <a:ext uri="{FF2B5EF4-FFF2-40B4-BE49-F238E27FC236}">
                  <a16:creationId xmlns:a16="http://schemas.microsoft.com/office/drawing/2014/main" id="{10D0569A-0FE4-3821-14CA-A2D742D82DD4}"/>
                </a:ext>
              </a:extLst>
            </p:cNvPr>
            <p:cNvSpPr txBox="1">
              <a:spLocks noChangeAspect="1" noChangeArrowheads="1"/>
            </p:cNvSpPr>
            <p:nvPr/>
          </p:nvSpPr>
          <p:spPr bwMode="auto">
            <a:xfrm>
              <a:off x="2528" y="3011"/>
              <a:ext cx="3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110</a:t>
              </a:r>
            </a:p>
          </p:txBody>
        </p:sp>
        <p:sp>
          <p:nvSpPr>
            <p:cNvPr id="88081" name="Line 21">
              <a:extLst>
                <a:ext uri="{FF2B5EF4-FFF2-40B4-BE49-F238E27FC236}">
                  <a16:creationId xmlns:a16="http://schemas.microsoft.com/office/drawing/2014/main" id="{7C805A3D-705B-E58A-F3DC-0B55CA62CF5F}"/>
                </a:ext>
              </a:extLst>
            </p:cNvPr>
            <p:cNvSpPr>
              <a:spLocks noChangeAspect="1" noChangeShapeType="1"/>
            </p:cNvSpPr>
            <p:nvPr/>
          </p:nvSpPr>
          <p:spPr bwMode="auto">
            <a:xfrm>
              <a:off x="1574" y="2168"/>
              <a:ext cx="0" cy="48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2" name="Line 22">
              <a:extLst>
                <a:ext uri="{FF2B5EF4-FFF2-40B4-BE49-F238E27FC236}">
                  <a16:creationId xmlns:a16="http://schemas.microsoft.com/office/drawing/2014/main" id="{2A28C2A8-1F8B-A308-0069-99D6B2133927}"/>
                </a:ext>
              </a:extLst>
            </p:cNvPr>
            <p:cNvSpPr>
              <a:spLocks noChangeAspect="1" noChangeShapeType="1"/>
            </p:cNvSpPr>
            <p:nvPr/>
          </p:nvSpPr>
          <p:spPr bwMode="auto">
            <a:xfrm>
              <a:off x="1708" y="2155"/>
              <a:ext cx="0" cy="481"/>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3" name="Line 23">
              <a:extLst>
                <a:ext uri="{FF2B5EF4-FFF2-40B4-BE49-F238E27FC236}">
                  <a16:creationId xmlns:a16="http://schemas.microsoft.com/office/drawing/2014/main" id="{A0CFA0EF-5D75-6B56-5208-9E36D01BFA47}"/>
                </a:ext>
              </a:extLst>
            </p:cNvPr>
            <p:cNvSpPr>
              <a:spLocks noChangeAspect="1" noChangeShapeType="1"/>
            </p:cNvSpPr>
            <p:nvPr/>
          </p:nvSpPr>
          <p:spPr bwMode="auto">
            <a:xfrm>
              <a:off x="878" y="1657"/>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4" name="Line 24">
              <a:extLst>
                <a:ext uri="{FF2B5EF4-FFF2-40B4-BE49-F238E27FC236}">
                  <a16:creationId xmlns:a16="http://schemas.microsoft.com/office/drawing/2014/main" id="{D35FAE2A-C743-8DE1-EF1B-4B9798D4ABC1}"/>
                </a:ext>
              </a:extLst>
            </p:cNvPr>
            <p:cNvSpPr>
              <a:spLocks noChangeAspect="1" noChangeShapeType="1"/>
            </p:cNvSpPr>
            <p:nvPr/>
          </p:nvSpPr>
          <p:spPr bwMode="auto">
            <a:xfrm flipH="1">
              <a:off x="865" y="3143"/>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5" name="Line 25">
              <a:extLst>
                <a:ext uri="{FF2B5EF4-FFF2-40B4-BE49-F238E27FC236}">
                  <a16:creationId xmlns:a16="http://schemas.microsoft.com/office/drawing/2014/main" id="{50684698-DA43-F7F0-B358-376AE02ABB59}"/>
                </a:ext>
              </a:extLst>
            </p:cNvPr>
            <p:cNvSpPr>
              <a:spLocks noChangeAspect="1" noChangeShapeType="1"/>
            </p:cNvSpPr>
            <p:nvPr/>
          </p:nvSpPr>
          <p:spPr bwMode="auto">
            <a:xfrm flipV="1">
              <a:off x="1909" y="326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6" name="Line 26">
              <a:extLst>
                <a:ext uri="{FF2B5EF4-FFF2-40B4-BE49-F238E27FC236}">
                  <a16:creationId xmlns:a16="http://schemas.microsoft.com/office/drawing/2014/main" id="{1C43BB1F-BF33-217E-DF2E-9028436BB7FF}"/>
                </a:ext>
              </a:extLst>
            </p:cNvPr>
            <p:cNvSpPr>
              <a:spLocks noChangeAspect="1" noChangeShapeType="1"/>
            </p:cNvSpPr>
            <p:nvPr/>
          </p:nvSpPr>
          <p:spPr bwMode="auto">
            <a:xfrm flipV="1">
              <a:off x="637" y="1252"/>
              <a:ext cx="759" cy="253"/>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7" name="Line 27">
              <a:extLst>
                <a:ext uri="{FF2B5EF4-FFF2-40B4-BE49-F238E27FC236}">
                  <a16:creationId xmlns:a16="http://schemas.microsoft.com/office/drawing/2014/main" id="{EB6EC73A-FDC0-F532-E9E2-9C236802EBA7}"/>
                </a:ext>
              </a:extLst>
            </p:cNvPr>
            <p:cNvSpPr>
              <a:spLocks noChangeAspect="1" noChangeShapeType="1"/>
            </p:cNvSpPr>
            <p:nvPr/>
          </p:nvSpPr>
          <p:spPr bwMode="auto">
            <a:xfrm>
              <a:off x="634" y="3273"/>
              <a:ext cx="758" cy="25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8" name="Line 28">
              <a:extLst>
                <a:ext uri="{FF2B5EF4-FFF2-40B4-BE49-F238E27FC236}">
                  <a16:creationId xmlns:a16="http://schemas.microsoft.com/office/drawing/2014/main" id="{1428AC95-3E5F-B401-F80B-99BF6CBC97C4}"/>
                </a:ext>
              </a:extLst>
            </p:cNvPr>
            <p:cNvSpPr>
              <a:spLocks noChangeAspect="1" noChangeShapeType="1"/>
            </p:cNvSpPr>
            <p:nvPr/>
          </p:nvSpPr>
          <p:spPr bwMode="auto">
            <a:xfrm flipH="1" flipV="1">
              <a:off x="1922" y="1252"/>
              <a:ext cx="759"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89" name="Line 29">
              <a:extLst>
                <a:ext uri="{FF2B5EF4-FFF2-40B4-BE49-F238E27FC236}">
                  <a16:creationId xmlns:a16="http://schemas.microsoft.com/office/drawing/2014/main" id="{F9D020B5-9247-6926-244D-155DE2DF9E6F}"/>
                </a:ext>
              </a:extLst>
            </p:cNvPr>
            <p:cNvSpPr>
              <a:spLocks noChangeAspect="1" noChangeShapeType="1"/>
            </p:cNvSpPr>
            <p:nvPr/>
          </p:nvSpPr>
          <p:spPr bwMode="auto">
            <a:xfrm>
              <a:off x="634"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90" name="Line 30">
              <a:extLst>
                <a:ext uri="{FF2B5EF4-FFF2-40B4-BE49-F238E27FC236}">
                  <a16:creationId xmlns:a16="http://schemas.microsoft.com/office/drawing/2014/main" id="{A1FDC42E-141D-9E13-716B-0FC7EFE6E530}"/>
                </a:ext>
              </a:extLst>
            </p:cNvPr>
            <p:cNvSpPr>
              <a:spLocks noChangeAspect="1" noChangeShapeType="1"/>
            </p:cNvSpPr>
            <p:nvPr/>
          </p:nvSpPr>
          <p:spPr bwMode="auto">
            <a:xfrm flipV="1">
              <a:off x="1909"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91" name="Line 31">
              <a:extLst>
                <a:ext uri="{FF2B5EF4-FFF2-40B4-BE49-F238E27FC236}">
                  <a16:creationId xmlns:a16="http://schemas.microsoft.com/office/drawing/2014/main" id="{BB1F6A85-F3C0-F33A-826A-9ACAF54E475B}"/>
                </a:ext>
              </a:extLst>
            </p:cNvPr>
            <p:cNvSpPr>
              <a:spLocks noChangeAspect="1" noChangeShapeType="1"/>
            </p:cNvSpPr>
            <p:nvPr/>
          </p:nvSpPr>
          <p:spPr bwMode="auto">
            <a:xfrm flipV="1">
              <a:off x="624" y="2738"/>
              <a:ext cx="758" cy="252"/>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92" name="Line 32">
              <a:extLst>
                <a:ext uri="{FF2B5EF4-FFF2-40B4-BE49-F238E27FC236}">
                  <a16:creationId xmlns:a16="http://schemas.microsoft.com/office/drawing/2014/main" id="{D25B8A49-3221-20D9-BAEB-166C61864B49}"/>
                </a:ext>
              </a:extLst>
            </p:cNvPr>
            <p:cNvSpPr>
              <a:spLocks noChangeAspect="1" noChangeShapeType="1"/>
            </p:cNvSpPr>
            <p:nvPr/>
          </p:nvSpPr>
          <p:spPr bwMode="auto">
            <a:xfrm flipH="1" flipV="1">
              <a:off x="1909" y="273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93" name="Line 33">
              <a:extLst>
                <a:ext uri="{FF2B5EF4-FFF2-40B4-BE49-F238E27FC236}">
                  <a16:creationId xmlns:a16="http://schemas.microsoft.com/office/drawing/2014/main" id="{6D1699AB-EC92-9588-1E9F-D17C9093A4A8}"/>
                </a:ext>
              </a:extLst>
            </p:cNvPr>
            <p:cNvSpPr>
              <a:spLocks noChangeAspect="1" noChangeShapeType="1"/>
            </p:cNvSpPr>
            <p:nvPr/>
          </p:nvSpPr>
          <p:spPr bwMode="auto">
            <a:xfrm>
              <a:off x="570" y="1797"/>
              <a:ext cx="0" cy="1214"/>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95" name="Text Box 35">
              <a:extLst>
                <a:ext uri="{FF2B5EF4-FFF2-40B4-BE49-F238E27FC236}">
                  <a16:creationId xmlns:a16="http://schemas.microsoft.com/office/drawing/2014/main" id="{1573E59F-CCCE-49F4-5F09-79EF9A394196}"/>
                </a:ext>
              </a:extLst>
            </p:cNvPr>
            <p:cNvSpPr txBox="1">
              <a:spLocks noChangeAspect="1" noChangeArrowheads="1"/>
            </p:cNvSpPr>
            <p:nvPr/>
          </p:nvSpPr>
          <p:spPr bwMode="auto">
            <a:xfrm>
              <a:off x="1561" y="663"/>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0</a:t>
              </a:r>
              <a:endParaRPr lang="en-US" altLang="zh-CN" b="1"/>
            </a:p>
          </p:txBody>
        </p:sp>
        <p:sp>
          <p:nvSpPr>
            <p:cNvPr id="88096" name="Text Box 36">
              <a:extLst>
                <a:ext uri="{FF2B5EF4-FFF2-40B4-BE49-F238E27FC236}">
                  <a16:creationId xmlns:a16="http://schemas.microsoft.com/office/drawing/2014/main" id="{2D15CA34-0AC0-F5A0-0AF9-157EF5664381}"/>
                </a:ext>
              </a:extLst>
            </p:cNvPr>
            <p:cNvSpPr txBox="1">
              <a:spLocks noChangeAspect="1" noChangeArrowheads="1"/>
            </p:cNvSpPr>
            <p:nvPr/>
          </p:nvSpPr>
          <p:spPr bwMode="auto">
            <a:xfrm>
              <a:off x="839" y="1114"/>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a:t>
              </a:r>
              <a:endParaRPr lang="en-US" altLang="zh-CN" b="1"/>
            </a:p>
          </p:txBody>
        </p:sp>
        <p:sp>
          <p:nvSpPr>
            <p:cNvPr id="88097" name="Text Box 37">
              <a:extLst>
                <a:ext uri="{FF2B5EF4-FFF2-40B4-BE49-F238E27FC236}">
                  <a16:creationId xmlns:a16="http://schemas.microsoft.com/office/drawing/2014/main" id="{17885945-409B-9B1B-36AC-CD80494DC986}"/>
                </a:ext>
              </a:extLst>
            </p:cNvPr>
            <p:cNvSpPr txBox="1">
              <a:spLocks noChangeAspect="1" noChangeArrowheads="1"/>
            </p:cNvSpPr>
            <p:nvPr/>
          </p:nvSpPr>
          <p:spPr bwMode="auto">
            <a:xfrm>
              <a:off x="933" y="1877"/>
              <a:ext cx="2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2</a:t>
              </a:r>
              <a:endParaRPr lang="en-US" altLang="zh-CN" b="1"/>
            </a:p>
          </p:txBody>
        </p:sp>
        <p:sp>
          <p:nvSpPr>
            <p:cNvPr id="88098" name="Text Box 38">
              <a:extLst>
                <a:ext uri="{FF2B5EF4-FFF2-40B4-BE49-F238E27FC236}">
                  <a16:creationId xmlns:a16="http://schemas.microsoft.com/office/drawing/2014/main" id="{8280E976-9AE0-DC96-9260-568E28DA525C}"/>
                </a:ext>
              </a:extLst>
            </p:cNvPr>
            <p:cNvSpPr txBox="1">
              <a:spLocks noChangeAspect="1" noChangeArrowheads="1"/>
            </p:cNvSpPr>
            <p:nvPr/>
          </p:nvSpPr>
          <p:spPr bwMode="auto">
            <a:xfrm>
              <a:off x="340" y="2227"/>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3</a:t>
              </a:r>
              <a:endParaRPr lang="en-US" altLang="zh-CN" b="1"/>
            </a:p>
          </p:txBody>
        </p:sp>
        <p:sp>
          <p:nvSpPr>
            <p:cNvPr id="88099" name="Text Box 39">
              <a:extLst>
                <a:ext uri="{FF2B5EF4-FFF2-40B4-BE49-F238E27FC236}">
                  <a16:creationId xmlns:a16="http://schemas.microsoft.com/office/drawing/2014/main" id="{27930F50-FD25-B975-B8EC-60B682AAE480}"/>
                </a:ext>
              </a:extLst>
            </p:cNvPr>
            <p:cNvSpPr txBox="1">
              <a:spLocks noChangeAspect="1" noChangeArrowheads="1"/>
            </p:cNvSpPr>
            <p:nvPr/>
          </p:nvSpPr>
          <p:spPr bwMode="auto">
            <a:xfrm>
              <a:off x="888" y="3352"/>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7</a:t>
              </a:r>
              <a:endParaRPr lang="en-US" altLang="zh-CN" b="1"/>
            </a:p>
          </p:txBody>
        </p:sp>
        <p:sp>
          <p:nvSpPr>
            <p:cNvPr id="88100" name="Text Box 40">
              <a:extLst>
                <a:ext uri="{FF2B5EF4-FFF2-40B4-BE49-F238E27FC236}">
                  <a16:creationId xmlns:a16="http://schemas.microsoft.com/office/drawing/2014/main" id="{0D897B4F-5F81-3F9E-1E38-9ADBEDE0BF54}"/>
                </a:ext>
              </a:extLst>
            </p:cNvPr>
            <p:cNvSpPr txBox="1">
              <a:spLocks noChangeAspect="1" noChangeArrowheads="1"/>
            </p:cNvSpPr>
            <p:nvPr/>
          </p:nvSpPr>
          <p:spPr bwMode="auto">
            <a:xfrm>
              <a:off x="2081" y="3382"/>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14</a:t>
              </a:r>
              <a:endParaRPr lang="en-US" altLang="zh-CN" b="1"/>
            </a:p>
          </p:txBody>
        </p:sp>
        <p:sp>
          <p:nvSpPr>
            <p:cNvPr id="88101" name="Text Box 41">
              <a:extLst>
                <a:ext uri="{FF2B5EF4-FFF2-40B4-BE49-F238E27FC236}">
                  <a16:creationId xmlns:a16="http://schemas.microsoft.com/office/drawing/2014/main" id="{3C319FB7-56B8-277E-24B5-A8A509397AE3}"/>
                </a:ext>
              </a:extLst>
            </p:cNvPr>
            <p:cNvSpPr txBox="1">
              <a:spLocks noChangeAspect="1" noChangeArrowheads="1"/>
            </p:cNvSpPr>
            <p:nvPr/>
          </p:nvSpPr>
          <p:spPr bwMode="auto">
            <a:xfrm>
              <a:off x="2770" y="2227"/>
              <a:ext cx="2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12</a:t>
              </a:r>
              <a:endParaRPr lang="en-US" altLang="zh-CN" b="1"/>
            </a:p>
          </p:txBody>
        </p:sp>
        <p:sp>
          <p:nvSpPr>
            <p:cNvPr id="88102" name="Text Box 42">
              <a:extLst>
                <a:ext uri="{FF2B5EF4-FFF2-40B4-BE49-F238E27FC236}">
                  <a16:creationId xmlns:a16="http://schemas.microsoft.com/office/drawing/2014/main" id="{611EA15A-E568-C1E2-1E04-EF89E9EED8C0}"/>
                </a:ext>
              </a:extLst>
            </p:cNvPr>
            <p:cNvSpPr txBox="1">
              <a:spLocks noChangeAspect="1" noChangeArrowheads="1"/>
            </p:cNvSpPr>
            <p:nvPr/>
          </p:nvSpPr>
          <p:spPr bwMode="auto">
            <a:xfrm>
              <a:off x="2177" y="1114"/>
              <a:ext cx="20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8</a:t>
              </a:r>
              <a:endParaRPr lang="en-US" altLang="zh-CN" b="1"/>
            </a:p>
          </p:txBody>
        </p:sp>
        <p:sp>
          <p:nvSpPr>
            <p:cNvPr id="88103" name="Text Box 43">
              <a:extLst>
                <a:ext uri="{FF2B5EF4-FFF2-40B4-BE49-F238E27FC236}">
                  <a16:creationId xmlns:a16="http://schemas.microsoft.com/office/drawing/2014/main" id="{091AF6A0-47B0-CC6A-A25E-6FB15B8908A0}"/>
                </a:ext>
              </a:extLst>
            </p:cNvPr>
            <p:cNvSpPr txBox="1">
              <a:spLocks noChangeAspect="1" noChangeArrowheads="1"/>
            </p:cNvSpPr>
            <p:nvPr/>
          </p:nvSpPr>
          <p:spPr bwMode="auto">
            <a:xfrm>
              <a:off x="1561" y="1389"/>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9</a:t>
              </a:r>
              <a:endParaRPr lang="en-US" altLang="zh-CN" b="1"/>
            </a:p>
          </p:txBody>
        </p:sp>
        <p:sp>
          <p:nvSpPr>
            <p:cNvPr id="88104" name="Text Box 44">
              <a:extLst>
                <a:ext uri="{FF2B5EF4-FFF2-40B4-BE49-F238E27FC236}">
                  <a16:creationId xmlns:a16="http://schemas.microsoft.com/office/drawing/2014/main" id="{770E3DD5-A888-3465-4F33-8A35302016B2}"/>
                </a:ext>
              </a:extLst>
            </p:cNvPr>
            <p:cNvSpPr txBox="1">
              <a:spLocks noChangeAspect="1" noChangeArrowheads="1"/>
            </p:cNvSpPr>
            <p:nvPr/>
          </p:nvSpPr>
          <p:spPr bwMode="auto">
            <a:xfrm>
              <a:off x="2148" y="1877"/>
              <a:ext cx="20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4</a:t>
              </a:r>
              <a:endParaRPr lang="en-US" altLang="zh-CN" b="1"/>
            </a:p>
          </p:txBody>
        </p:sp>
        <p:sp>
          <p:nvSpPr>
            <p:cNvPr id="88105" name="Text Box 45">
              <a:extLst>
                <a:ext uri="{FF2B5EF4-FFF2-40B4-BE49-F238E27FC236}">
                  <a16:creationId xmlns:a16="http://schemas.microsoft.com/office/drawing/2014/main" id="{7DA5C355-13C5-926E-5034-14E49D016751}"/>
                </a:ext>
              </a:extLst>
            </p:cNvPr>
            <p:cNvSpPr txBox="1">
              <a:spLocks noChangeAspect="1" noChangeArrowheads="1"/>
            </p:cNvSpPr>
            <p:nvPr/>
          </p:nvSpPr>
          <p:spPr bwMode="auto">
            <a:xfrm>
              <a:off x="1338" y="2227"/>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5</a:t>
              </a:r>
              <a:endParaRPr lang="en-US" altLang="zh-CN" b="1"/>
            </a:p>
          </p:txBody>
        </p:sp>
        <p:sp>
          <p:nvSpPr>
            <p:cNvPr id="88106" name="Text Box 46">
              <a:extLst>
                <a:ext uri="{FF2B5EF4-FFF2-40B4-BE49-F238E27FC236}">
                  <a16:creationId xmlns:a16="http://schemas.microsoft.com/office/drawing/2014/main" id="{8D78EF0B-06E7-BFCF-AB04-9922241E156A}"/>
                </a:ext>
              </a:extLst>
            </p:cNvPr>
            <p:cNvSpPr txBox="1">
              <a:spLocks noChangeAspect="1" noChangeArrowheads="1"/>
            </p:cNvSpPr>
            <p:nvPr/>
          </p:nvSpPr>
          <p:spPr bwMode="auto">
            <a:xfrm>
              <a:off x="1734" y="2227"/>
              <a:ext cx="2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10</a:t>
              </a:r>
              <a:endParaRPr lang="en-US" altLang="zh-CN" b="1"/>
            </a:p>
          </p:txBody>
        </p:sp>
        <p:sp>
          <p:nvSpPr>
            <p:cNvPr id="88107" name="Text Box 47">
              <a:extLst>
                <a:ext uri="{FF2B5EF4-FFF2-40B4-BE49-F238E27FC236}">
                  <a16:creationId xmlns:a16="http://schemas.microsoft.com/office/drawing/2014/main" id="{191BA22D-9432-F25E-356F-467A400FD185}"/>
                </a:ext>
              </a:extLst>
            </p:cNvPr>
            <p:cNvSpPr txBox="1">
              <a:spLocks noChangeAspect="1" noChangeArrowheads="1"/>
            </p:cNvSpPr>
            <p:nvPr/>
          </p:nvSpPr>
          <p:spPr bwMode="auto">
            <a:xfrm>
              <a:off x="839" y="2578"/>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11</a:t>
              </a:r>
              <a:endParaRPr lang="en-US" altLang="zh-CN" b="1"/>
            </a:p>
          </p:txBody>
        </p:sp>
        <p:sp>
          <p:nvSpPr>
            <p:cNvPr id="88108" name="Text Box 48">
              <a:extLst>
                <a:ext uri="{FF2B5EF4-FFF2-40B4-BE49-F238E27FC236}">
                  <a16:creationId xmlns:a16="http://schemas.microsoft.com/office/drawing/2014/main" id="{66111E76-3239-F99F-1CF5-D0C54A1416E9}"/>
                </a:ext>
              </a:extLst>
            </p:cNvPr>
            <p:cNvSpPr txBox="1">
              <a:spLocks noChangeAspect="1" noChangeArrowheads="1"/>
            </p:cNvSpPr>
            <p:nvPr/>
          </p:nvSpPr>
          <p:spPr bwMode="auto">
            <a:xfrm>
              <a:off x="2148" y="2578"/>
              <a:ext cx="32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13</a:t>
              </a:r>
              <a:endParaRPr lang="en-US" altLang="zh-CN" b="1"/>
            </a:p>
          </p:txBody>
        </p:sp>
        <p:sp>
          <p:nvSpPr>
            <p:cNvPr id="88109" name="Text Box 49">
              <a:extLst>
                <a:ext uri="{FF2B5EF4-FFF2-40B4-BE49-F238E27FC236}">
                  <a16:creationId xmlns:a16="http://schemas.microsoft.com/office/drawing/2014/main" id="{AE5A53C9-BDF8-D877-2B39-57B654029469}"/>
                </a:ext>
              </a:extLst>
            </p:cNvPr>
            <p:cNvSpPr txBox="1">
              <a:spLocks noChangeAspect="1" noChangeArrowheads="1"/>
            </p:cNvSpPr>
            <p:nvPr/>
          </p:nvSpPr>
          <p:spPr bwMode="auto">
            <a:xfrm>
              <a:off x="1561" y="2896"/>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6</a:t>
              </a:r>
              <a:endParaRPr lang="en-US" altLang="zh-CN" b="1"/>
            </a:p>
          </p:txBody>
        </p:sp>
        <p:sp>
          <p:nvSpPr>
            <p:cNvPr id="88110" name="Text Box 50">
              <a:extLst>
                <a:ext uri="{FF2B5EF4-FFF2-40B4-BE49-F238E27FC236}">
                  <a16:creationId xmlns:a16="http://schemas.microsoft.com/office/drawing/2014/main" id="{DAC99090-25F6-5ECC-3427-E657EF9B460C}"/>
                </a:ext>
              </a:extLst>
            </p:cNvPr>
            <p:cNvSpPr txBox="1">
              <a:spLocks noChangeAspect="1" noChangeArrowheads="1"/>
            </p:cNvSpPr>
            <p:nvPr/>
          </p:nvSpPr>
          <p:spPr bwMode="auto">
            <a:xfrm>
              <a:off x="1561" y="3797"/>
              <a:ext cx="3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15</a:t>
              </a:r>
              <a:endParaRPr lang="en-US" altLang="zh-CN" b="1"/>
            </a:p>
          </p:txBody>
        </p:sp>
        <p:sp>
          <p:nvSpPr>
            <p:cNvPr id="88111" name="Arc 53">
              <a:extLst>
                <a:ext uri="{FF2B5EF4-FFF2-40B4-BE49-F238E27FC236}">
                  <a16:creationId xmlns:a16="http://schemas.microsoft.com/office/drawing/2014/main" id="{D34C2FF8-13E7-3F83-AFE7-A7F83175243B}"/>
                </a:ext>
              </a:extLst>
            </p:cNvPr>
            <p:cNvSpPr>
              <a:spLocks noChangeAspect="1"/>
            </p:cNvSpPr>
            <p:nvPr/>
          </p:nvSpPr>
          <p:spPr bwMode="auto">
            <a:xfrm flipH="1">
              <a:off x="1308" y="3619"/>
              <a:ext cx="642" cy="270"/>
            </a:xfrm>
            <a:custGeom>
              <a:avLst/>
              <a:gdLst>
                <a:gd name="G0" fmla="+- 21600 0 0"/>
                <a:gd name="G1" fmla="+- 19514 0 0"/>
                <a:gd name="G2" fmla="+- 21600 0 0"/>
                <a:gd name="T0" fmla="*/ 30862 w 43200"/>
                <a:gd name="T1" fmla="*/ 0 h 41114"/>
                <a:gd name="T2" fmla="*/ 10905 w 43200"/>
                <a:gd name="T3" fmla="*/ 748 h 41114"/>
                <a:gd name="T4" fmla="*/ 21600 w 43200"/>
                <a:gd name="T5" fmla="*/ 19514 h 41114"/>
              </a:gdLst>
              <a:ahLst/>
              <a:cxnLst>
                <a:cxn ang="0">
                  <a:pos x="T0" y="T1"/>
                </a:cxn>
                <a:cxn ang="0">
                  <a:pos x="T2" y="T3"/>
                </a:cxn>
                <a:cxn ang="0">
                  <a:pos x="T4" y="T5"/>
                </a:cxn>
              </a:cxnLst>
              <a:rect l="0" t="0" r="r" b="b"/>
              <a:pathLst>
                <a:path w="43200" h="41114" fill="none"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0" y="11753"/>
                    <a:pt x="4162" y="4590"/>
                    <a:pt x="10904" y="747"/>
                  </a:cubicBezTo>
                </a:path>
                <a:path w="43200" h="41114" stroke="0"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0" y="11753"/>
                    <a:pt x="4162" y="4590"/>
                    <a:pt x="10904" y="747"/>
                  </a:cubicBezTo>
                  <a:lnTo>
                    <a:pt x="21600" y="19514"/>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8112" name="Arc 54">
              <a:extLst>
                <a:ext uri="{FF2B5EF4-FFF2-40B4-BE49-F238E27FC236}">
                  <a16:creationId xmlns:a16="http://schemas.microsoft.com/office/drawing/2014/main" id="{E495FC2F-C9CD-A56F-136A-AE979009967F}"/>
                </a:ext>
              </a:extLst>
            </p:cNvPr>
            <p:cNvSpPr>
              <a:spLocks noChangeAspect="1"/>
            </p:cNvSpPr>
            <p:nvPr/>
          </p:nvSpPr>
          <p:spPr bwMode="auto">
            <a:xfrm flipH="1" flipV="1">
              <a:off x="1308" y="902"/>
              <a:ext cx="642" cy="270"/>
            </a:xfrm>
            <a:custGeom>
              <a:avLst/>
              <a:gdLst>
                <a:gd name="G0" fmla="+- 21600 0 0"/>
                <a:gd name="G1" fmla="+- 19514 0 0"/>
                <a:gd name="G2" fmla="+- 21600 0 0"/>
                <a:gd name="T0" fmla="*/ 30862 w 43200"/>
                <a:gd name="T1" fmla="*/ 0 h 41114"/>
                <a:gd name="T2" fmla="*/ 10905 w 43200"/>
                <a:gd name="T3" fmla="*/ 748 h 41114"/>
                <a:gd name="T4" fmla="*/ 21600 w 43200"/>
                <a:gd name="T5" fmla="*/ 19514 h 41114"/>
              </a:gdLst>
              <a:ahLst/>
              <a:cxnLst>
                <a:cxn ang="0">
                  <a:pos x="T0" y="T1"/>
                </a:cxn>
                <a:cxn ang="0">
                  <a:pos x="T2" y="T3"/>
                </a:cxn>
                <a:cxn ang="0">
                  <a:pos x="T4" y="T5"/>
                </a:cxn>
              </a:cxnLst>
              <a:rect l="0" t="0" r="r" b="b"/>
              <a:pathLst>
                <a:path w="43200" h="41114" fill="none"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0" y="11753"/>
                    <a:pt x="4162" y="4590"/>
                    <a:pt x="10904" y="747"/>
                  </a:cubicBezTo>
                </a:path>
                <a:path w="43200" h="41114" stroke="0"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0" y="11753"/>
                    <a:pt x="4162" y="4590"/>
                    <a:pt x="10904" y="747"/>
                  </a:cubicBezTo>
                  <a:lnTo>
                    <a:pt x="21600" y="19514"/>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4" name="Line 22">
            <a:extLst>
              <a:ext uri="{FF2B5EF4-FFF2-40B4-BE49-F238E27FC236}">
                <a16:creationId xmlns:a16="http://schemas.microsoft.com/office/drawing/2014/main" id="{035132E4-A97C-1FA0-077E-CF750FCC564F}"/>
              </a:ext>
            </a:extLst>
          </p:cNvPr>
          <p:cNvSpPr>
            <a:spLocks noChangeAspect="1" noChangeShapeType="1"/>
          </p:cNvSpPr>
          <p:nvPr/>
        </p:nvSpPr>
        <p:spPr bwMode="auto">
          <a:xfrm>
            <a:off x="5711895" y="2873700"/>
            <a:ext cx="0" cy="183600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dirty="0"/>
          </a:p>
        </p:txBody>
      </p:sp>
    </p:spTree>
    <p:extLst>
      <p:ext uri="{BB962C8B-B14F-4D97-AF65-F5344CB8AC3E}">
        <p14:creationId xmlns:p14="http://schemas.microsoft.com/office/powerpoint/2010/main" val="258922334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0" dur="1000" fill="hold"/>
                                        <p:tgtEl>
                                          <p:spTgt spid="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p:cTn id="17" dur="500" decel="50000" fill="hold">
                                          <p:stCondLst>
                                            <p:cond delay="0"/>
                                          </p:stCondLst>
                                        </p:cTn>
                                        <p:tgtEl>
                                          <p:spTgt spid="2">
                                            <p:txEl>
                                              <p:pRg st="0" end="0"/>
                                            </p:txEl>
                                          </p:spTgt>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2">
                                            <p:txEl>
                                              <p:pRg st="0" end="0"/>
                                            </p:txEl>
                                          </p:spTgt>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2">
                                            <p:txEl>
                                              <p:pRg st="0" end="0"/>
                                            </p:txEl>
                                          </p:spTgt>
                                        </p:tgtEl>
                                        <p:attrNameLst>
                                          <p:attrName>ppt_w</p:attrName>
                                        </p:attrNameLst>
                                      </p:cBhvr>
                                      <p:tavLst>
                                        <p:tav tm="0">
                                          <p:val>
                                            <p:strVal val="#ppt_w*.05"/>
                                          </p:val>
                                        </p:tav>
                                        <p:tav tm="100000">
                                          <p:val>
                                            <p:strVal val="#ppt_w"/>
                                          </p:val>
                                        </p:tav>
                                      </p:tavLst>
                                    </p:anim>
                                    <p:anim calcmode="lin" valueType="num">
                                      <p:cBhvr>
                                        <p:cTn id="20" dur="1000" fill="hold"/>
                                        <p:tgtEl>
                                          <p:spTgt spid="2">
                                            <p:txEl>
                                              <p:pRg st="0" end="0"/>
                                            </p:txEl>
                                          </p:spTgt>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2">
                                            <p:txEl>
                                              <p:pRg st="0" end="0"/>
                                            </p:txEl>
                                          </p:spTgt>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2">
                                            <p:txEl>
                                              <p:pRg st="0" end="0"/>
                                            </p:txEl>
                                          </p:spTgt>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2">
                                            <p:txEl>
                                              <p:pRg st="0" end="0"/>
                                            </p:txEl>
                                          </p:spTgt>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2">
                                            <p:txEl>
                                              <p:pRg st="0" end="0"/>
                                            </p:txEl>
                                          </p:spTgt>
                                        </p:tgtEl>
                                      </p:cBhvr>
                                    </p:animEffect>
                                  </p:childTnLst>
                                </p:cTn>
                              </p:par>
                              <p:par>
                                <p:cTn id="25" presetID="25" presetClass="entr" presetSubtype="0" fill="hold" grpId="0"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 calcmode="lin" valueType="num">
                                      <p:cBhvr>
                                        <p:cTn id="27" dur="500" decel="50000" fill="hold">
                                          <p:stCondLst>
                                            <p:cond delay="0"/>
                                          </p:stCondLst>
                                        </p:cTn>
                                        <p:tgtEl>
                                          <p:spTgt spid="2">
                                            <p:txEl>
                                              <p:pRg st="1" end="1"/>
                                            </p:txEl>
                                          </p:spTgt>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2">
                                            <p:txEl>
                                              <p:pRg st="1" end="1"/>
                                            </p:txEl>
                                          </p:spTgt>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2">
                                            <p:txEl>
                                              <p:pRg st="1" end="1"/>
                                            </p:txEl>
                                          </p:spTgt>
                                        </p:tgtEl>
                                        <p:attrNameLst>
                                          <p:attrName>ppt_w</p:attrName>
                                        </p:attrNameLst>
                                      </p:cBhvr>
                                      <p:tavLst>
                                        <p:tav tm="0">
                                          <p:val>
                                            <p:strVal val="#ppt_w*.05"/>
                                          </p:val>
                                        </p:tav>
                                        <p:tav tm="100000">
                                          <p:val>
                                            <p:strVal val="#ppt_w"/>
                                          </p:val>
                                        </p:tav>
                                      </p:tavLst>
                                    </p:anim>
                                    <p:anim calcmode="lin" valueType="num">
                                      <p:cBhvr>
                                        <p:cTn id="30" dur="1000" fill="hold"/>
                                        <p:tgtEl>
                                          <p:spTgt spid="2">
                                            <p:txEl>
                                              <p:pRg st="1" end="1"/>
                                            </p:txEl>
                                          </p:spTgt>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2">
                                            <p:txEl>
                                              <p:pRg st="1" end="1"/>
                                            </p:txEl>
                                          </p:spTgt>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2">
                                            <p:txEl>
                                              <p:pRg st="1" end="1"/>
                                            </p:txEl>
                                          </p:spTgt>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2">
                                            <p:txEl>
                                              <p:pRg st="1" end="1"/>
                                            </p:txEl>
                                          </p:spTgt>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2">
                                            <p:txEl>
                                              <p:pRg st="1" end="1"/>
                                            </p:txEl>
                                          </p:spTgt>
                                        </p:tgtEl>
                                      </p:cBhvr>
                                    </p:animEffect>
                                  </p:childTnLst>
                                </p:cTn>
                              </p:par>
                              <p:par>
                                <p:cTn id="35" presetID="25" presetClass="entr" presetSubtype="0" fill="hold" grpId="0" nodeType="with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 calcmode="lin" valueType="num">
                                      <p:cBhvr>
                                        <p:cTn id="37" dur="500" decel="50000" fill="hold">
                                          <p:stCondLst>
                                            <p:cond delay="0"/>
                                          </p:stCondLst>
                                        </p:cTn>
                                        <p:tgtEl>
                                          <p:spTgt spid="2">
                                            <p:txEl>
                                              <p:pRg st="2" end="2"/>
                                            </p:txEl>
                                          </p:spTgt>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2">
                                            <p:txEl>
                                              <p:pRg st="2" end="2"/>
                                            </p:txEl>
                                          </p:spTgt>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2">
                                            <p:txEl>
                                              <p:pRg st="2" end="2"/>
                                            </p:txEl>
                                          </p:spTgt>
                                        </p:tgtEl>
                                        <p:attrNameLst>
                                          <p:attrName>ppt_w</p:attrName>
                                        </p:attrNameLst>
                                      </p:cBhvr>
                                      <p:tavLst>
                                        <p:tav tm="0">
                                          <p:val>
                                            <p:strVal val="#ppt_w*.05"/>
                                          </p:val>
                                        </p:tav>
                                        <p:tav tm="100000">
                                          <p:val>
                                            <p:strVal val="#ppt_w"/>
                                          </p:val>
                                        </p:tav>
                                      </p:tavLst>
                                    </p:anim>
                                    <p:anim calcmode="lin" valueType="num">
                                      <p:cBhvr>
                                        <p:cTn id="40" dur="1000" fill="hold"/>
                                        <p:tgtEl>
                                          <p:spTgt spid="2">
                                            <p:txEl>
                                              <p:pRg st="2" end="2"/>
                                            </p:txEl>
                                          </p:spTgt>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2">
                                            <p:txEl>
                                              <p:pRg st="2" end="2"/>
                                            </p:txEl>
                                          </p:spTgt>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2">
                                            <p:txEl>
                                              <p:pRg st="2" end="2"/>
                                            </p:txEl>
                                          </p:spTgt>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2">
                                            <p:txEl>
                                              <p:pRg st="2" end="2"/>
                                            </p:txEl>
                                          </p:spTgt>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2">
                                            <p:txEl>
                                              <p:pRg st="2" end="2"/>
                                            </p:txEl>
                                          </p:spTgt>
                                        </p:tgtEl>
                                      </p:cBhvr>
                                    </p:animEffect>
                                  </p:childTnLst>
                                </p:cTn>
                              </p:par>
                              <p:par>
                                <p:cTn id="45" presetID="25" presetClass="entr" presetSubtype="0" fill="hold" grpId="0" nodeType="with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 calcmode="lin" valueType="num">
                                      <p:cBhvr>
                                        <p:cTn id="47" dur="500" decel="50000" fill="hold">
                                          <p:stCondLst>
                                            <p:cond delay="0"/>
                                          </p:stCondLst>
                                        </p:cTn>
                                        <p:tgtEl>
                                          <p:spTgt spid="2">
                                            <p:txEl>
                                              <p:pRg st="3" end="3"/>
                                            </p:txEl>
                                          </p:spTgt>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2">
                                            <p:txEl>
                                              <p:pRg st="3" end="3"/>
                                            </p:txEl>
                                          </p:spTgt>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2">
                                            <p:txEl>
                                              <p:pRg st="3" end="3"/>
                                            </p:txEl>
                                          </p:spTgt>
                                        </p:tgtEl>
                                        <p:attrNameLst>
                                          <p:attrName>ppt_w</p:attrName>
                                        </p:attrNameLst>
                                      </p:cBhvr>
                                      <p:tavLst>
                                        <p:tav tm="0">
                                          <p:val>
                                            <p:strVal val="#ppt_w*.05"/>
                                          </p:val>
                                        </p:tav>
                                        <p:tav tm="100000">
                                          <p:val>
                                            <p:strVal val="#ppt_w"/>
                                          </p:val>
                                        </p:tav>
                                      </p:tavLst>
                                    </p:anim>
                                    <p:anim calcmode="lin" valueType="num">
                                      <p:cBhvr>
                                        <p:cTn id="50" dur="1000" fill="hold"/>
                                        <p:tgtEl>
                                          <p:spTgt spid="2">
                                            <p:txEl>
                                              <p:pRg st="3" end="3"/>
                                            </p:txEl>
                                          </p:spTgt>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2">
                                            <p:txEl>
                                              <p:pRg st="3" end="3"/>
                                            </p:txEl>
                                          </p:spTgt>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2">
                                            <p:txEl>
                                              <p:pRg st="3" end="3"/>
                                            </p:txEl>
                                          </p:spTgt>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2">
                                            <p:txEl>
                                              <p:pRg st="3" end="3"/>
                                            </p:txEl>
                                          </p:spTgt>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2">
                                            <p:txEl>
                                              <p:pRg st="3" end="3"/>
                                            </p:txEl>
                                          </p:spTgt>
                                        </p:tgtEl>
                                      </p:cBhvr>
                                    </p:animEffect>
                                  </p:childTnLst>
                                </p:cTn>
                              </p:par>
                              <p:par>
                                <p:cTn id="55" presetID="25" presetClass="entr" presetSubtype="0" fill="hold" grpId="0" nodeType="withEffect">
                                  <p:stCondLst>
                                    <p:cond delay="0"/>
                                  </p:stCondLst>
                                  <p:childTnLst>
                                    <p:set>
                                      <p:cBhvr>
                                        <p:cTn id="56" dur="1" fill="hold">
                                          <p:stCondLst>
                                            <p:cond delay="0"/>
                                          </p:stCondLst>
                                        </p:cTn>
                                        <p:tgtEl>
                                          <p:spTgt spid="2">
                                            <p:txEl>
                                              <p:pRg st="4" end="4"/>
                                            </p:txEl>
                                          </p:spTgt>
                                        </p:tgtEl>
                                        <p:attrNameLst>
                                          <p:attrName>style.visibility</p:attrName>
                                        </p:attrNameLst>
                                      </p:cBhvr>
                                      <p:to>
                                        <p:strVal val="visible"/>
                                      </p:to>
                                    </p:set>
                                    <p:anim calcmode="lin" valueType="num">
                                      <p:cBhvr>
                                        <p:cTn id="57" dur="500" decel="50000" fill="hold">
                                          <p:stCondLst>
                                            <p:cond delay="0"/>
                                          </p:stCondLst>
                                        </p:cTn>
                                        <p:tgtEl>
                                          <p:spTgt spid="2">
                                            <p:txEl>
                                              <p:pRg st="4" end="4"/>
                                            </p:txEl>
                                          </p:spTgt>
                                        </p:tgtEl>
                                        <p:attrNameLst>
                                          <p:attrName>style.rotation</p:attrName>
                                        </p:attrNameLst>
                                      </p:cBhvr>
                                      <p:tavLst>
                                        <p:tav tm="0">
                                          <p:val>
                                            <p:fltVal val="-90"/>
                                          </p:val>
                                        </p:tav>
                                        <p:tav tm="100000">
                                          <p:val>
                                            <p:fltVal val="0"/>
                                          </p:val>
                                        </p:tav>
                                      </p:tavLst>
                                    </p:anim>
                                    <p:anim calcmode="lin" valueType="num">
                                      <p:cBhvr>
                                        <p:cTn id="58" dur="500" decel="50000" fill="hold">
                                          <p:stCondLst>
                                            <p:cond delay="0"/>
                                          </p:stCondLst>
                                        </p:cTn>
                                        <p:tgtEl>
                                          <p:spTgt spid="2">
                                            <p:txEl>
                                              <p:pRg st="4" end="4"/>
                                            </p:txEl>
                                          </p:spTgt>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2">
                                            <p:txEl>
                                              <p:pRg st="4" end="4"/>
                                            </p:txEl>
                                          </p:spTgt>
                                        </p:tgtEl>
                                        <p:attrNameLst>
                                          <p:attrName>ppt_w</p:attrName>
                                        </p:attrNameLst>
                                      </p:cBhvr>
                                      <p:tavLst>
                                        <p:tav tm="0">
                                          <p:val>
                                            <p:strVal val="#ppt_w*.05"/>
                                          </p:val>
                                        </p:tav>
                                        <p:tav tm="100000">
                                          <p:val>
                                            <p:strVal val="#ppt_w"/>
                                          </p:val>
                                        </p:tav>
                                      </p:tavLst>
                                    </p:anim>
                                    <p:anim calcmode="lin" valueType="num">
                                      <p:cBhvr>
                                        <p:cTn id="60" dur="1000" fill="hold"/>
                                        <p:tgtEl>
                                          <p:spTgt spid="2">
                                            <p:txEl>
                                              <p:pRg st="4" end="4"/>
                                            </p:txEl>
                                          </p:spTgt>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2">
                                            <p:txEl>
                                              <p:pRg st="4" end="4"/>
                                            </p:txEl>
                                          </p:spTgt>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2">
                                            <p:txEl>
                                              <p:pRg st="4" end="4"/>
                                            </p:txEl>
                                          </p:spTgt>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2">
                                            <p:txEl>
                                              <p:pRg st="4" end="4"/>
                                            </p:txEl>
                                          </p:spTgt>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2">
                                            <p:txEl>
                                              <p:pRg st="4" end="4"/>
                                            </p:txEl>
                                          </p:spTgt>
                                        </p:tgtEl>
                                      </p:cBhvr>
                                    </p:animEffect>
                                  </p:childTnLst>
                                </p:cTn>
                              </p:par>
                              <p:par>
                                <p:cTn id="65" presetID="25" presetClass="entr" presetSubtype="0" fill="hold" grpId="0" nodeType="withEffect">
                                  <p:stCondLst>
                                    <p:cond delay="0"/>
                                  </p:stCondLst>
                                  <p:childTnLst>
                                    <p:set>
                                      <p:cBhvr>
                                        <p:cTn id="66" dur="1" fill="hold">
                                          <p:stCondLst>
                                            <p:cond delay="0"/>
                                          </p:stCondLst>
                                        </p:cTn>
                                        <p:tgtEl>
                                          <p:spTgt spid="2">
                                            <p:txEl>
                                              <p:pRg st="5" end="5"/>
                                            </p:txEl>
                                          </p:spTgt>
                                        </p:tgtEl>
                                        <p:attrNameLst>
                                          <p:attrName>style.visibility</p:attrName>
                                        </p:attrNameLst>
                                      </p:cBhvr>
                                      <p:to>
                                        <p:strVal val="visible"/>
                                      </p:to>
                                    </p:set>
                                    <p:anim calcmode="lin" valueType="num">
                                      <p:cBhvr>
                                        <p:cTn id="67" dur="500" decel="50000" fill="hold">
                                          <p:stCondLst>
                                            <p:cond delay="0"/>
                                          </p:stCondLst>
                                        </p:cTn>
                                        <p:tgtEl>
                                          <p:spTgt spid="2">
                                            <p:txEl>
                                              <p:pRg st="5" end="5"/>
                                            </p:txEl>
                                          </p:spTgt>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2">
                                            <p:txEl>
                                              <p:pRg st="5" end="5"/>
                                            </p:txEl>
                                          </p:spTgt>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2">
                                            <p:txEl>
                                              <p:pRg st="5" end="5"/>
                                            </p:txEl>
                                          </p:spTgt>
                                        </p:tgtEl>
                                        <p:attrNameLst>
                                          <p:attrName>ppt_w</p:attrName>
                                        </p:attrNameLst>
                                      </p:cBhvr>
                                      <p:tavLst>
                                        <p:tav tm="0">
                                          <p:val>
                                            <p:strVal val="#ppt_w*.05"/>
                                          </p:val>
                                        </p:tav>
                                        <p:tav tm="100000">
                                          <p:val>
                                            <p:strVal val="#ppt_w"/>
                                          </p:val>
                                        </p:tav>
                                      </p:tavLst>
                                    </p:anim>
                                    <p:anim calcmode="lin" valueType="num">
                                      <p:cBhvr>
                                        <p:cTn id="70" dur="1000" fill="hold"/>
                                        <p:tgtEl>
                                          <p:spTgt spid="2">
                                            <p:txEl>
                                              <p:pRg st="5" end="5"/>
                                            </p:txEl>
                                          </p:spTgt>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2">
                                            <p:txEl>
                                              <p:pRg st="5" end="5"/>
                                            </p:txEl>
                                          </p:spTgt>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2">
                                            <p:txEl>
                                              <p:pRg st="5" end="5"/>
                                            </p:txEl>
                                          </p:spTgt>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2">
                                            <p:txEl>
                                              <p:pRg st="5" end="5"/>
                                            </p:txEl>
                                          </p:spTgt>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2">
                                            <p:txEl>
                                              <p:pRg st="5" end="5"/>
                                            </p:txEl>
                                          </p:spTgt>
                                        </p:tgtEl>
                                      </p:cBhvr>
                                    </p:animEffect>
                                  </p:childTnLst>
                                </p:cTn>
                              </p:par>
                              <p:par>
                                <p:cTn id="75" presetID="25" presetClass="entr" presetSubtype="0" fill="hold" grpId="0" nodeType="withEffect">
                                  <p:stCondLst>
                                    <p:cond delay="0"/>
                                  </p:stCondLst>
                                  <p:childTnLst>
                                    <p:set>
                                      <p:cBhvr>
                                        <p:cTn id="76" dur="1" fill="hold">
                                          <p:stCondLst>
                                            <p:cond delay="0"/>
                                          </p:stCondLst>
                                        </p:cTn>
                                        <p:tgtEl>
                                          <p:spTgt spid="2">
                                            <p:txEl>
                                              <p:pRg st="6" end="6"/>
                                            </p:txEl>
                                          </p:spTgt>
                                        </p:tgtEl>
                                        <p:attrNameLst>
                                          <p:attrName>style.visibility</p:attrName>
                                        </p:attrNameLst>
                                      </p:cBhvr>
                                      <p:to>
                                        <p:strVal val="visible"/>
                                      </p:to>
                                    </p:set>
                                    <p:anim calcmode="lin" valueType="num">
                                      <p:cBhvr>
                                        <p:cTn id="77" dur="500" decel="50000" fill="hold">
                                          <p:stCondLst>
                                            <p:cond delay="0"/>
                                          </p:stCondLst>
                                        </p:cTn>
                                        <p:tgtEl>
                                          <p:spTgt spid="2">
                                            <p:txEl>
                                              <p:pRg st="6" end="6"/>
                                            </p:txEl>
                                          </p:spTgt>
                                        </p:tgtEl>
                                        <p:attrNameLst>
                                          <p:attrName>style.rotation</p:attrName>
                                        </p:attrNameLst>
                                      </p:cBhvr>
                                      <p:tavLst>
                                        <p:tav tm="0">
                                          <p:val>
                                            <p:fltVal val="-90"/>
                                          </p:val>
                                        </p:tav>
                                        <p:tav tm="100000">
                                          <p:val>
                                            <p:fltVal val="0"/>
                                          </p:val>
                                        </p:tav>
                                      </p:tavLst>
                                    </p:anim>
                                    <p:anim calcmode="lin" valueType="num">
                                      <p:cBhvr>
                                        <p:cTn id="78" dur="500" decel="50000" fill="hold">
                                          <p:stCondLst>
                                            <p:cond delay="0"/>
                                          </p:stCondLst>
                                        </p:cTn>
                                        <p:tgtEl>
                                          <p:spTgt spid="2">
                                            <p:txEl>
                                              <p:pRg st="6" end="6"/>
                                            </p:txEl>
                                          </p:spTgt>
                                        </p:tgtEl>
                                        <p:attrNameLst>
                                          <p:attrName>ppt_w</p:attrName>
                                        </p:attrNameLst>
                                      </p:cBhvr>
                                      <p:tavLst>
                                        <p:tav tm="0">
                                          <p:val>
                                            <p:strVal val="#ppt_w"/>
                                          </p:val>
                                        </p:tav>
                                        <p:tav tm="100000">
                                          <p:val>
                                            <p:strVal val="#ppt_w*.05"/>
                                          </p:val>
                                        </p:tav>
                                      </p:tavLst>
                                    </p:anim>
                                    <p:anim calcmode="lin" valueType="num">
                                      <p:cBhvr>
                                        <p:cTn id="79" dur="500" accel="50000" fill="hold">
                                          <p:stCondLst>
                                            <p:cond delay="500"/>
                                          </p:stCondLst>
                                        </p:cTn>
                                        <p:tgtEl>
                                          <p:spTgt spid="2">
                                            <p:txEl>
                                              <p:pRg st="6" end="6"/>
                                            </p:txEl>
                                          </p:spTgt>
                                        </p:tgtEl>
                                        <p:attrNameLst>
                                          <p:attrName>ppt_w</p:attrName>
                                        </p:attrNameLst>
                                      </p:cBhvr>
                                      <p:tavLst>
                                        <p:tav tm="0">
                                          <p:val>
                                            <p:strVal val="#ppt_w*.05"/>
                                          </p:val>
                                        </p:tav>
                                        <p:tav tm="100000">
                                          <p:val>
                                            <p:strVal val="#ppt_w"/>
                                          </p:val>
                                        </p:tav>
                                      </p:tavLst>
                                    </p:anim>
                                    <p:anim calcmode="lin" valueType="num">
                                      <p:cBhvr>
                                        <p:cTn id="80" dur="1000" fill="hold"/>
                                        <p:tgtEl>
                                          <p:spTgt spid="2">
                                            <p:txEl>
                                              <p:pRg st="6" end="6"/>
                                            </p:txEl>
                                          </p:spTgt>
                                        </p:tgtEl>
                                        <p:attrNameLst>
                                          <p:attrName>ppt_h</p:attrName>
                                        </p:attrNameLst>
                                      </p:cBhvr>
                                      <p:tavLst>
                                        <p:tav tm="0">
                                          <p:val>
                                            <p:strVal val="#ppt_h"/>
                                          </p:val>
                                        </p:tav>
                                        <p:tav tm="100000">
                                          <p:val>
                                            <p:strVal val="#ppt_h"/>
                                          </p:val>
                                        </p:tav>
                                      </p:tavLst>
                                    </p:anim>
                                    <p:anim calcmode="lin" valueType="num">
                                      <p:cBhvr>
                                        <p:cTn id="81" dur="500" decel="50000" fill="hold">
                                          <p:stCondLst>
                                            <p:cond delay="0"/>
                                          </p:stCondLst>
                                        </p:cTn>
                                        <p:tgtEl>
                                          <p:spTgt spid="2">
                                            <p:txEl>
                                              <p:pRg st="6" end="6"/>
                                            </p:txEl>
                                          </p:spTgt>
                                        </p:tgtEl>
                                        <p:attrNameLst>
                                          <p:attrName>ppt_x</p:attrName>
                                        </p:attrNameLst>
                                      </p:cBhvr>
                                      <p:tavLst>
                                        <p:tav tm="0">
                                          <p:val>
                                            <p:strVal val="#ppt_x+.4"/>
                                          </p:val>
                                        </p:tav>
                                        <p:tav tm="100000">
                                          <p:val>
                                            <p:strVal val="#ppt_x"/>
                                          </p:val>
                                        </p:tav>
                                      </p:tavLst>
                                    </p:anim>
                                    <p:anim calcmode="lin" valueType="num">
                                      <p:cBhvr>
                                        <p:cTn id="82" dur="500" decel="50000" fill="hold">
                                          <p:stCondLst>
                                            <p:cond delay="0"/>
                                          </p:stCondLst>
                                        </p:cTn>
                                        <p:tgtEl>
                                          <p:spTgt spid="2">
                                            <p:txEl>
                                              <p:pRg st="6" end="6"/>
                                            </p:txEl>
                                          </p:spTgt>
                                        </p:tgtEl>
                                        <p:attrNameLst>
                                          <p:attrName>ppt_y</p:attrName>
                                        </p:attrNameLst>
                                      </p:cBhvr>
                                      <p:tavLst>
                                        <p:tav tm="0">
                                          <p:val>
                                            <p:strVal val="#ppt_y-.2"/>
                                          </p:val>
                                        </p:tav>
                                        <p:tav tm="100000">
                                          <p:val>
                                            <p:strVal val="#ppt_y+.1"/>
                                          </p:val>
                                        </p:tav>
                                      </p:tavLst>
                                    </p:anim>
                                    <p:anim calcmode="lin" valueType="num">
                                      <p:cBhvr>
                                        <p:cTn id="83" dur="500" accel="50000" fill="hold">
                                          <p:stCondLst>
                                            <p:cond delay="500"/>
                                          </p:stCondLst>
                                        </p:cTn>
                                        <p:tgtEl>
                                          <p:spTgt spid="2">
                                            <p:txEl>
                                              <p:pRg st="6" end="6"/>
                                            </p:txEl>
                                          </p:spTgt>
                                        </p:tgtEl>
                                        <p:attrNameLst>
                                          <p:attrName>ppt_y</p:attrName>
                                        </p:attrNameLst>
                                      </p:cBhvr>
                                      <p:tavLst>
                                        <p:tav tm="0">
                                          <p:val>
                                            <p:strVal val="#ppt_y+.1"/>
                                          </p:val>
                                        </p:tav>
                                        <p:tav tm="100000">
                                          <p:val>
                                            <p:strVal val="#ppt_y"/>
                                          </p:val>
                                        </p:tav>
                                      </p:tavLst>
                                    </p:anim>
                                    <p:animEffect transition="in" filter="fade">
                                      <p:cBhvr>
                                        <p:cTn id="84" dur="1000" decel="50000">
                                          <p:stCondLst>
                                            <p:cond delay="0"/>
                                          </p:stCondLst>
                                        </p:cTn>
                                        <p:tgtEl>
                                          <p:spTgt spid="2">
                                            <p:txEl>
                                              <p:pRg st="6" end="6"/>
                                            </p:txEl>
                                          </p:spTgt>
                                        </p:tgtEl>
                                      </p:cBhvr>
                                    </p:animEffect>
                                  </p:childTnLst>
                                </p:cTn>
                              </p:par>
                              <p:par>
                                <p:cTn id="85" presetID="25" presetClass="entr" presetSubtype="0" fill="hold" grpId="0" nodeType="withEffect">
                                  <p:stCondLst>
                                    <p:cond delay="0"/>
                                  </p:stCondLst>
                                  <p:childTnLst>
                                    <p:set>
                                      <p:cBhvr>
                                        <p:cTn id="86" dur="1" fill="hold">
                                          <p:stCondLst>
                                            <p:cond delay="0"/>
                                          </p:stCondLst>
                                        </p:cTn>
                                        <p:tgtEl>
                                          <p:spTgt spid="2">
                                            <p:txEl>
                                              <p:pRg st="7" end="7"/>
                                            </p:txEl>
                                          </p:spTgt>
                                        </p:tgtEl>
                                        <p:attrNameLst>
                                          <p:attrName>style.visibility</p:attrName>
                                        </p:attrNameLst>
                                      </p:cBhvr>
                                      <p:to>
                                        <p:strVal val="visible"/>
                                      </p:to>
                                    </p:set>
                                    <p:anim calcmode="lin" valueType="num">
                                      <p:cBhvr>
                                        <p:cTn id="87" dur="500" decel="50000" fill="hold">
                                          <p:stCondLst>
                                            <p:cond delay="0"/>
                                          </p:stCondLst>
                                        </p:cTn>
                                        <p:tgtEl>
                                          <p:spTgt spid="2">
                                            <p:txEl>
                                              <p:pRg st="7" end="7"/>
                                            </p:txEl>
                                          </p:spTgt>
                                        </p:tgtEl>
                                        <p:attrNameLst>
                                          <p:attrName>style.rotation</p:attrName>
                                        </p:attrNameLst>
                                      </p:cBhvr>
                                      <p:tavLst>
                                        <p:tav tm="0">
                                          <p:val>
                                            <p:fltVal val="-90"/>
                                          </p:val>
                                        </p:tav>
                                        <p:tav tm="100000">
                                          <p:val>
                                            <p:fltVal val="0"/>
                                          </p:val>
                                        </p:tav>
                                      </p:tavLst>
                                    </p:anim>
                                    <p:anim calcmode="lin" valueType="num">
                                      <p:cBhvr>
                                        <p:cTn id="88" dur="500" decel="50000" fill="hold">
                                          <p:stCondLst>
                                            <p:cond delay="0"/>
                                          </p:stCondLst>
                                        </p:cTn>
                                        <p:tgtEl>
                                          <p:spTgt spid="2">
                                            <p:txEl>
                                              <p:pRg st="7" end="7"/>
                                            </p:txEl>
                                          </p:spTgt>
                                        </p:tgtEl>
                                        <p:attrNameLst>
                                          <p:attrName>ppt_w</p:attrName>
                                        </p:attrNameLst>
                                      </p:cBhvr>
                                      <p:tavLst>
                                        <p:tav tm="0">
                                          <p:val>
                                            <p:strVal val="#ppt_w"/>
                                          </p:val>
                                        </p:tav>
                                        <p:tav tm="100000">
                                          <p:val>
                                            <p:strVal val="#ppt_w*.05"/>
                                          </p:val>
                                        </p:tav>
                                      </p:tavLst>
                                    </p:anim>
                                    <p:anim calcmode="lin" valueType="num">
                                      <p:cBhvr>
                                        <p:cTn id="89" dur="500" accel="50000" fill="hold">
                                          <p:stCondLst>
                                            <p:cond delay="500"/>
                                          </p:stCondLst>
                                        </p:cTn>
                                        <p:tgtEl>
                                          <p:spTgt spid="2">
                                            <p:txEl>
                                              <p:pRg st="7" end="7"/>
                                            </p:txEl>
                                          </p:spTgt>
                                        </p:tgtEl>
                                        <p:attrNameLst>
                                          <p:attrName>ppt_w</p:attrName>
                                        </p:attrNameLst>
                                      </p:cBhvr>
                                      <p:tavLst>
                                        <p:tav tm="0">
                                          <p:val>
                                            <p:strVal val="#ppt_w*.05"/>
                                          </p:val>
                                        </p:tav>
                                        <p:tav tm="100000">
                                          <p:val>
                                            <p:strVal val="#ppt_w"/>
                                          </p:val>
                                        </p:tav>
                                      </p:tavLst>
                                    </p:anim>
                                    <p:anim calcmode="lin" valueType="num">
                                      <p:cBhvr>
                                        <p:cTn id="90" dur="1000" fill="hold"/>
                                        <p:tgtEl>
                                          <p:spTgt spid="2">
                                            <p:txEl>
                                              <p:pRg st="7" end="7"/>
                                            </p:txEl>
                                          </p:spTgt>
                                        </p:tgtEl>
                                        <p:attrNameLst>
                                          <p:attrName>ppt_h</p:attrName>
                                        </p:attrNameLst>
                                      </p:cBhvr>
                                      <p:tavLst>
                                        <p:tav tm="0">
                                          <p:val>
                                            <p:strVal val="#ppt_h"/>
                                          </p:val>
                                        </p:tav>
                                        <p:tav tm="100000">
                                          <p:val>
                                            <p:strVal val="#ppt_h"/>
                                          </p:val>
                                        </p:tav>
                                      </p:tavLst>
                                    </p:anim>
                                    <p:anim calcmode="lin" valueType="num">
                                      <p:cBhvr>
                                        <p:cTn id="91" dur="500" decel="50000" fill="hold">
                                          <p:stCondLst>
                                            <p:cond delay="0"/>
                                          </p:stCondLst>
                                        </p:cTn>
                                        <p:tgtEl>
                                          <p:spTgt spid="2">
                                            <p:txEl>
                                              <p:pRg st="7" end="7"/>
                                            </p:txEl>
                                          </p:spTgt>
                                        </p:tgtEl>
                                        <p:attrNameLst>
                                          <p:attrName>ppt_x</p:attrName>
                                        </p:attrNameLst>
                                      </p:cBhvr>
                                      <p:tavLst>
                                        <p:tav tm="0">
                                          <p:val>
                                            <p:strVal val="#ppt_x+.4"/>
                                          </p:val>
                                        </p:tav>
                                        <p:tav tm="100000">
                                          <p:val>
                                            <p:strVal val="#ppt_x"/>
                                          </p:val>
                                        </p:tav>
                                      </p:tavLst>
                                    </p:anim>
                                    <p:anim calcmode="lin" valueType="num">
                                      <p:cBhvr>
                                        <p:cTn id="92" dur="500" decel="50000" fill="hold">
                                          <p:stCondLst>
                                            <p:cond delay="0"/>
                                          </p:stCondLst>
                                        </p:cTn>
                                        <p:tgtEl>
                                          <p:spTgt spid="2">
                                            <p:txEl>
                                              <p:pRg st="7" end="7"/>
                                            </p:txEl>
                                          </p:spTgt>
                                        </p:tgtEl>
                                        <p:attrNameLst>
                                          <p:attrName>ppt_y</p:attrName>
                                        </p:attrNameLst>
                                      </p:cBhvr>
                                      <p:tavLst>
                                        <p:tav tm="0">
                                          <p:val>
                                            <p:strVal val="#ppt_y-.2"/>
                                          </p:val>
                                        </p:tav>
                                        <p:tav tm="100000">
                                          <p:val>
                                            <p:strVal val="#ppt_y+.1"/>
                                          </p:val>
                                        </p:tav>
                                      </p:tavLst>
                                    </p:anim>
                                    <p:anim calcmode="lin" valueType="num">
                                      <p:cBhvr>
                                        <p:cTn id="93" dur="500" accel="50000" fill="hold">
                                          <p:stCondLst>
                                            <p:cond delay="500"/>
                                          </p:stCondLst>
                                        </p:cTn>
                                        <p:tgtEl>
                                          <p:spTgt spid="2">
                                            <p:txEl>
                                              <p:pRg st="7" end="7"/>
                                            </p:txEl>
                                          </p:spTgt>
                                        </p:tgtEl>
                                        <p:attrNameLst>
                                          <p:attrName>ppt_y</p:attrName>
                                        </p:attrNameLst>
                                      </p:cBhvr>
                                      <p:tavLst>
                                        <p:tav tm="0">
                                          <p:val>
                                            <p:strVal val="#ppt_y+.1"/>
                                          </p:val>
                                        </p:tav>
                                        <p:tav tm="100000">
                                          <p:val>
                                            <p:strVal val="#ppt_y"/>
                                          </p:val>
                                        </p:tav>
                                      </p:tavLst>
                                    </p:anim>
                                    <p:animEffect transition="in" filter="fade">
                                      <p:cBhvr>
                                        <p:cTn id="94" dur="1000" decel="50000">
                                          <p:stCondLst>
                                            <p:cond delay="0"/>
                                          </p:stCondLst>
                                        </p:cTn>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9" name="Rectangle 3">
            <a:extLst>
              <a:ext uri="{FF2B5EF4-FFF2-40B4-BE49-F238E27FC236}">
                <a16:creationId xmlns:a16="http://schemas.microsoft.com/office/drawing/2014/main" id="{C2A2A276-4E96-4F88-B76F-F2BF25922F8A}"/>
              </a:ext>
            </a:extLst>
          </p:cNvPr>
          <p:cNvSpPr txBox="1">
            <a:spLocks noChangeArrowheads="1"/>
          </p:cNvSpPr>
          <p:nvPr/>
        </p:nvSpPr>
        <p:spPr bwMode="auto">
          <a:xfrm>
            <a:off x="851694" y="4515288"/>
            <a:ext cx="10453527" cy="2263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990000"/>
                </a:solidFill>
                <a:effectLst/>
                <a:uLnTx/>
                <a:uFillTx/>
                <a:latin typeface="黑体" panose="02010609060101010101" pitchFamily="49" charset="-122"/>
                <a:ea typeface="黑体" panose="02010609060101010101" pitchFamily="49" charset="-122"/>
                <a:cs typeface="+mn-cs"/>
              </a:rPr>
              <a:t>定义</a:t>
            </a:r>
            <a:r>
              <a:rPr kumimoji="1" lang="en-US" altLang="zh-CN" sz="2400" b="1" i="0" u="none" strike="noStrike" kern="1200" cap="none" spc="0" normalizeH="0" baseline="0" noProof="0" dirty="0">
                <a:ln>
                  <a:noFill/>
                </a:ln>
                <a:solidFill>
                  <a:srgbClr val="003399"/>
                </a:solidFill>
                <a:effectLst/>
                <a:uLnTx/>
                <a:uFillTx/>
                <a:latin typeface="Comic Sans MS"/>
                <a:ea typeface="宋体"/>
                <a:cs typeface="+mn-cs"/>
              </a:rPr>
              <a:t> </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给定图</a:t>
            </a:r>
            <a:r>
              <a:rPr kumimoji="1" lang="en-US" altLang="zh-CN" sz="2400" b="1"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G</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，若存在一个环经过图中的每一个</a:t>
            </a:r>
            <a:r>
              <a:rPr kumimoji="1" lang="zh-CN" altLang="en-US" sz="2400" b="1" i="0" u="sng" strike="noStrike" kern="1200" cap="none" spc="0" normalizeH="0" baseline="0" noProof="0" dirty="0">
                <a:ln>
                  <a:noFill/>
                </a:ln>
                <a:solidFill>
                  <a:srgbClr val="FF3300"/>
                </a:solidFill>
                <a:effectLst>
                  <a:outerShdw blurRad="38100" dist="38100" dir="2700000" algn="tl">
                    <a:srgbClr val="C0C0C0"/>
                  </a:outerShdw>
                </a:effectLst>
                <a:uLnTx/>
                <a:uFillTx/>
                <a:latin typeface="宋体" panose="02010600030101010101" pitchFamily="2" charset="-122"/>
                <a:ea typeface="宋体"/>
                <a:cs typeface="+mn-cs"/>
              </a:rPr>
              <a:t>结点</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恰好一次， 这个环称作</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哈密尔顿环（</a:t>
            </a:r>
            <a:r>
              <a:rPr kumimoji="1" lang="en-US" altLang="zh-CN"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H-</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环），</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具有哈密尔顿环的图称为</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哈密尔顿图（</a:t>
            </a:r>
            <a:r>
              <a:rPr kumimoji="1" lang="en-US" altLang="zh-CN"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H-</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图）。</a:t>
            </a:r>
          </a:p>
          <a:p>
            <a:pPr marL="0" marR="0" lvl="0" indent="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若存在一条路，经过图中的每一个结点恰好一次，这条路称作</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哈密尔顿路</a:t>
            </a:r>
            <a:r>
              <a:rPr kumimoji="1" lang="en-US" altLang="zh-CN"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(H-</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mn-cs"/>
              </a:rPr>
              <a:t>路），</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Times New Roman" panose="02020603050405020304" pitchFamily="18" charset="0"/>
              </a:rPr>
              <a:t>具有哈密尔顿路的图称为</a:t>
            </a:r>
            <a:r>
              <a:rPr kumimoji="1" lang="zh-CN" altLang="en-US" sz="2400" b="1" i="0" u="none" strike="noStrike" kern="1200" cap="none" spc="0" normalizeH="0" baseline="0" noProof="0" dirty="0">
                <a:ln>
                  <a:noFill/>
                </a:ln>
                <a:solidFill>
                  <a:srgbClr val="6600FF"/>
                </a:solidFill>
                <a:effectLst/>
                <a:uLnTx/>
                <a:uFillTx/>
                <a:latin typeface="宋体" panose="02010600030101010101" pitchFamily="2" charset="-122"/>
                <a:ea typeface="宋体"/>
                <a:cs typeface="Times New Roman" panose="02020603050405020304" pitchFamily="18" charset="0"/>
              </a:rPr>
              <a:t>半哈密尔顿图</a:t>
            </a:r>
            <a:r>
              <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a:cs typeface="+mn-cs"/>
              </a:rPr>
              <a:t>。</a:t>
            </a:r>
          </a:p>
        </p:txBody>
      </p:sp>
      <p:sp>
        <p:nvSpPr>
          <p:cNvPr id="11" name="Rectangle 2">
            <a:extLst>
              <a:ext uri="{FF2B5EF4-FFF2-40B4-BE49-F238E27FC236}">
                <a16:creationId xmlns:a16="http://schemas.microsoft.com/office/drawing/2014/main" id="{6DBB8446-7665-47CA-9881-EB51964AD2A2}"/>
              </a:ext>
            </a:extLst>
          </p:cNvPr>
          <p:cNvSpPr txBox="1">
            <a:spLocks noChangeArrowheads="1"/>
          </p:cNvSpPr>
          <p:nvPr/>
        </p:nvSpPr>
        <p:spPr bwMode="auto">
          <a:xfrm>
            <a:off x="1310137" y="615312"/>
            <a:ext cx="77724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kumimoji="1" sz="3200" b="1" kern="1200">
                <a:solidFill>
                  <a:srgbClr val="990000"/>
                </a:solidFill>
                <a:latin typeface="+mj-lt"/>
                <a:ea typeface="+mj-ea"/>
                <a:cs typeface="+mj-cs"/>
              </a:defRPr>
            </a:lvl1pPr>
            <a:lvl2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2pPr>
            <a:lvl3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3pPr>
            <a:lvl4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4pPr>
            <a:lvl5pPr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5pPr>
            <a:lvl6pPr marL="4572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6pPr>
            <a:lvl7pPr marL="9144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7pPr>
            <a:lvl8pPr marL="13716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8pPr>
            <a:lvl9pPr marL="1828800" algn="l" rtl="0" fontAlgn="base">
              <a:spcBef>
                <a:spcPct val="0"/>
              </a:spcBef>
              <a:spcAft>
                <a:spcPct val="0"/>
              </a:spcAft>
              <a:defRPr kumimoji="1" sz="3200" b="1">
                <a:solidFill>
                  <a:srgbClr val="990000"/>
                </a:solidFill>
                <a:latin typeface="Comic Sans MS" panose="030F0702030302020204" pitchFamily="66" charset="0"/>
                <a:ea typeface="黑体" panose="02010609060101010101" pitchFamily="49" charset="-122"/>
              </a:defRPr>
            </a:lvl9pPr>
          </a:lstStyle>
          <a:p>
            <a:r>
              <a:rPr lang="en-US" altLang="zh-CN" dirty="0">
                <a:latin typeface="黑体" panose="02010609060101010101" pitchFamily="49" charset="-122"/>
              </a:rPr>
              <a:t> </a:t>
            </a:r>
            <a:r>
              <a:rPr lang="zh-CN" altLang="en-US" dirty="0">
                <a:latin typeface="黑体" panose="02010609060101010101" pitchFamily="49" charset="-122"/>
              </a:rPr>
              <a:t>哈密尔顿图</a:t>
            </a:r>
          </a:p>
        </p:txBody>
      </p:sp>
      <p:grpSp>
        <p:nvGrpSpPr>
          <p:cNvPr id="13" name="Group 216">
            <a:extLst>
              <a:ext uri="{FF2B5EF4-FFF2-40B4-BE49-F238E27FC236}">
                <a16:creationId xmlns:a16="http://schemas.microsoft.com/office/drawing/2014/main" id="{0B19F363-2F16-47C8-9365-5B7770B66ACC}"/>
              </a:ext>
            </a:extLst>
          </p:cNvPr>
          <p:cNvGrpSpPr>
            <a:grpSpLocks/>
          </p:cNvGrpSpPr>
          <p:nvPr/>
        </p:nvGrpSpPr>
        <p:grpSpPr bwMode="auto">
          <a:xfrm>
            <a:off x="2430080" y="1574529"/>
            <a:ext cx="2246313" cy="2984500"/>
            <a:chOff x="1104" y="1835"/>
            <a:chExt cx="1415" cy="1880"/>
          </a:xfrm>
        </p:grpSpPr>
        <p:grpSp>
          <p:nvGrpSpPr>
            <p:cNvPr id="68" name="Group 215">
              <a:extLst>
                <a:ext uri="{FF2B5EF4-FFF2-40B4-BE49-F238E27FC236}">
                  <a16:creationId xmlns:a16="http://schemas.microsoft.com/office/drawing/2014/main" id="{2E2CC6B4-A7AF-41B0-BBBC-0EE79A3787EA}"/>
                </a:ext>
              </a:extLst>
            </p:cNvPr>
            <p:cNvGrpSpPr>
              <a:grpSpLocks/>
            </p:cNvGrpSpPr>
            <p:nvPr/>
          </p:nvGrpSpPr>
          <p:grpSpPr bwMode="auto">
            <a:xfrm>
              <a:off x="1104" y="1835"/>
              <a:ext cx="1415" cy="1449"/>
              <a:chOff x="1104" y="1835"/>
              <a:chExt cx="1415" cy="1449"/>
            </a:xfrm>
          </p:grpSpPr>
          <p:sp>
            <p:nvSpPr>
              <p:cNvPr id="70" name="Freeform 23">
                <a:extLst>
                  <a:ext uri="{FF2B5EF4-FFF2-40B4-BE49-F238E27FC236}">
                    <a16:creationId xmlns:a16="http://schemas.microsoft.com/office/drawing/2014/main" id="{9221956E-6E68-427F-BE7E-A92469D8D738}"/>
                  </a:ext>
                </a:extLst>
              </p:cNvPr>
              <p:cNvSpPr>
                <a:spLocks/>
              </p:cNvSpPr>
              <p:nvPr/>
            </p:nvSpPr>
            <p:spPr bwMode="auto">
              <a:xfrm rot="1080000">
                <a:off x="1461" y="1835"/>
                <a:ext cx="288" cy="216"/>
              </a:xfrm>
              <a:custGeom>
                <a:avLst/>
                <a:gdLst>
                  <a:gd name="T0" fmla="*/ 288 w 288"/>
                  <a:gd name="T1" fmla="*/ 0 h 216"/>
                  <a:gd name="T2" fmla="*/ 0 w 288"/>
                  <a:gd name="T3" fmla="*/ 216 h 216"/>
                </a:gdLst>
                <a:ahLst/>
                <a:cxnLst>
                  <a:cxn ang="0">
                    <a:pos x="T0" y="T1"/>
                  </a:cxn>
                  <a:cxn ang="0">
                    <a:pos x="T2" y="T3"/>
                  </a:cxn>
                </a:cxnLst>
                <a:rect l="0" t="0" r="r" b="b"/>
                <a:pathLst>
                  <a:path w="288" h="216">
                    <a:moveTo>
                      <a:pt x="288" y="0"/>
                    </a:moveTo>
                    <a:lnTo>
                      <a:pt x="0" y="216"/>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Freeform 24">
                <a:extLst>
                  <a:ext uri="{FF2B5EF4-FFF2-40B4-BE49-F238E27FC236}">
                    <a16:creationId xmlns:a16="http://schemas.microsoft.com/office/drawing/2014/main" id="{7A8D209F-6318-4CC8-86E6-C2AE4F7BAC6A}"/>
                  </a:ext>
                </a:extLst>
              </p:cNvPr>
              <p:cNvSpPr>
                <a:spLocks/>
              </p:cNvSpPr>
              <p:nvPr/>
            </p:nvSpPr>
            <p:spPr bwMode="auto">
              <a:xfrm rot="1080000">
                <a:off x="1232" y="2006"/>
                <a:ext cx="108" cy="345"/>
              </a:xfrm>
              <a:custGeom>
                <a:avLst/>
                <a:gdLst>
                  <a:gd name="T0" fmla="*/ 108 w 108"/>
                  <a:gd name="T1" fmla="*/ 0 h 345"/>
                  <a:gd name="T2" fmla="*/ 0 w 108"/>
                  <a:gd name="T3" fmla="*/ 345 h 345"/>
                </a:gdLst>
                <a:ahLst/>
                <a:cxnLst>
                  <a:cxn ang="0">
                    <a:pos x="T0" y="T1"/>
                  </a:cxn>
                  <a:cxn ang="0">
                    <a:pos x="T2" y="T3"/>
                  </a:cxn>
                </a:cxnLst>
                <a:rect l="0" t="0" r="r" b="b"/>
                <a:pathLst>
                  <a:path w="108" h="345">
                    <a:moveTo>
                      <a:pt x="108" y="0"/>
                    </a:moveTo>
                    <a:lnTo>
                      <a:pt x="0" y="345"/>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Freeform 25">
                <a:extLst>
                  <a:ext uri="{FF2B5EF4-FFF2-40B4-BE49-F238E27FC236}">
                    <a16:creationId xmlns:a16="http://schemas.microsoft.com/office/drawing/2014/main" id="{D74B6322-F62A-48F3-B4D5-784ECB6F0719}"/>
                  </a:ext>
                </a:extLst>
              </p:cNvPr>
              <p:cNvSpPr>
                <a:spLocks/>
              </p:cNvSpPr>
              <p:nvPr/>
            </p:nvSpPr>
            <p:spPr bwMode="auto">
              <a:xfrm rot="1080000">
                <a:off x="1104" y="2379"/>
                <a:ext cx="114" cy="345"/>
              </a:xfrm>
              <a:custGeom>
                <a:avLst/>
                <a:gdLst>
                  <a:gd name="T0" fmla="*/ 0 w 114"/>
                  <a:gd name="T1" fmla="*/ 0 h 345"/>
                  <a:gd name="T2" fmla="*/ 114 w 114"/>
                  <a:gd name="T3" fmla="*/ 345 h 345"/>
                </a:gdLst>
                <a:ahLst/>
                <a:cxnLst>
                  <a:cxn ang="0">
                    <a:pos x="T0" y="T1"/>
                  </a:cxn>
                  <a:cxn ang="0">
                    <a:pos x="T2" y="T3"/>
                  </a:cxn>
                </a:cxnLst>
                <a:rect l="0" t="0" r="r" b="b"/>
                <a:pathLst>
                  <a:path w="114" h="345">
                    <a:moveTo>
                      <a:pt x="0" y="0"/>
                    </a:moveTo>
                    <a:lnTo>
                      <a:pt x="114" y="345"/>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Freeform 26">
                <a:extLst>
                  <a:ext uri="{FF2B5EF4-FFF2-40B4-BE49-F238E27FC236}">
                    <a16:creationId xmlns:a16="http://schemas.microsoft.com/office/drawing/2014/main" id="{B1D02DC9-1540-46C5-9285-AD872CFB9C98}"/>
                  </a:ext>
                </a:extLst>
              </p:cNvPr>
              <p:cNvSpPr>
                <a:spLocks/>
              </p:cNvSpPr>
              <p:nvPr/>
            </p:nvSpPr>
            <p:spPr bwMode="auto">
              <a:xfrm rot="1080000">
                <a:off x="1137" y="2823"/>
                <a:ext cx="300" cy="219"/>
              </a:xfrm>
              <a:custGeom>
                <a:avLst/>
                <a:gdLst>
                  <a:gd name="T0" fmla="*/ 0 w 300"/>
                  <a:gd name="T1" fmla="*/ 0 h 219"/>
                  <a:gd name="T2" fmla="*/ 300 w 300"/>
                  <a:gd name="T3" fmla="*/ 219 h 219"/>
                </a:gdLst>
                <a:ahLst/>
                <a:cxnLst>
                  <a:cxn ang="0">
                    <a:pos x="T0" y="T1"/>
                  </a:cxn>
                  <a:cxn ang="0">
                    <a:pos x="T2" y="T3"/>
                  </a:cxn>
                </a:cxnLst>
                <a:rect l="0" t="0" r="r" b="b"/>
                <a:pathLst>
                  <a:path w="300" h="219">
                    <a:moveTo>
                      <a:pt x="0" y="0"/>
                    </a:moveTo>
                    <a:lnTo>
                      <a:pt x="300" y="219"/>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Freeform 27">
                <a:extLst>
                  <a:ext uri="{FF2B5EF4-FFF2-40B4-BE49-F238E27FC236}">
                    <a16:creationId xmlns:a16="http://schemas.microsoft.com/office/drawing/2014/main" id="{3DE7933A-607F-4902-A70B-B9CE04006526}"/>
                  </a:ext>
                </a:extLst>
              </p:cNvPr>
              <p:cNvSpPr>
                <a:spLocks/>
              </p:cNvSpPr>
              <p:nvPr/>
            </p:nvSpPr>
            <p:spPr bwMode="auto">
              <a:xfrm rot="1080000">
                <a:off x="1423" y="3170"/>
                <a:ext cx="360" cy="3"/>
              </a:xfrm>
              <a:custGeom>
                <a:avLst/>
                <a:gdLst>
                  <a:gd name="T0" fmla="*/ 0 w 360"/>
                  <a:gd name="T1" fmla="*/ 0 h 3"/>
                  <a:gd name="T2" fmla="*/ 360 w 360"/>
                  <a:gd name="T3" fmla="*/ 3 h 3"/>
                </a:gdLst>
                <a:ahLst/>
                <a:cxnLst>
                  <a:cxn ang="0">
                    <a:pos x="T0" y="T1"/>
                  </a:cxn>
                  <a:cxn ang="0">
                    <a:pos x="T2" y="T3"/>
                  </a:cxn>
                </a:cxnLst>
                <a:rect l="0" t="0" r="r" b="b"/>
                <a:pathLst>
                  <a:path w="360" h="3">
                    <a:moveTo>
                      <a:pt x="0" y="0"/>
                    </a:moveTo>
                    <a:lnTo>
                      <a:pt x="360" y="3"/>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Freeform 28">
                <a:extLst>
                  <a:ext uri="{FF2B5EF4-FFF2-40B4-BE49-F238E27FC236}">
                    <a16:creationId xmlns:a16="http://schemas.microsoft.com/office/drawing/2014/main" id="{7D4CF5D4-A63D-400C-831C-B0283F66BEC5}"/>
                  </a:ext>
                </a:extLst>
              </p:cNvPr>
              <p:cNvSpPr>
                <a:spLocks/>
              </p:cNvSpPr>
              <p:nvPr/>
            </p:nvSpPr>
            <p:spPr bwMode="auto">
              <a:xfrm rot="1080000">
                <a:off x="1858" y="3071"/>
                <a:ext cx="303" cy="213"/>
              </a:xfrm>
              <a:custGeom>
                <a:avLst/>
                <a:gdLst>
                  <a:gd name="T0" fmla="*/ 303 w 303"/>
                  <a:gd name="T1" fmla="*/ 0 h 213"/>
                  <a:gd name="T2" fmla="*/ 0 w 303"/>
                  <a:gd name="T3" fmla="*/ 213 h 213"/>
                </a:gdLst>
                <a:ahLst/>
                <a:cxnLst>
                  <a:cxn ang="0">
                    <a:pos x="T0" y="T1"/>
                  </a:cxn>
                  <a:cxn ang="0">
                    <a:pos x="T2" y="T3"/>
                  </a:cxn>
                </a:cxnLst>
                <a:rect l="0" t="0" r="r" b="b"/>
                <a:pathLst>
                  <a:path w="303" h="213">
                    <a:moveTo>
                      <a:pt x="303" y="0"/>
                    </a:moveTo>
                    <a:lnTo>
                      <a:pt x="0" y="213"/>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Freeform 29">
                <a:extLst>
                  <a:ext uri="{FF2B5EF4-FFF2-40B4-BE49-F238E27FC236}">
                    <a16:creationId xmlns:a16="http://schemas.microsoft.com/office/drawing/2014/main" id="{31C5E8B8-8C50-4790-9A50-AA9F5EDBC3A9}"/>
                  </a:ext>
                </a:extLst>
              </p:cNvPr>
              <p:cNvSpPr>
                <a:spLocks/>
              </p:cNvSpPr>
              <p:nvPr/>
            </p:nvSpPr>
            <p:spPr bwMode="auto">
              <a:xfrm rot="1080000">
                <a:off x="2277" y="2764"/>
                <a:ext cx="117" cy="354"/>
              </a:xfrm>
              <a:custGeom>
                <a:avLst/>
                <a:gdLst>
                  <a:gd name="T0" fmla="*/ 117 w 117"/>
                  <a:gd name="T1" fmla="*/ 0 h 354"/>
                  <a:gd name="T2" fmla="*/ 0 w 117"/>
                  <a:gd name="T3" fmla="*/ 354 h 354"/>
                </a:gdLst>
                <a:ahLst/>
                <a:cxnLst>
                  <a:cxn ang="0">
                    <a:pos x="T0" y="T1"/>
                  </a:cxn>
                  <a:cxn ang="0">
                    <a:pos x="T2" y="T3"/>
                  </a:cxn>
                </a:cxnLst>
                <a:rect l="0" t="0" r="r" b="b"/>
                <a:pathLst>
                  <a:path w="117" h="354">
                    <a:moveTo>
                      <a:pt x="117" y="0"/>
                    </a:moveTo>
                    <a:lnTo>
                      <a:pt x="0" y="354"/>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Freeform 30">
                <a:extLst>
                  <a:ext uri="{FF2B5EF4-FFF2-40B4-BE49-F238E27FC236}">
                    <a16:creationId xmlns:a16="http://schemas.microsoft.com/office/drawing/2014/main" id="{B84794A5-F9C7-43AB-913C-FDEE90102785}"/>
                  </a:ext>
                </a:extLst>
              </p:cNvPr>
              <p:cNvSpPr>
                <a:spLocks/>
              </p:cNvSpPr>
              <p:nvPr/>
            </p:nvSpPr>
            <p:spPr bwMode="auto">
              <a:xfrm rot="1080000">
                <a:off x="2405" y="2382"/>
                <a:ext cx="114" cy="354"/>
              </a:xfrm>
              <a:custGeom>
                <a:avLst/>
                <a:gdLst>
                  <a:gd name="T0" fmla="*/ 0 w 114"/>
                  <a:gd name="T1" fmla="*/ 0 h 354"/>
                  <a:gd name="T2" fmla="*/ 114 w 114"/>
                  <a:gd name="T3" fmla="*/ 354 h 354"/>
                </a:gdLst>
                <a:ahLst/>
                <a:cxnLst>
                  <a:cxn ang="0">
                    <a:pos x="T0" y="T1"/>
                  </a:cxn>
                  <a:cxn ang="0">
                    <a:pos x="T2" y="T3"/>
                  </a:cxn>
                </a:cxnLst>
                <a:rect l="0" t="0" r="r" b="b"/>
                <a:pathLst>
                  <a:path w="114" h="354">
                    <a:moveTo>
                      <a:pt x="0" y="0"/>
                    </a:moveTo>
                    <a:lnTo>
                      <a:pt x="114" y="354"/>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Freeform 31">
                <a:extLst>
                  <a:ext uri="{FF2B5EF4-FFF2-40B4-BE49-F238E27FC236}">
                    <a16:creationId xmlns:a16="http://schemas.microsoft.com/office/drawing/2014/main" id="{6A238D4A-163C-4562-8ED0-1CCC246F0A83}"/>
                  </a:ext>
                </a:extLst>
              </p:cNvPr>
              <p:cNvSpPr>
                <a:spLocks/>
              </p:cNvSpPr>
              <p:nvPr/>
            </p:nvSpPr>
            <p:spPr bwMode="auto">
              <a:xfrm rot="1080000">
                <a:off x="2187" y="2064"/>
                <a:ext cx="300" cy="222"/>
              </a:xfrm>
              <a:custGeom>
                <a:avLst/>
                <a:gdLst>
                  <a:gd name="T0" fmla="*/ 0 w 300"/>
                  <a:gd name="T1" fmla="*/ 0 h 222"/>
                  <a:gd name="T2" fmla="*/ 300 w 300"/>
                  <a:gd name="T3" fmla="*/ 222 h 222"/>
                </a:gdLst>
                <a:ahLst/>
                <a:cxnLst>
                  <a:cxn ang="0">
                    <a:pos x="T0" y="T1"/>
                  </a:cxn>
                  <a:cxn ang="0">
                    <a:pos x="T2" y="T3"/>
                  </a:cxn>
                </a:cxnLst>
                <a:rect l="0" t="0" r="r" b="b"/>
                <a:pathLst>
                  <a:path w="300" h="222">
                    <a:moveTo>
                      <a:pt x="0" y="0"/>
                    </a:moveTo>
                    <a:lnTo>
                      <a:pt x="300" y="222"/>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Freeform 32">
                <a:extLst>
                  <a:ext uri="{FF2B5EF4-FFF2-40B4-BE49-F238E27FC236}">
                    <a16:creationId xmlns:a16="http://schemas.microsoft.com/office/drawing/2014/main" id="{A54B4A91-9C07-4630-ADBC-A31A9C3339D4}"/>
                  </a:ext>
                </a:extLst>
              </p:cNvPr>
              <p:cNvSpPr>
                <a:spLocks/>
              </p:cNvSpPr>
              <p:nvPr/>
            </p:nvSpPr>
            <p:spPr bwMode="auto">
              <a:xfrm rot="1080000">
                <a:off x="1817" y="1941"/>
                <a:ext cx="378" cy="1"/>
              </a:xfrm>
              <a:custGeom>
                <a:avLst/>
                <a:gdLst>
                  <a:gd name="T0" fmla="*/ 0 w 378"/>
                  <a:gd name="T1" fmla="*/ 0 h 1"/>
                  <a:gd name="T2" fmla="*/ 378 w 378"/>
                  <a:gd name="T3" fmla="*/ 0 h 1"/>
                </a:gdLst>
                <a:ahLst/>
                <a:cxnLst>
                  <a:cxn ang="0">
                    <a:pos x="T0" y="T1"/>
                  </a:cxn>
                  <a:cxn ang="0">
                    <a:pos x="T2" y="T3"/>
                  </a:cxn>
                </a:cxnLst>
                <a:rect l="0" t="0" r="r" b="b"/>
                <a:pathLst>
                  <a:path w="378" h="1">
                    <a:moveTo>
                      <a:pt x="0" y="0"/>
                    </a:moveTo>
                    <a:lnTo>
                      <a:pt x="378" y="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Oval 33">
                <a:extLst>
                  <a:ext uri="{FF2B5EF4-FFF2-40B4-BE49-F238E27FC236}">
                    <a16:creationId xmlns:a16="http://schemas.microsoft.com/office/drawing/2014/main" id="{B8C6BB2A-732B-454D-9B62-D1BCA622F1A4}"/>
                  </a:ext>
                </a:extLst>
              </p:cNvPr>
              <p:cNvSpPr>
                <a:spLocks noChangeArrowheads="1"/>
              </p:cNvSpPr>
              <p:nvPr/>
            </p:nvSpPr>
            <p:spPr bwMode="auto">
              <a:xfrm rot="1080000">
                <a:off x="2435" y="2319"/>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Oval 34">
                <a:extLst>
                  <a:ext uri="{FF2B5EF4-FFF2-40B4-BE49-F238E27FC236}">
                    <a16:creationId xmlns:a16="http://schemas.microsoft.com/office/drawing/2014/main" id="{F65727A3-412F-4C06-B66F-0CB40F515EB4}"/>
                  </a:ext>
                </a:extLst>
              </p:cNvPr>
              <p:cNvSpPr>
                <a:spLocks noChangeArrowheads="1"/>
              </p:cNvSpPr>
              <p:nvPr/>
            </p:nvSpPr>
            <p:spPr bwMode="auto">
              <a:xfrm rot="1080000">
                <a:off x="2434" y="2742"/>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Oval 35">
                <a:extLst>
                  <a:ext uri="{FF2B5EF4-FFF2-40B4-BE49-F238E27FC236}">
                    <a16:creationId xmlns:a16="http://schemas.microsoft.com/office/drawing/2014/main" id="{9B2D68E3-21E8-466B-B15F-0D231D38C95A}"/>
                  </a:ext>
                </a:extLst>
              </p:cNvPr>
              <p:cNvSpPr>
                <a:spLocks noChangeArrowheads="1"/>
              </p:cNvSpPr>
              <p:nvPr/>
            </p:nvSpPr>
            <p:spPr bwMode="auto">
              <a:xfrm rot="1080000">
                <a:off x="2184" y="3083"/>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Oval 36">
                <a:extLst>
                  <a:ext uri="{FF2B5EF4-FFF2-40B4-BE49-F238E27FC236}">
                    <a16:creationId xmlns:a16="http://schemas.microsoft.com/office/drawing/2014/main" id="{876F4D45-66C9-496E-BDBD-E5A546942C20}"/>
                  </a:ext>
                </a:extLst>
              </p:cNvPr>
              <p:cNvSpPr>
                <a:spLocks noChangeArrowheads="1"/>
              </p:cNvSpPr>
              <p:nvPr/>
            </p:nvSpPr>
            <p:spPr bwMode="auto">
              <a:xfrm rot="1080000">
                <a:off x="1384" y="1984"/>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Oval 37">
                <a:extLst>
                  <a:ext uri="{FF2B5EF4-FFF2-40B4-BE49-F238E27FC236}">
                    <a16:creationId xmlns:a16="http://schemas.microsoft.com/office/drawing/2014/main" id="{51AC3629-4A54-4247-9562-04725C087E48}"/>
                  </a:ext>
                </a:extLst>
              </p:cNvPr>
              <p:cNvSpPr>
                <a:spLocks noChangeArrowheads="1"/>
              </p:cNvSpPr>
              <p:nvPr/>
            </p:nvSpPr>
            <p:spPr bwMode="auto">
              <a:xfrm rot="1080000">
                <a:off x="2183" y="1979"/>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Oval 38">
                <a:extLst>
                  <a:ext uri="{FF2B5EF4-FFF2-40B4-BE49-F238E27FC236}">
                    <a16:creationId xmlns:a16="http://schemas.microsoft.com/office/drawing/2014/main" id="{8EBA1C49-3CB8-492A-8AC7-292994D5D8D1}"/>
                  </a:ext>
                </a:extLst>
              </p:cNvPr>
              <p:cNvSpPr>
                <a:spLocks noChangeArrowheads="1"/>
              </p:cNvSpPr>
              <p:nvPr/>
            </p:nvSpPr>
            <p:spPr bwMode="auto">
              <a:xfrm rot="1080000">
                <a:off x="1780" y="1851"/>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Oval 39">
                <a:extLst>
                  <a:ext uri="{FF2B5EF4-FFF2-40B4-BE49-F238E27FC236}">
                    <a16:creationId xmlns:a16="http://schemas.microsoft.com/office/drawing/2014/main" id="{80C395EE-72AD-4880-A8A7-5F5D4D610F48}"/>
                  </a:ext>
                </a:extLst>
              </p:cNvPr>
              <p:cNvSpPr>
                <a:spLocks noChangeArrowheads="1"/>
              </p:cNvSpPr>
              <p:nvPr/>
            </p:nvSpPr>
            <p:spPr bwMode="auto">
              <a:xfrm rot="1080000">
                <a:off x="1780" y="3210"/>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Oval 40">
                <a:extLst>
                  <a:ext uri="{FF2B5EF4-FFF2-40B4-BE49-F238E27FC236}">
                    <a16:creationId xmlns:a16="http://schemas.microsoft.com/office/drawing/2014/main" id="{AAB5C4AE-4F90-44E2-8A5D-AE887768BC91}"/>
                  </a:ext>
                </a:extLst>
              </p:cNvPr>
              <p:cNvSpPr>
                <a:spLocks noChangeArrowheads="1"/>
              </p:cNvSpPr>
              <p:nvPr/>
            </p:nvSpPr>
            <p:spPr bwMode="auto">
              <a:xfrm rot="1080000">
                <a:off x="1140" y="2734"/>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Oval 41">
                <a:extLst>
                  <a:ext uri="{FF2B5EF4-FFF2-40B4-BE49-F238E27FC236}">
                    <a16:creationId xmlns:a16="http://schemas.microsoft.com/office/drawing/2014/main" id="{321D1794-30A7-4EDD-AFEE-9907D21688D2}"/>
                  </a:ext>
                </a:extLst>
              </p:cNvPr>
              <p:cNvSpPr>
                <a:spLocks noChangeArrowheads="1"/>
              </p:cNvSpPr>
              <p:nvPr/>
            </p:nvSpPr>
            <p:spPr bwMode="auto">
              <a:xfrm rot="1080000">
                <a:off x="1381" y="3081"/>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Oval 42">
                <a:extLst>
                  <a:ext uri="{FF2B5EF4-FFF2-40B4-BE49-F238E27FC236}">
                    <a16:creationId xmlns:a16="http://schemas.microsoft.com/office/drawing/2014/main" id="{631FD5D9-8F74-4B9C-89BD-D25DED14880E}"/>
                  </a:ext>
                </a:extLst>
              </p:cNvPr>
              <p:cNvSpPr>
                <a:spLocks noChangeArrowheads="1"/>
              </p:cNvSpPr>
              <p:nvPr/>
            </p:nvSpPr>
            <p:spPr bwMode="auto">
              <a:xfrm rot="1080000">
                <a:off x="1141" y="2322"/>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90">
                <a:extLst>
                  <a:ext uri="{FF2B5EF4-FFF2-40B4-BE49-F238E27FC236}">
                    <a16:creationId xmlns:a16="http://schemas.microsoft.com/office/drawing/2014/main" id="{7B38F65F-DB6F-408B-B638-B7B77B369D6D}"/>
                  </a:ext>
                </a:extLst>
              </p:cNvPr>
              <p:cNvSpPr>
                <a:spLocks noChangeShapeType="1"/>
              </p:cNvSpPr>
              <p:nvPr/>
            </p:nvSpPr>
            <p:spPr bwMode="auto">
              <a:xfrm flipH="1" flipV="1">
                <a:off x="1181" y="2736"/>
                <a:ext cx="288" cy="4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Oval 157">
                <a:extLst>
                  <a:ext uri="{FF2B5EF4-FFF2-40B4-BE49-F238E27FC236}">
                    <a16:creationId xmlns:a16="http://schemas.microsoft.com/office/drawing/2014/main" id="{ABA6808D-4EBF-46F6-90D8-5A50A24164FE}"/>
                  </a:ext>
                </a:extLst>
              </p:cNvPr>
              <p:cNvSpPr>
                <a:spLocks noChangeArrowheads="1"/>
              </p:cNvSpPr>
              <p:nvPr/>
            </p:nvSpPr>
            <p:spPr bwMode="auto">
              <a:xfrm>
                <a:off x="1938" y="2112"/>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Oval 158">
                <a:extLst>
                  <a:ext uri="{FF2B5EF4-FFF2-40B4-BE49-F238E27FC236}">
                    <a16:creationId xmlns:a16="http://schemas.microsoft.com/office/drawing/2014/main" id="{2A9E065B-DA82-484D-AB71-106322221163}"/>
                  </a:ext>
                </a:extLst>
              </p:cNvPr>
              <p:cNvSpPr>
                <a:spLocks noChangeArrowheads="1"/>
              </p:cNvSpPr>
              <p:nvPr/>
            </p:nvSpPr>
            <p:spPr bwMode="auto">
              <a:xfrm>
                <a:off x="1614" y="2349"/>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Oval 160">
                <a:extLst>
                  <a:ext uri="{FF2B5EF4-FFF2-40B4-BE49-F238E27FC236}">
                    <a16:creationId xmlns:a16="http://schemas.microsoft.com/office/drawing/2014/main" id="{0FECC37A-37B3-4822-931C-1E0F028097C9}"/>
                  </a:ext>
                </a:extLst>
              </p:cNvPr>
              <p:cNvSpPr>
                <a:spLocks noChangeArrowheads="1"/>
              </p:cNvSpPr>
              <p:nvPr/>
            </p:nvSpPr>
            <p:spPr bwMode="auto">
              <a:xfrm>
                <a:off x="2259" y="2348"/>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Oval 161">
                <a:extLst>
                  <a:ext uri="{FF2B5EF4-FFF2-40B4-BE49-F238E27FC236}">
                    <a16:creationId xmlns:a16="http://schemas.microsoft.com/office/drawing/2014/main" id="{1D2E1370-B3A5-471E-9358-7BBFA40CE2D2}"/>
                  </a:ext>
                </a:extLst>
              </p:cNvPr>
              <p:cNvSpPr>
                <a:spLocks noChangeArrowheads="1"/>
              </p:cNvSpPr>
              <p:nvPr/>
            </p:nvSpPr>
            <p:spPr bwMode="auto">
              <a:xfrm>
                <a:off x="1743" y="2733"/>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Oval 162">
                <a:extLst>
                  <a:ext uri="{FF2B5EF4-FFF2-40B4-BE49-F238E27FC236}">
                    <a16:creationId xmlns:a16="http://schemas.microsoft.com/office/drawing/2014/main" id="{192AD5D3-0BDC-4720-AAAF-F6603F4081D5}"/>
                  </a:ext>
                </a:extLst>
              </p:cNvPr>
              <p:cNvSpPr>
                <a:spLocks noChangeArrowheads="1"/>
              </p:cNvSpPr>
              <p:nvPr/>
            </p:nvSpPr>
            <p:spPr bwMode="auto">
              <a:xfrm>
                <a:off x="2139" y="2727"/>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Freeform 163">
                <a:extLst>
                  <a:ext uri="{FF2B5EF4-FFF2-40B4-BE49-F238E27FC236}">
                    <a16:creationId xmlns:a16="http://schemas.microsoft.com/office/drawing/2014/main" id="{D4ADE58E-E83C-4090-BD4A-C5C0BC211B8C}"/>
                  </a:ext>
                </a:extLst>
              </p:cNvPr>
              <p:cNvSpPr>
                <a:spLocks/>
              </p:cNvSpPr>
              <p:nvPr/>
            </p:nvSpPr>
            <p:spPr bwMode="auto">
              <a:xfrm>
                <a:off x="1647" y="2147"/>
                <a:ext cx="285" cy="204"/>
              </a:xfrm>
              <a:custGeom>
                <a:avLst/>
                <a:gdLst>
                  <a:gd name="T0" fmla="*/ 285 w 285"/>
                  <a:gd name="T1" fmla="*/ 0 h 204"/>
                  <a:gd name="T2" fmla="*/ 0 w 285"/>
                  <a:gd name="T3" fmla="*/ 204 h 204"/>
                </a:gdLst>
                <a:ahLst/>
                <a:cxnLst>
                  <a:cxn ang="0">
                    <a:pos x="T0" y="T1"/>
                  </a:cxn>
                  <a:cxn ang="0">
                    <a:pos x="T2" y="T3"/>
                  </a:cxn>
                </a:cxnLst>
                <a:rect l="0" t="0" r="r" b="b"/>
                <a:pathLst>
                  <a:path w="285" h="204">
                    <a:moveTo>
                      <a:pt x="285" y="0"/>
                    </a:moveTo>
                    <a:lnTo>
                      <a:pt x="0" y="204"/>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 name="Freeform 164">
                <a:extLst>
                  <a:ext uri="{FF2B5EF4-FFF2-40B4-BE49-F238E27FC236}">
                    <a16:creationId xmlns:a16="http://schemas.microsoft.com/office/drawing/2014/main" id="{9B33BEFE-D49F-4691-B9EA-874C8065569F}"/>
                  </a:ext>
                </a:extLst>
              </p:cNvPr>
              <p:cNvSpPr>
                <a:spLocks/>
              </p:cNvSpPr>
              <p:nvPr/>
            </p:nvSpPr>
            <p:spPr bwMode="auto">
              <a:xfrm>
                <a:off x="1986" y="2144"/>
                <a:ext cx="285" cy="204"/>
              </a:xfrm>
              <a:custGeom>
                <a:avLst/>
                <a:gdLst>
                  <a:gd name="T0" fmla="*/ 0 w 285"/>
                  <a:gd name="T1" fmla="*/ 0 h 204"/>
                  <a:gd name="T2" fmla="*/ 285 w 285"/>
                  <a:gd name="T3" fmla="*/ 204 h 204"/>
                </a:gdLst>
                <a:ahLst/>
                <a:cxnLst>
                  <a:cxn ang="0">
                    <a:pos x="T0" y="T1"/>
                  </a:cxn>
                  <a:cxn ang="0">
                    <a:pos x="T2" y="T3"/>
                  </a:cxn>
                </a:cxnLst>
                <a:rect l="0" t="0" r="r" b="b"/>
                <a:pathLst>
                  <a:path w="285" h="204">
                    <a:moveTo>
                      <a:pt x="0" y="0"/>
                    </a:moveTo>
                    <a:lnTo>
                      <a:pt x="285" y="204"/>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 name="Freeform 165">
                <a:extLst>
                  <a:ext uri="{FF2B5EF4-FFF2-40B4-BE49-F238E27FC236}">
                    <a16:creationId xmlns:a16="http://schemas.microsoft.com/office/drawing/2014/main" id="{C03195AA-2F23-4F99-9163-6FCAF53215F3}"/>
                  </a:ext>
                </a:extLst>
              </p:cNvPr>
              <p:cNvSpPr>
                <a:spLocks/>
              </p:cNvSpPr>
              <p:nvPr/>
            </p:nvSpPr>
            <p:spPr bwMode="auto">
              <a:xfrm>
                <a:off x="2181" y="2402"/>
                <a:ext cx="105" cy="339"/>
              </a:xfrm>
              <a:custGeom>
                <a:avLst/>
                <a:gdLst>
                  <a:gd name="T0" fmla="*/ 105 w 105"/>
                  <a:gd name="T1" fmla="*/ 0 h 339"/>
                  <a:gd name="T2" fmla="*/ 0 w 105"/>
                  <a:gd name="T3" fmla="*/ 339 h 339"/>
                </a:gdLst>
                <a:ahLst/>
                <a:cxnLst>
                  <a:cxn ang="0">
                    <a:pos x="T0" y="T1"/>
                  </a:cxn>
                  <a:cxn ang="0">
                    <a:pos x="T2" y="T3"/>
                  </a:cxn>
                </a:cxnLst>
                <a:rect l="0" t="0" r="r" b="b"/>
                <a:pathLst>
                  <a:path w="105" h="339">
                    <a:moveTo>
                      <a:pt x="105" y="0"/>
                    </a:moveTo>
                    <a:lnTo>
                      <a:pt x="0" y="339"/>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 name="Freeform 166">
                <a:extLst>
                  <a:ext uri="{FF2B5EF4-FFF2-40B4-BE49-F238E27FC236}">
                    <a16:creationId xmlns:a16="http://schemas.microsoft.com/office/drawing/2014/main" id="{5DC0BA7A-63B9-4CDF-807B-A9B442B7A627}"/>
                  </a:ext>
                </a:extLst>
              </p:cNvPr>
              <p:cNvSpPr>
                <a:spLocks/>
              </p:cNvSpPr>
              <p:nvPr/>
            </p:nvSpPr>
            <p:spPr bwMode="auto">
              <a:xfrm>
                <a:off x="1788" y="2765"/>
                <a:ext cx="351" cy="3"/>
              </a:xfrm>
              <a:custGeom>
                <a:avLst/>
                <a:gdLst>
                  <a:gd name="T0" fmla="*/ 0 w 351"/>
                  <a:gd name="T1" fmla="*/ 0 h 3"/>
                  <a:gd name="T2" fmla="*/ 351 w 351"/>
                  <a:gd name="T3" fmla="*/ 3 h 3"/>
                </a:gdLst>
                <a:ahLst/>
                <a:cxnLst>
                  <a:cxn ang="0">
                    <a:pos x="T0" y="T1"/>
                  </a:cxn>
                  <a:cxn ang="0">
                    <a:pos x="T2" y="T3"/>
                  </a:cxn>
                </a:cxnLst>
                <a:rect l="0" t="0" r="r" b="b"/>
                <a:pathLst>
                  <a:path w="351" h="3">
                    <a:moveTo>
                      <a:pt x="0" y="0"/>
                    </a:moveTo>
                    <a:lnTo>
                      <a:pt x="351" y="3"/>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 name="Freeform 167">
                <a:extLst>
                  <a:ext uri="{FF2B5EF4-FFF2-40B4-BE49-F238E27FC236}">
                    <a16:creationId xmlns:a16="http://schemas.microsoft.com/office/drawing/2014/main" id="{3BD1FF71-254B-42E9-8622-155D85E64EC7}"/>
                  </a:ext>
                </a:extLst>
              </p:cNvPr>
              <p:cNvSpPr>
                <a:spLocks/>
              </p:cNvSpPr>
              <p:nvPr/>
            </p:nvSpPr>
            <p:spPr bwMode="auto">
              <a:xfrm>
                <a:off x="1635" y="2396"/>
                <a:ext cx="111" cy="345"/>
              </a:xfrm>
              <a:custGeom>
                <a:avLst/>
                <a:gdLst>
                  <a:gd name="T0" fmla="*/ 0 w 111"/>
                  <a:gd name="T1" fmla="*/ 0 h 345"/>
                  <a:gd name="T2" fmla="*/ 111 w 111"/>
                  <a:gd name="T3" fmla="*/ 345 h 345"/>
                </a:gdLst>
                <a:ahLst/>
                <a:cxnLst>
                  <a:cxn ang="0">
                    <a:pos x="T0" y="T1"/>
                  </a:cxn>
                  <a:cxn ang="0">
                    <a:pos x="T2" y="T3"/>
                  </a:cxn>
                </a:cxnLst>
                <a:rect l="0" t="0" r="r" b="b"/>
                <a:pathLst>
                  <a:path w="111" h="345">
                    <a:moveTo>
                      <a:pt x="0" y="0"/>
                    </a:moveTo>
                    <a:lnTo>
                      <a:pt x="111" y="345"/>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 name="Oval 193">
                <a:extLst>
                  <a:ext uri="{FF2B5EF4-FFF2-40B4-BE49-F238E27FC236}">
                    <a16:creationId xmlns:a16="http://schemas.microsoft.com/office/drawing/2014/main" id="{FC1664E5-F197-40DC-B796-76D3B68076F0}"/>
                  </a:ext>
                </a:extLst>
              </p:cNvPr>
              <p:cNvSpPr>
                <a:spLocks noChangeArrowheads="1"/>
              </p:cNvSpPr>
              <p:nvPr/>
            </p:nvSpPr>
            <p:spPr bwMode="auto">
              <a:xfrm rot="10800000">
                <a:off x="1617" y="2943"/>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Oval 194">
                <a:extLst>
                  <a:ext uri="{FF2B5EF4-FFF2-40B4-BE49-F238E27FC236}">
                    <a16:creationId xmlns:a16="http://schemas.microsoft.com/office/drawing/2014/main" id="{C796DCF0-EBE4-40C1-A03C-AEB1B8F88ACC}"/>
                  </a:ext>
                </a:extLst>
              </p:cNvPr>
              <p:cNvSpPr>
                <a:spLocks noChangeArrowheads="1"/>
              </p:cNvSpPr>
              <p:nvPr/>
            </p:nvSpPr>
            <p:spPr bwMode="auto">
              <a:xfrm rot="10800000">
                <a:off x="1941" y="2706"/>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196">
                <a:extLst>
                  <a:ext uri="{FF2B5EF4-FFF2-40B4-BE49-F238E27FC236}">
                    <a16:creationId xmlns:a16="http://schemas.microsoft.com/office/drawing/2014/main" id="{A53F8768-E734-4A78-999A-10B0C3824AB9}"/>
                  </a:ext>
                </a:extLst>
              </p:cNvPr>
              <p:cNvSpPr>
                <a:spLocks noChangeArrowheads="1"/>
              </p:cNvSpPr>
              <p:nvPr/>
            </p:nvSpPr>
            <p:spPr bwMode="auto">
              <a:xfrm rot="10800000">
                <a:off x="1296" y="2707"/>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Oval 197">
                <a:extLst>
                  <a:ext uri="{FF2B5EF4-FFF2-40B4-BE49-F238E27FC236}">
                    <a16:creationId xmlns:a16="http://schemas.microsoft.com/office/drawing/2014/main" id="{4F42E9F3-6E3C-4979-A988-C87CC314735D}"/>
                  </a:ext>
                </a:extLst>
              </p:cNvPr>
              <p:cNvSpPr>
                <a:spLocks noChangeArrowheads="1"/>
              </p:cNvSpPr>
              <p:nvPr/>
            </p:nvSpPr>
            <p:spPr bwMode="auto">
              <a:xfrm rot="10800000">
                <a:off x="1812" y="2322"/>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198">
                <a:extLst>
                  <a:ext uri="{FF2B5EF4-FFF2-40B4-BE49-F238E27FC236}">
                    <a16:creationId xmlns:a16="http://schemas.microsoft.com/office/drawing/2014/main" id="{BA64FEBC-FB99-4982-9B71-71ECD47A319E}"/>
                  </a:ext>
                </a:extLst>
              </p:cNvPr>
              <p:cNvSpPr>
                <a:spLocks noChangeArrowheads="1"/>
              </p:cNvSpPr>
              <p:nvPr/>
            </p:nvSpPr>
            <p:spPr bwMode="auto">
              <a:xfrm rot="10800000">
                <a:off x="1416" y="2328"/>
                <a:ext cx="45" cy="45"/>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Freeform 199">
                <a:extLst>
                  <a:ext uri="{FF2B5EF4-FFF2-40B4-BE49-F238E27FC236}">
                    <a16:creationId xmlns:a16="http://schemas.microsoft.com/office/drawing/2014/main" id="{F8CBCD76-DB53-4A21-828E-A2EE023A84FB}"/>
                  </a:ext>
                </a:extLst>
              </p:cNvPr>
              <p:cNvSpPr>
                <a:spLocks/>
              </p:cNvSpPr>
              <p:nvPr/>
            </p:nvSpPr>
            <p:spPr bwMode="auto">
              <a:xfrm>
                <a:off x="1328" y="2754"/>
                <a:ext cx="288" cy="204"/>
              </a:xfrm>
              <a:custGeom>
                <a:avLst/>
                <a:gdLst>
                  <a:gd name="T0" fmla="*/ 0 w 288"/>
                  <a:gd name="T1" fmla="*/ 0 h 204"/>
                  <a:gd name="T2" fmla="*/ 288 w 288"/>
                  <a:gd name="T3" fmla="*/ 204 h 204"/>
                </a:gdLst>
                <a:ahLst/>
                <a:cxnLst>
                  <a:cxn ang="0">
                    <a:pos x="T0" y="T1"/>
                  </a:cxn>
                  <a:cxn ang="0">
                    <a:pos x="T2" y="T3"/>
                  </a:cxn>
                </a:cxnLst>
                <a:rect l="0" t="0" r="r" b="b"/>
                <a:pathLst>
                  <a:path w="288" h="204">
                    <a:moveTo>
                      <a:pt x="0" y="0"/>
                    </a:moveTo>
                    <a:lnTo>
                      <a:pt x="288" y="204"/>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Freeform 200">
                <a:extLst>
                  <a:ext uri="{FF2B5EF4-FFF2-40B4-BE49-F238E27FC236}">
                    <a16:creationId xmlns:a16="http://schemas.microsoft.com/office/drawing/2014/main" id="{7F56D555-354F-4FBF-BA45-4335D4A1D99A}"/>
                  </a:ext>
                </a:extLst>
              </p:cNvPr>
              <p:cNvSpPr>
                <a:spLocks/>
              </p:cNvSpPr>
              <p:nvPr/>
            </p:nvSpPr>
            <p:spPr bwMode="auto">
              <a:xfrm>
                <a:off x="1661" y="2754"/>
                <a:ext cx="288" cy="213"/>
              </a:xfrm>
              <a:custGeom>
                <a:avLst/>
                <a:gdLst>
                  <a:gd name="T0" fmla="*/ 288 w 288"/>
                  <a:gd name="T1" fmla="*/ 0 h 213"/>
                  <a:gd name="T2" fmla="*/ 0 w 288"/>
                  <a:gd name="T3" fmla="*/ 213 h 213"/>
                </a:gdLst>
                <a:ahLst/>
                <a:cxnLst>
                  <a:cxn ang="0">
                    <a:pos x="T0" y="T1"/>
                  </a:cxn>
                  <a:cxn ang="0">
                    <a:pos x="T2" y="T3"/>
                  </a:cxn>
                </a:cxnLst>
                <a:rect l="0" t="0" r="r" b="b"/>
                <a:pathLst>
                  <a:path w="288" h="213">
                    <a:moveTo>
                      <a:pt x="288" y="0"/>
                    </a:moveTo>
                    <a:lnTo>
                      <a:pt x="0" y="213"/>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Freeform 201">
                <a:extLst>
                  <a:ext uri="{FF2B5EF4-FFF2-40B4-BE49-F238E27FC236}">
                    <a16:creationId xmlns:a16="http://schemas.microsoft.com/office/drawing/2014/main" id="{B2426824-7D32-4CFA-9575-F21F13660018}"/>
                  </a:ext>
                </a:extLst>
              </p:cNvPr>
              <p:cNvSpPr>
                <a:spLocks/>
              </p:cNvSpPr>
              <p:nvPr/>
            </p:nvSpPr>
            <p:spPr bwMode="auto">
              <a:xfrm>
                <a:off x="1850" y="2364"/>
                <a:ext cx="117" cy="345"/>
              </a:xfrm>
              <a:custGeom>
                <a:avLst/>
                <a:gdLst>
                  <a:gd name="T0" fmla="*/ 0 w 117"/>
                  <a:gd name="T1" fmla="*/ 0 h 345"/>
                  <a:gd name="T2" fmla="*/ 117 w 117"/>
                  <a:gd name="T3" fmla="*/ 345 h 345"/>
                </a:gdLst>
                <a:ahLst/>
                <a:cxnLst>
                  <a:cxn ang="0">
                    <a:pos x="T0" y="T1"/>
                  </a:cxn>
                  <a:cxn ang="0">
                    <a:pos x="T2" y="T3"/>
                  </a:cxn>
                </a:cxnLst>
                <a:rect l="0" t="0" r="r" b="b"/>
                <a:pathLst>
                  <a:path w="117" h="345">
                    <a:moveTo>
                      <a:pt x="0" y="0"/>
                    </a:moveTo>
                    <a:lnTo>
                      <a:pt x="117" y="345"/>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 name="Freeform 202">
                <a:extLst>
                  <a:ext uri="{FF2B5EF4-FFF2-40B4-BE49-F238E27FC236}">
                    <a16:creationId xmlns:a16="http://schemas.microsoft.com/office/drawing/2014/main" id="{5552E3AF-5A4C-4A83-991D-7297BE24E670}"/>
                  </a:ext>
                </a:extLst>
              </p:cNvPr>
              <p:cNvSpPr>
                <a:spLocks/>
              </p:cNvSpPr>
              <p:nvPr/>
            </p:nvSpPr>
            <p:spPr bwMode="auto">
              <a:xfrm>
                <a:off x="1313" y="2376"/>
                <a:ext cx="108" cy="333"/>
              </a:xfrm>
              <a:custGeom>
                <a:avLst/>
                <a:gdLst>
                  <a:gd name="T0" fmla="*/ 108 w 108"/>
                  <a:gd name="T1" fmla="*/ 0 h 333"/>
                  <a:gd name="T2" fmla="*/ 0 w 108"/>
                  <a:gd name="T3" fmla="*/ 333 h 333"/>
                </a:gdLst>
                <a:ahLst/>
                <a:cxnLst>
                  <a:cxn ang="0">
                    <a:pos x="T0" y="T1"/>
                  </a:cxn>
                  <a:cxn ang="0">
                    <a:pos x="T2" y="T3"/>
                  </a:cxn>
                </a:cxnLst>
                <a:rect l="0" t="0" r="r" b="b"/>
                <a:pathLst>
                  <a:path w="108" h="333">
                    <a:moveTo>
                      <a:pt x="108" y="0"/>
                    </a:moveTo>
                    <a:lnTo>
                      <a:pt x="0" y="333"/>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Freeform 203">
                <a:extLst>
                  <a:ext uri="{FF2B5EF4-FFF2-40B4-BE49-F238E27FC236}">
                    <a16:creationId xmlns:a16="http://schemas.microsoft.com/office/drawing/2014/main" id="{1FEB256D-3EC3-488F-B9B4-AEE4C575AA68}"/>
                  </a:ext>
                </a:extLst>
              </p:cNvPr>
              <p:cNvSpPr>
                <a:spLocks/>
              </p:cNvSpPr>
              <p:nvPr/>
            </p:nvSpPr>
            <p:spPr bwMode="auto">
              <a:xfrm>
                <a:off x="1466" y="2340"/>
                <a:ext cx="342" cy="3"/>
              </a:xfrm>
              <a:custGeom>
                <a:avLst/>
                <a:gdLst>
                  <a:gd name="T0" fmla="*/ 0 w 342"/>
                  <a:gd name="T1" fmla="*/ 3 h 3"/>
                  <a:gd name="T2" fmla="*/ 342 w 342"/>
                  <a:gd name="T3" fmla="*/ 0 h 3"/>
                </a:gdLst>
                <a:ahLst/>
                <a:cxnLst>
                  <a:cxn ang="0">
                    <a:pos x="T0" y="T1"/>
                  </a:cxn>
                  <a:cxn ang="0">
                    <a:pos x="T2" y="T3"/>
                  </a:cxn>
                </a:cxnLst>
                <a:rect l="0" t="0" r="r" b="b"/>
                <a:pathLst>
                  <a:path w="342" h="3">
                    <a:moveTo>
                      <a:pt x="0" y="3"/>
                    </a:moveTo>
                    <a:lnTo>
                      <a:pt x="342" y="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Freeform 204">
                <a:extLst>
                  <a:ext uri="{FF2B5EF4-FFF2-40B4-BE49-F238E27FC236}">
                    <a16:creationId xmlns:a16="http://schemas.microsoft.com/office/drawing/2014/main" id="{38C9B0B8-8053-4F9D-9093-4B59C1D7B94B}"/>
                  </a:ext>
                </a:extLst>
              </p:cNvPr>
              <p:cNvSpPr>
                <a:spLocks/>
              </p:cNvSpPr>
              <p:nvPr/>
            </p:nvSpPr>
            <p:spPr bwMode="auto">
              <a:xfrm>
                <a:off x="1804" y="1904"/>
                <a:ext cx="156" cy="208"/>
              </a:xfrm>
              <a:custGeom>
                <a:avLst/>
                <a:gdLst>
                  <a:gd name="T0" fmla="*/ 0 w 156"/>
                  <a:gd name="T1" fmla="*/ 0 h 208"/>
                  <a:gd name="T2" fmla="*/ 156 w 156"/>
                  <a:gd name="T3" fmla="*/ 208 h 208"/>
                </a:gdLst>
                <a:ahLst/>
                <a:cxnLst>
                  <a:cxn ang="0">
                    <a:pos x="T0" y="T1"/>
                  </a:cxn>
                  <a:cxn ang="0">
                    <a:pos x="T2" y="T3"/>
                  </a:cxn>
                </a:cxnLst>
                <a:rect l="0" t="0" r="r" b="b"/>
                <a:pathLst>
                  <a:path w="156" h="208">
                    <a:moveTo>
                      <a:pt x="0" y="0"/>
                    </a:moveTo>
                    <a:lnTo>
                      <a:pt x="156" y="208"/>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Freeform 205">
                <a:extLst>
                  <a:ext uri="{FF2B5EF4-FFF2-40B4-BE49-F238E27FC236}">
                    <a16:creationId xmlns:a16="http://schemas.microsoft.com/office/drawing/2014/main" id="{3C9A6541-6028-4A9C-85DC-DF975A054BDA}"/>
                  </a:ext>
                </a:extLst>
              </p:cNvPr>
              <p:cNvSpPr>
                <a:spLocks/>
              </p:cNvSpPr>
              <p:nvPr/>
            </p:nvSpPr>
            <p:spPr bwMode="auto">
              <a:xfrm>
                <a:off x="2308" y="2352"/>
                <a:ext cx="132" cy="16"/>
              </a:xfrm>
              <a:custGeom>
                <a:avLst/>
                <a:gdLst>
                  <a:gd name="T0" fmla="*/ 0 w 132"/>
                  <a:gd name="T1" fmla="*/ 16 h 16"/>
                  <a:gd name="T2" fmla="*/ 132 w 132"/>
                  <a:gd name="T3" fmla="*/ 0 h 16"/>
                </a:gdLst>
                <a:ahLst/>
                <a:cxnLst>
                  <a:cxn ang="0">
                    <a:pos x="T0" y="T1"/>
                  </a:cxn>
                  <a:cxn ang="0">
                    <a:pos x="T2" y="T3"/>
                  </a:cxn>
                </a:cxnLst>
                <a:rect l="0" t="0" r="r" b="b"/>
                <a:pathLst>
                  <a:path w="132" h="16">
                    <a:moveTo>
                      <a:pt x="0" y="16"/>
                    </a:moveTo>
                    <a:lnTo>
                      <a:pt x="132" y="0"/>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Freeform 206">
                <a:extLst>
                  <a:ext uri="{FF2B5EF4-FFF2-40B4-BE49-F238E27FC236}">
                    <a16:creationId xmlns:a16="http://schemas.microsoft.com/office/drawing/2014/main" id="{CBA9143F-1DA4-43E0-AECC-B7907D45C67C}"/>
                  </a:ext>
                </a:extLst>
              </p:cNvPr>
              <p:cNvSpPr>
                <a:spLocks/>
              </p:cNvSpPr>
              <p:nvPr/>
            </p:nvSpPr>
            <p:spPr bwMode="auto">
              <a:xfrm>
                <a:off x="1184" y="2352"/>
                <a:ext cx="428" cy="24"/>
              </a:xfrm>
              <a:custGeom>
                <a:avLst/>
                <a:gdLst>
                  <a:gd name="T0" fmla="*/ 0 w 428"/>
                  <a:gd name="T1" fmla="*/ 0 h 24"/>
                  <a:gd name="T2" fmla="*/ 428 w 428"/>
                  <a:gd name="T3" fmla="*/ 24 h 24"/>
                </a:gdLst>
                <a:ahLst/>
                <a:cxnLst>
                  <a:cxn ang="0">
                    <a:pos x="T0" y="T1"/>
                  </a:cxn>
                  <a:cxn ang="0">
                    <a:pos x="T2" y="T3"/>
                  </a:cxn>
                </a:cxnLst>
                <a:rect l="0" t="0" r="r" b="b"/>
                <a:pathLst>
                  <a:path w="428" h="24">
                    <a:moveTo>
                      <a:pt x="0" y="0"/>
                    </a:moveTo>
                    <a:lnTo>
                      <a:pt x="428" y="24"/>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 name="Freeform 207">
                <a:extLst>
                  <a:ext uri="{FF2B5EF4-FFF2-40B4-BE49-F238E27FC236}">
                    <a16:creationId xmlns:a16="http://schemas.microsoft.com/office/drawing/2014/main" id="{0EB05E7C-B203-402A-848E-F49993505382}"/>
                  </a:ext>
                </a:extLst>
              </p:cNvPr>
              <p:cNvSpPr>
                <a:spLocks/>
              </p:cNvSpPr>
              <p:nvPr/>
            </p:nvSpPr>
            <p:spPr bwMode="auto">
              <a:xfrm>
                <a:off x="1416" y="2776"/>
                <a:ext cx="332" cy="312"/>
              </a:xfrm>
              <a:custGeom>
                <a:avLst/>
                <a:gdLst>
                  <a:gd name="T0" fmla="*/ 332 w 332"/>
                  <a:gd name="T1" fmla="*/ 0 h 312"/>
                  <a:gd name="T2" fmla="*/ 0 w 332"/>
                  <a:gd name="T3" fmla="*/ 312 h 312"/>
                </a:gdLst>
                <a:ahLst/>
                <a:cxnLst>
                  <a:cxn ang="0">
                    <a:pos x="T0" y="T1"/>
                  </a:cxn>
                  <a:cxn ang="0">
                    <a:pos x="T2" y="T3"/>
                  </a:cxn>
                </a:cxnLst>
                <a:rect l="0" t="0" r="r" b="b"/>
                <a:pathLst>
                  <a:path w="332" h="312">
                    <a:moveTo>
                      <a:pt x="332" y="0"/>
                    </a:moveTo>
                    <a:lnTo>
                      <a:pt x="0" y="312"/>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Freeform 208">
                <a:extLst>
                  <a:ext uri="{FF2B5EF4-FFF2-40B4-BE49-F238E27FC236}">
                    <a16:creationId xmlns:a16="http://schemas.microsoft.com/office/drawing/2014/main" id="{E6F02A79-96D9-4BC8-8362-6C5EFBDEE11A}"/>
                  </a:ext>
                </a:extLst>
              </p:cNvPr>
              <p:cNvSpPr>
                <a:spLocks/>
              </p:cNvSpPr>
              <p:nvPr/>
            </p:nvSpPr>
            <p:spPr bwMode="auto">
              <a:xfrm>
                <a:off x="2172" y="2776"/>
                <a:ext cx="32" cy="308"/>
              </a:xfrm>
              <a:custGeom>
                <a:avLst/>
                <a:gdLst>
                  <a:gd name="T0" fmla="*/ 0 w 32"/>
                  <a:gd name="T1" fmla="*/ 0 h 308"/>
                  <a:gd name="T2" fmla="*/ 32 w 32"/>
                  <a:gd name="T3" fmla="*/ 308 h 308"/>
                </a:gdLst>
                <a:ahLst/>
                <a:cxnLst>
                  <a:cxn ang="0">
                    <a:pos x="T0" y="T1"/>
                  </a:cxn>
                  <a:cxn ang="0">
                    <a:pos x="T2" y="T3"/>
                  </a:cxn>
                </a:cxnLst>
                <a:rect l="0" t="0" r="r" b="b"/>
                <a:pathLst>
                  <a:path w="32" h="308">
                    <a:moveTo>
                      <a:pt x="0" y="0"/>
                    </a:moveTo>
                    <a:lnTo>
                      <a:pt x="32" y="308"/>
                    </a:ln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Freeform 209">
                <a:extLst>
                  <a:ext uri="{FF2B5EF4-FFF2-40B4-BE49-F238E27FC236}">
                    <a16:creationId xmlns:a16="http://schemas.microsoft.com/office/drawing/2014/main" id="{A1EE9687-908D-4513-83C4-08F8374C0CA1}"/>
                  </a:ext>
                </a:extLst>
              </p:cNvPr>
              <p:cNvSpPr>
                <a:spLocks/>
              </p:cNvSpPr>
              <p:nvPr/>
            </p:nvSpPr>
            <p:spPr bwMode="auto">
              <a:xfrm>
                <a:off x="1852" y="2024"/>
                <a:ext cx="336" cy="304"/>
              </a:xfrm>
              <a:custGeom>
                <a:avLst/>
                <a:gdLst>
                  <a:gd name="T0" fmla="*/ 0 w 336"/>
                  <a:gd name="T1" fmla="*/ 304 h 304"/>
                  <a:gd name="T2" fmla="*/ 336 w 336"/>
                  <a:gd name="T3" fmla="*/ 0 h 304"/>
                </a:gdLst>
                <a:ahLst/>
                <a:cxnLst>
                  <a:cxn ang="0">
                    <a:pos x="T0" y="T1"/>
                  </a:cxn>
                  <a:cxn ang="0">
                    <a:pos x="T2" y="T3"/>
                  </a:cxn>
                </a:cxnLst>
                <a:rect l="0" t="0" r="r" b="b"/>
                <a:pathLst>
                  <a:path w="336" h="304">
                    <a:moveTo>
                      <a:pt x="0" y="304"/>
                    </a:moveTo>
                    <a:lnTo>
                      <a:pt x="336" y="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Freeform 210">
                <a:extLst>
                  <a:ext uri="{FF2B5EF4-FFF2-40B4-BE49-F238E27FC236}">
                    <a16:creationId xmlns:a16="http://schemas.microsoft.com/office/drawing/2014/main" id="{C6DFFE3D-4826-459A-9F31-98D7B63D7555}"/>
                  </a:ext>
                </a:extLst>
              </p:cNvPr>
              <p:cNvSpPr>
                <a:spLocks/>
              </p:cNvSpPr>
              <p:nvPr/>
            </p:nvSpPr>
            <p:spPr bwMode="auto">
              <a:xfrm>
                <a:off x="1412" y="2028"/>
                <a:ext cx="24" cy="304"/>
              </a:xfrm>
              <a:custGeom>
                <a:avLst/>
                <a:gdLst>
                  <a:gd name="T0" fmla="*/ 0 w 24"/>
                  <a:gd name="T1" fmla="*/ 0 h 304"/>
                  <a:gd name="T2" fmla="*/ 24 w 24"/>
                  <a:gd name="T3" fmla="*/ 304 h 304"/>
                </a:gdLst>
                <a:ahLst/>
                <a:cxnLst>
                  <a:cxn ang="0">
                    <a:pos x="T0" y="T1"/>
                  </a:cxn>
                  <a:cxn ang="0">
                    <a:pos x="T2" y="T3"/>
                  </a:cxn>
                </a:cxnLst>
                <a:rect l="0" t="0" r="r" b="b"/>
                <a:pathLst>
                  <a:path w="24" h="304">
                    <a:moveTo>
                      <a:pt x="0" y="0"/>
                    </a:moveTo>
                    <a:lnTo>
                      <a:pt x="24" y="304"/>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Freeform 211">
                <a:extLst>
                  <a:ext uri="{FF2B5EF4-FFF2-40B4-BE49-F238E27FC236}">
                    <a16:creationId xmlns:a16="http://schemas.microsoft.com/office/drawing/2014/main" id="{1821D09C-5BF2-46E6-AD13-271C7C0F59F3}"/>
                  </a:ext>
                </a:extLst>
              </p:cNvPr>
              <p:cNvSpPr>
                <a:spLocks/>
              </p:cNvSpPr>
              <p:nvPr/>
            </p:nvSpPr>
            <p:spPr bwMode="auto">
              <a:xfrm>
                <a:off x="1180" y="2736"/>
                <a:ext cx="112" cy="16"/>
              </a:xfrm>
              <a:custGeom>
                <a:avLst/>
                <a:gdLst>
                  <a:gd name="T0" fmla="*/ 0 w 112"/>
                  <a:gd name="T1" fmla="*/ 16 h 16"/>
                  <a:gd name="T2" fmla="*/ 112 w 112"/>
                  <a:gd name="T3" fmla="*/ 0 h 16"/>
                </a:gdLst>
                <a:ahLst/>
                <a:cxnLst>
                  <a:cxn ang="0">
                    <a:pos x="T0" y="T1"/>
                  </a:cxn>
                  <a:cxn ang="0">
                    <a:pos x="T2" y="T3"/>
                  </a:cxn>
                </a:cxnLst>
                <a:rect l="0" t="0" r="r" b="b"/>
                <a:pathLst>
                  <a:path w="112" h="16">
                    <a:moveTo>
                      <a:pt x="0" y="16"/>
                    </a:moveTo>
                    <a:lnTo>
                      <a:pt x="112" y="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Freeform 212">
                <a:extLst>
                  <a:ext uri="{FF2B5EF4-FFF2-40B4-BE49-F238E27FC236}">
                    <a16:creationId xmlns:a16="http://schemas.microsoft.com/office/drawing/2014/main" id="{B716F772-F473-4FDB-8035-88E996721DCB}"/>
                  </a:ext>
                </a:extLst>
              </p:cNvPr>
              <p:cNvSpPr>
                <a:spLocks/>
              </p:cNvSpPr>
              <p:nvPr/>
            </p:nvSpPr>
            <p:spPr bwMode="auto">
              <a:xfrm>
                <a:off x="1652" y="2992"/>
                <a:ext cx="144" cy="220"/>
              </a:xfrm>
              <a:custGeom>
                <a:avLst/>
                <a:gdLst>
                  <a:gd name="T0" fmla="*/ 0 w 144"/>
                  <a:gd name="T1" fmla="*/ 0 h 220"/>
                  <a:gd name="T2" fmla="*/ 144 w 144"/>
                  <a:gd name="T3" fmla="*/ 220 h 220"/>
                </a:gdLst>
                <a:ahLst/>
                <a:cxnLst>
                  <a:cxn ang="0">
                    <a:pos x="T0" y="T1"/>
                  </a:cxn>
                  <a:cxn ang="0">
                    <a:pos x="T2" y="T3"/>
                  </a:cxn>
                </a:cxnLst>
                <a:rect l="0" t="0" r="r" b="b"/>
                <a:pathLst>
                  <a:path w="144" h="220">
                    <a:moveTo>
                      <a:pt x="0" y="0"/>
                    </a:moveTo>
                    <a:lnTo>
                      <a:pt x="144" y="22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 name="Freeform 213">
                <a:extLst>
                  <a:ext uri="{FF2B5EF4-FFF2-40B4-BE49-F238E27FC236}">
                    <a16:creationId xmlns:a16="http://schemas.microsoft.com/office/drawing/2014/main" id="{10B27357-0B4A-4B23-8124-B1C158C3742A}"/>
                  </a:ext>
                </a:extLst>
              </p:cNvPr>
              <p:cNvSpPr>
                <a:spLocks/>
              </p:cNvSpPr>
              <p:nvPr/>
            </p:nvSpPr>
            <p:spPr bwMode="auto">
              <a:xfrm>
                <a:off x="1980" y="2736"/>
                <a:ext cx="456" cy="36"/>
              </a:xfrm>
              <a:custGeom>
                <a:avLst/>
                <a:gdLst>
                  <a:gd name="T0" fmla="*/ 0 w 456"/>
                  <a:gd name="T1" fmla="*/ 0 h 36"/>
                  <a:gd name="T2" fmla="*/ 456 w 456"/>
                  <a:gd name="T3" fmla="*/ 36 h 36"/>
                </a:gdLst>
                <a:ahLst/>
                <a:cxnLst>
                  <a:cxn ang="0">
                    <a:pos x="T0" y="T1"/>
                  </a:cxn>
                  <a:cxn ang="0">
                    <a:pos x="T2" y="T3"/>
                  </a:cxn>
                </a:cxnLst>
                <a:rect l="0" t="0" r="r" b="b"/>
                <a:pathLst>
                  <a:path w="456" h="36">
                    <a:moveTo>
                      <a:pt x="0" y="0"/>
                    </a:moveTo>
                    <a:lnTo>
                      <a:pt x="456" y="36"/>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 name="Text Box 214">
              <a:extLst>
                <a:ext uri="{FF2B5EF4-FFF2-40B4-BE49-F238E27FC236}">
                  <a16:creationId xmlns:a16="http://schemas.microsoft.com/office/drawing/2014/main" id="{E967D00B-EBC2-42B5-8A23-B0650C95502A}"/>
                </a:ext>
              </a:extLst>
            </p:cNvPr>
            <p:cNvSpPr txBox="1">
              <a:spLocks noChangeArrowheads="1"/>
            </p:cNvSpPr>
            <p:nvPr/>
          </p:nvSpPr>
          <p:spPr bwMode="auto">
            <a:xfrm>
              <a:off x="1368" y="3327"/>
              <a:ext cx="86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p>
              <a:r>
                <a:rPr lang="zh-CN" altLang="en-US" sz="2000" b="0" dirty="0"/>
                <a:t>正十二面体</a:t>
              </a:r>
            </a:p>
            <a:p>
              <a:r>
                <a:rPr lang="zh-CN" altLang="en-US" sz="2000" b="0" dirty="0"/>
                <a:t>　   </a:t>
              </a:r>
            </a:p>
          </p:txBody>
        </p:sp>
      </p:grpSp>
      <p:grpSp>
        <p:nvGrpSpPr>
          <p:cNvPr id="14" name="Group 320">
            <a:extLst>
              <a:ext uri="{FF2B5EF4-FFF2-40B4-BE49-F238E27FC236}">
                <a16:creationId xmlns:a16="http://schemas.microsoft.com/office/drawing/2014/main" id="{B7181AC2-E087-4927-829F-383F13743665}"/>
              </a:ext>
            </a:extLst>
          </p:cNvPr>
          <p:cNvGrpSpPr>
            <a:grpSpLocks/>
          </p:cNvGrpSpPr>
          <p:nvPr/>
        </p:nvGrpSpPr>
        <p:grpSpPr bwMode="auto">
          <a:xfrm>
            <a:off x="6174257" y="1527730"/>
            <a:ext cx="2362200" cy="3140075"/>
            <a:chOff x="3420" y="1392"/>
            <a:chExt cx="1488" cy="1978"/>
          </a:xfrm>
        </p:grpSpPr>
        <p:grpSp>
          <p:nvGrpSpPr>
            <p:cNvPr id="15" name="Group 317">
              <a:extLst>
                <a:ext uri="{FF2B5EF4-FFF2-40B4-BE49-F238E27FC236}">
                  <a16:creationId xmlns:a16="http://schemas.microsoft.com/office/drawing/2014/main" id="{C4743553-A50B-4E7A-887F-A62944438CD0}"/>
                </a:ext>
              </a:extLst>
            </p:cNvPr>
            <p:cNvGrpSpPr>
              <a:grpSpLocks/>
            </p:cNvGrpSpPr>
            <p:nvPr/>
          </p:nvGrpSpPr>
          <p:grpSpPr bwMode="auto">
            <a:xfrm>
              <a:off x="3466" y="1392"/>
              <a:ext cx="1382" cy="1324"/>
              <a:chOff x="2627" y="2832"/>
              <a:chExt cx="1382" cy="1324"/>
            </a:xfrm>
          </p:grpSpPr>
          <p:sp>
            <p:nvSpPr>
              <p:cNvPr id="17" name="Line 136">
                <a:extLst>
                  <a:ext uri="{FF2B5EF4-FFF2-40B4-BE49-F238E27FC236}">
                    <a16:creationId xmlns:a16="http://schemas.microsoft.com/office/drawing/2014/main" id="{6AA5B7EA-66AB-4A6D-B792-28EE0EC8223C}"/>
                  </a:ext>
                </a:extLst>
              </p:cNvPr>
              <p:cNvSpPr>
                <a:spLocks noChangeShapeType="1"/>
              </p:cNvSpPr>
              <p:nvPr/>
            </p:nvSpPr>
            <p:spPr bwMode="auto">
              <a:xfrm flipH="1" flipV="1">
                <a:off x="2976" y="2832"/>
                <a:ext cx="294" cy="4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Oval 234">
                <a:extLst>
                  <a:ext uri="{FF2B5EF4-FFF2-40B4-BE49-F238E27FC236}">
                    <a16:creationId xmlns:a16="http://schemas.microsoft.com/office/drawing/2014/main" id="{FA8DC386-0F7D-4E4C-B4EC-0D708EA88211}"/>
                  </a:ext>
                </a:extLst>
              </p:cNvPr>
              <p:cNvSpPr>
                <a:spLocks noChangeArrowheads="1"/>
              </p:cNvSpPr>
              <p:nvPr/>
            </p:nvSpPr>
            <p:spPr bwMode="auto">
              <a:xfrm>
                <a:off x="3276" y="3054"/>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Oval 235">
                <a:extLst>
                  <a:ext uri="{FF2B5EF4-FFF2-40B4-BE49-F238E27FC236}">
                    <a16:creationId xmlns:a16="http://schemas.microsoft.com/office/drawing/2014/main" id="{4698E60B-E12F-4293-9C29-C33C2C556AAD}"/>
                  </a:ext>
                </a:extLst>
              </p:cNvPr>
              <p:cNvSpPr>
                <a:spLocks noChangeArrowheads="1"/>
              </p:cNvSpPr>
              <p:nvPr/>
            </p:nvSpPr>
            <p:spPr bwMode="auto">
              <a:xfrm>
                <a:off x="2844" y="337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Oval 236">
                <a:extLst>
                  <a:ext uri="{FF2B5EF4-FFF2-40B4-BE49-F238E27FC236}">
                    <a16:creationId xmlns:a16="http://schemas.microsoft.com/office/drawing/2014/main" id="{B99F7A6C-980C-4490-8FF2-1D62C6B09F4E}"/>
                  </a:ext>
                </a:extLst>
              </p:cNvPr>
              <p:cNvSpPr>
                <a:spLocks noChangeArrowheads="1"/>
              </p:cNvSpPr>
              <p:nvPr/>
            </p:nvSpPr>
            <p:spPr bwMode="auto">
              <a:xfrm>
                <a:off x="3705" y="3368"/>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Oval 237">
                <a:extLst>
                  <a:ext uri="{FF2B5EF4-FFF2-40B4-BE49-F238E27FC236}">
                    <a16:creationId xmlns:a16="http://schemas.microsoft.com/office/drawing/2014/main" id="{CD3915D0-78E7-40B1-BC73-BC566A6E477E}"/>
                  </a:ext>
                </a:extLst>
              </p:cNvPr>
              <p:cNvSpPr>
                <a:spLocks noChangeArrowheads="1"/>
              </p:cNvSpPr>
              <p:nvPr/>
            </p:nvSpPr>
            <p:spPr bwMode="auto">
              <a:xfrm>
                <a:off x="3537" y="3876"/>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38">
                <a:extLst>
                  <a:ext uri="{FF2B5EF4-FFF2-40B4-BE49-F238E27FC236}">
                    <a16:creationId xmlns:a16="http://schemas.microsoft.com/office/drawing/2014/main" id="{14BA0CE6-18F8-43C9-AF8E-59ACB9F9BCC0}"/>
                  </a:ext>
                </a:extLst>
              </p:cNvPr>
              <p:cNvSpPr>
                <a:spLocks noChangeArrowheads="1"/>
              </p:cNvSpPr>
              <p:nvPr/>
            </p:nvSpPr>
            <p:spPr bwMode="auto">
              <a:xfrm>
                <a:off x="3015" y="387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240">
                <a:extLst>
                  <a:ext uri="{FF2B5EF4-FFF2-40B4-BE49-F238E27FC236}">
                    <a16:creationId xmlns:a16="http://schemas.microsoft.com/office/drawing/2014/main" id="{A5AB8D30-47E1-4336-B8CB-926C2060923B}"/>
                  </a:ext>
                </a:extLst>
              </p:cNvPr>
              <p:cNvSpPr>
                <a:spLocks noChangeArrowheads="1"/>
              </p:cNvSpPr>
              <p:nvPr/>
            </p:nvSpPr>
            <p:spPr bwMode="auto">
              <a:xfrm>
                <a:off x="3275" y="283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41">
                <a:extLst>
                  <a:ext uri="{FF2B5EF4-FFF2-40B4-BE49-F238E27FC236}">
                    <a16:creationId xmlns:a16="http://schemas.microsoft.com/office/drawing/2014/main" id="{E0B364BB-2A5D-495C-B6A5-F48C7A4728CD}"/>
                  </a:ext>
                </a:extLst>
              </p:cNvPr>
              <p:cNvSpPr>
                <a:spLocks noChangeArrowheads="1"/>
              </p:cNvSpPr>
              <p:nvPr/>
            </p:nvSpPr>
            <p:spPr bwMode="auto">
              <a:xfrm>
                <a:off x="3918" y="3300"/>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42">
                <a:extLst>
                  <a:ext uri="{FF2B5EF4-FFF2-40B4-BE49-F238E27FC236}">
                    <a16:creationId xmlns:a16="http://schemas.microsoft.com/office/drawing/2014/main" id="{F6945F25-92FA-4722-A300-8F7608D907C5}"/>
                  </a:ext>
                </a:extLst>
              </p:cNvPr>
              <p:cNvSpPr>
                <a:spLocks noChangeArrowheads="1"/>
              </p:cNvSpPr>
              <p:nvPr/>
            </p:nvSpPr>
            <p:spPr bwMode="auto">
              <a:xfrm>
                <a:off x="2627" y="3309"/>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43">
                <a:extLst>
                  <a:ext uri="{FF2B5EF4-FFF2-40B4-BE49-F238E27FC236}">
                    <a16:creationId xmlns:a16="http://schemas.microsoft.com/office/drawing/2014/main" id="{E9981A8E-9EC6-42C5-8B6F-B08B6C9F439D}"/>
                  </a:ext>
                </a:extLst>
              </p:cNvPr>
              <p:cNvSpPr>
                <a:spLocks noChangeArrowheads="1"/>
              </p:cNvSpPr>
              <p:nvPr/>
            </p:nvSpPr>
            <p:spPr bwMode="auto">
              <a:xfrm>
                <a:off x="2879" y="4064"/>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44">
                <a:extLst>
                  <a:ext uri="{FF2B5EF4-FFF2-40B4-BE49-F238E27FC236}">
                    <a16:creationId xmlns:a16="http://schemas.microsoft.com/office/drawing/2014/main" id="{6574BF01-7E8A-4E9A-A2CB-816411DEFD8D}"/>
                  </a:ext>
                </a:extLst>
              </p:cNvPr>
              <p:cNvSpPr>
                <a:spLocks noChangeArrowheads="1"/>
              </p:cNvSpPr>
              <p:nvPr/>
            </p:nvSpPr>
            <p:spPr bwMode="auto">
              <a:xfrm>
                <a:off x="3675" y="406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229">
                <a:extLst>
                  <a:ext uri="{FF2B5EF4-FFF2-40B4-BE49-F238E27FC236}">
                    <a16:creationId xmlns:a16="http://schemas.microsoft.com/office/drawing/2014/main" id="{D4CA7E11-9AE5-4DAA-8228-FC5D8B954D83}"/>
                  </a:ext>
                </a:extLst>
              </p:cNvPr>
              <p:cNvSpPr>
                <a:spLocks noChangeArrowheads="1"/>
              </p:cNvSpPr>
              <p:nvPr/>
            </p:nvSpPr>
            <p:spPr bwMode="auto">
              <a:xfrm>
                <a:off x="3415" y="3334"/>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Oval 230">
                <a:extLst>
                  <a:ext uri="{FF2B5EF4-FFF2-40B4-BE49-F238E27FC236}">
                    <a16:creationId xmlns:a16="http://schemas.microsoft.com/office/drawing/2014/main" id="{6A850655-3213-43C0-9215-B5F41C19F43B}"/>
                  </a:ext>
                </a:extLst>
              </p:cNvPr>
              <p:cNvSpPr>
                <a:spLocks noChangeArrowheads="1"/>
              </p:cNvSpPr>
              <p:nvPr/>
            </p:nvSpPr>
            <p:spPr bwMode="auto">
              <a:xfrm>
                <a:off x="3142" y="3332"/>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231">
                <a:extLst>
                  <a:ext uri="{FF2B5EF4-FFF2-40B4-BE49-F238E27FC236}">
                    <a16:creationId xmlns:a16="http://schemas.microsoft.com/office/drawing/2014/main" id="{F1673631-B724-45A0-9726-5788A557C323}"/>
                  </a:ext>
                </a:extLst>
              </p:cNvPr>
              <p:cNvSpPr>
                <a:spLocks noChangeArrowheads="1"/>
              </p:cNvSpPr>
              <p:nvPr/>
            </p:nvSpPr>
            <p:spPr bwMode="auto">
              <a:xfrm>
                <a:off x="3063" y="3587"/>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232">
                <a:extLst>
                  <a:ext uri="{FF2B5EF4-FFF2-40B4-BE49-F238E27FC236}">
                    <a16:creationId xmlns:a16="http://schemas.microsoft.com/office/drawing/2014/main" id="{4E18AEB6-8D74-4587-861A-460D4409A1D4}"/>
                  </a:ext>
                </a:extLst>
              </p:cNvPr>
              <p:cNvSpPr>
                <a:spLocks noChangeArrowheads="1"/>
              </p:cNvSpPr>
              <p:nvPr/>
            </p:nvSpPr>
            <p:spPr bwMode="auto">
              <a:xfrm>
                <a:off x="3487" y="3587"/>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233">
                <a:extLst>
                  <a:ext uri="{FF2B5EF4-FFF2-40B4-BE49-F238E27FC236}">
                    <a16:creationId xmlns:a16="http://schemas.microsoft.com/office/drawing/2014/main" id="{8D2A10FE-7729-4472-B02C-57CB9CCFF15D}"/>
                  </a:ext>
                </a:extLst>
              </p:cNvPr>
              <p:cNvSpPr>
                <a:spLocks noChangeArrowheads="1"/>
              </p:cNvSpPr>
              <p:nvPr/>
            </p:nvSpPr>
            <p:spPr bwMode="auto">
              <a:xfrm>
                <a:off x="3276" y="3737"/>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Freeform 257">
                <a:extLst>
                  <a:ext uri="{FF2B5EF4-FFF2-40B4-BE49-F238E27FC236}">
                    <a16:creationId xmlns:a16="http://schemas.microsoft.com/office/drawing/2014/main" id="{B422E0C4-0A9A-44BE-B5C8-557C0EF7566E}"/>
                  </a:ext>
                </a:extLst>
              </p:cNvPr>
              <p:cNvSpPr>
                <a:spLocks/>
              </p:cNvSpPr>
              <p:nvPr/>
            </p:nvSpPr>
            <p:spPr bwMode="auto">
              <a:xfrm>
                <a:off x="3100" y="3414"/>
                <a:ext cx="54" cy="174"/>
              </a:xfrm>
              <a:custGeom>
                <a:avLst/>
                <a:gdLst>
                  <a:gd name="T0" fmla="*/ 54 w 54"/>
                  <a:gd name="T1" fmla="*/ 0 h 174"/>
                  <a:gd name="T2" fmla="*/ 0 w 54"/>
                  <a:gd name="T3" fmla="*/ 174 h 174"/>
                </a:gdLst>
                <a:ahLst/>
                <a:cxnLst>
                  <a:cxn ang="0">
                    <a:pos x="T0" y="T1"/>
                  </a:cxn>
                  <a:cxn ang="0">
                    <a:pos x="T2" y="T3"/>
                  </a:cxn>
                </a:cxnLst>
                <a:rect l="0" t="0" r="r" b="b"/>
                <a:pathLst>
                  <a:path w="54" h="174">
                    <a:moveTo>
                      <a:pt x="54" y="0"/>
                    </a:moveTo>
                    <a:lnTo>
                      <a:pt x="0" y="174"/>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Freeform 258">
                <a:extLst>
                  <a:ext uri="{FF2B5EF4-FFF2-40B4-BE49-F238E27FC236}">
                    <a16:creationId xmlns:a16="http://schemas.microsoft.com/office/drawing/2014/main" id="{71C9DF92-9CE4-4E6D-88A9-28B7EC46BED9}"/>
                  </a:ext>
                </a:extLst>
              </p:cNvPr>
              <p:cNvSpPr>
                <a:spLocks/>
              </p:cNvSpPr>
              <p:nvPr/>
            </p:nvSpPr>
            <p:spPr bwMode="auto">
              <a:xfrm>
                <a:off x="3126" y="3674"/>
                <a:ext cx="150" cy="100"/>
              </a:xfrm>
              <a:custGeom>
                <a:avLst/>
                <a:gdLst>
                  <a:gd name="T0" fmla="*/ 0 w 150"/>
                  <a:gd name="T1" fmla="*/ 0 h 100"/>
                  <a:gd name="T2" fmla="*/ 150 w 150"/>
                  <a:gd name="T3" fmla="*/ 100 h 100"/>
                </a:gdLst>
                <a:ahLst/>
                <a:cxnLst>
                  <a:cxn ang="0">
                    <a:pos x="T0" y="T1"/>
                  </a:cxn>
                  <a:cxn ang="0">
                    <a:pos x="T2" y="T3"/>
                  </a:cxn>
                </a:cxnLst>
                <a:rect l="0" t="0" r="r" b="b"/>
                <a:pathLst>
                  <a:path w="150" h="100">
                    <a:moveTo>
                      <a:pt x="0" y="0"/>
                    </a:moveTo>
                    <a:lnTo>
                      <a:pt x="150" y="10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Freeform 259">
                <a:extLst>
                  <a:ext uri="{FF2B5EF4-FFF2-40B4-BE49-F238E27FC236}">
                    <a16:creationId xmlns:a16="http://schemas.microsoft.com/office/drawing/2014/main" id="{53B16512-BE6A-4393-AB1E-8B2FF360E45A}"/>
                  </a:ext>
                </a:extLst>
              </p:cNvPr>
              <p:cNvSpPr>
                <a:spLocks/>
              </p:cNvSpPr>
              <p:nvPr/>
            </p:nvSpPr>
            <p:spPr bwMode="auto">
              <a:xfrm>
                <a:off x="3370" y="3676"/>
                <a:ext cx="142" cy="102"/>
              </a:xfrm>
              <a:custGeom>
                <a:avLst/>
                <a:gdLst>
                  <a:gd name="T0" fmla="*/ 142 w 142"/>
                  <a:gd name="T1" fmla="*/ 0 h 102"/>
                  <a:gd name="T2" fmla="*/ 0 w 142"/>
                  <a:gd name="T3" fmla="*/ 102 h 102"/>
                </a:gdLst>
                <a:ahLst/>
                <a:cxnLst>
                  <a:cxn ang="0">
                    <a:pos x="T0" y="T1"/>
                  </a:cxn>
                  <a:cxn ang="0">
                    <a:pos x="T2" y="T3"/>
                  </a:cxn>
                </a:cxnLst>
                <a:rect l="0" t="0" r="r" b="b"/>
                <a:pathLst>
                  <a:path w="142" h="102">
                    <a:moveTo>
                      <a:pt x="142" y="0"/>
                    </a:moveTo>
                    <a:lnTo>
                      <a:pt x="0" y="102"/>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Freeform 260">
                <a:extLst>
                  <a:ext uri="{FF2B5EF4-FFF2-40B4-BE49-F238E27FC236}">
                    <a16:creationId xmlns:a16="http://schemas.microsoft.com/office/drawing/2014/main" id="{A415687C-71A5-4A18-9A5D-A3ED190F939C}"/>
                  </a:ext>
                </a:extLst>
              </p:cNvPr>
              <p:cNvSpPr>
                <a:spLocks/>
              </p:cNvSpPr>
              <p:nvPr/>
            </p:nvSpPr>
            <p:spPr bwMode="auto">
              <a:xfrm>
                <a:off x="3494" y="3416"/>
                <a:ext cx="48" cy="170"/>
              </a:xfrm>
              <a:custGeom>
                <a:avLst/>
                <a:gdLst>
                  <a:gd name="T0" fmla="*/ 0 w 48"/>
                  <a:gd name="T1" fmla="*/ 0 h 170"/>
                  <a:gd name="T2" fmla="*/ 48 w 48"/>
                  <a:gd name="T3" fmla="*/ 170 h 170"/>
                </a:gdLst>
                <a:ahLst/>
                <a:cxnLst>
                  <a:cxn ang="0">
                    <a:pos x="T0" y="T1"/>
                  </a:cxn>
                  <a:cxn ang="0">
                    <a:pos x="T2" y="T3"/>
                  </a:cxn>
                </a:cxnLst>
                <a:rect l="0" t="0" r="r" b="b"/>
                <a:pathLst>
                  <a:path w="48" h="170">
                    <a:moveTo>
                      <a:pt x="0" y="0"/>
                    </a:moveTo>
                    <a:lnTo>
                      <a:pt x="48" y="17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Freeform 261">
                <a:extLst>
                  <a:ext uri="{FF2B5EF4-FFF2-40B4-BE49-F238E27FC236}">
                    <a16:creationId xmlns:a16="http://schemas.microsoft.com/office/drawing/2014/main" id="{93F13044-6DCE-42D6-93DF-1FDC27789787}"/>
                  </a:ext>
                </a:extLst>
              </p:cNvPr>
              <p:cNvSpPr>
                <a:spLocks/>
              </p:cNvSpPr>
              <p:nvPr/>
            </p:nvSpPr>
            <p:spPr bwMode="auto">
              <a:xfrm>
                <a:off x="3230" y="3356"/>
                <a:ext cx="188" cy="1"/>
              </a:xfrm>
              <a:custGeom>
                <a:avLst/>
                <a:gdLst>
                  <a:gd name="T0" fmla="*/ 0 w 188"/>
                  <a:gd name="T1" fmla="*/ 0 h 1"/>
                  <a:gd name="T2" fmla="*/ 188 w 188"/>
                  <a:gd name="T3" fmla="*/ 0 h 1"/>
                </a:gdLst>
                <a:ahLst/>
                <a:cxnLst>
                  <a:cxn ang="0">
                    <a:pos x="T0" y="T1"/>
                  </a:cxn>
                  <a:cxn ang="0">
                    <a:pos x="T2" y="T3"/>
                  </a:cxn>
                </a:cxnLst>
                <a:rect l="0" t="0" r="r" b="b"/>
                <a:pathLst>
                  <a:path w="188" h="1">
                    <a:moveTo>
                      <a:pt x="0" y="0"/>
                    </a:moveTo>
                    <a:lnTo>
                      <a:pt x="188" y="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Freeform 282">
                <a:extLst>
                  <a:ext uri="{FF2B5EF4-FFF2-40B4-BE49-F238E27FC236}">
                    <a16:creationId xmlns:a16="http://schemas.microsoft.com/office/drawing/2014/main" id="{B8B0BB3B-94B0-4E2D-8EE2-8FAAB1711812}"/>
                  </a:ext>
                </a:extLst>
              </p:cNvPr>
              <p:cNvSpPr>
                <a:spLocks/>
              </p:cNvSpPr>
              <p:nvPr/>
            </p:nvSpPr>
            <p:spPr bwMode="auto">
              <a:xfrm>
                <a:off x="2884" y="3476"/>
                <a:ext cx="56" cy="172"/>
              </a:xfrm>
              <a:custGeom>
                <a:avLst/>
                <a:gdLst>
                  <a:gd name="T0" fmla="*/ 0 w 56"/>
                  <a:gd name="T1" fmla="*/ 0 h 172"/>
                  <a:gd name="T2" fmla="*/ 56 w 56"/>
                  <a:gd name="T3" fmla="*/ 172 h 172"/>
                </a:gdLst>
                <a:ahLst/>
                <a:cxnLst>
                  <a:cxn ang="0">
                    <a:pos x="T0" y="T1"/>
                  </a:cxn>
                  <a:cxn ang="0">
                    <a:pos x="T2" y="T3"/>
                  </a:cxn>
                </a:cxnLst>
                <a:rect l="0" t="0" r="r" b="b"/>
                <a:pathLst>
                  <a:path w="56" h="172">
                    <a:moveTo>
                      <a:pt x="0" y="0"/>
                    </a:moveTo>
                    <a:lnTo>
                      <a:pt x="56" y="172"/>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Freeform 283">
                <a:extLst>
                  <a:ext uri="{FF2B5EF4-FFF2-40B4-BE49-F238E27FC236}">
                    <a16:creationId xmlns:a16="http://schemas.microsoft.com/office/drawing/2014/main" id="{337608F3-D50D-491F-9E4D-8BBCEA6455F2}"/>
                  </a:ext>
                </a:extLst>
              </p:cNvPr>
              <p:cNvSpPr>
                <a:spLocks/>
              </p:cNvSpPr>
              <p:nvPr/>
            </p:nvSpPr>
            <p:spPr bwMode="auto">
              <a:xfrm>
                <a:off x="3364" y="3932"/>
                <a:ext cx="176" cy="16"/>
              </a:xfrm>
              <a:custGeom>
                <a:avLst/>
                <a:gdLst>
                  <a:gd name="T0" fmla="*/ 0 w 176"/>
                  <a:gd name="T1" fmla="*/ 0 h 16"/>
                  <a:gd name="T2" fmla="*/ 176 w 176"/>
                  <a:gd name="T3" fmla="*/ 16 h 16"/>
                </a:gdLst>
                <a:ahLst/>
                <a:cxnLst>
                  <a:cxn ang="0">
                    <a:pos x="T0" y="T1"/>
                  </a:cxn>
                  <a:cxn ang="0">
                    <a:pos x="T2" y="T3"/>
                  </a:cxn>
                </a:cxnLst>
                <a:rect l="0" t="0" r="r" b="b"/>
                <a:pathLst>
                  <a:path w="176" h="16">
                    <a:moveTo>
                      <a:pt x="0" y="0"/>
                    </a:moveTo>
                    <a:lnTo>
                      <a:pt x="176" y="16"/>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Freeform 284">
                <a:extLst>
                  <a:ext uri="{FF2B5EF4-FFF2-40B4-BE49-F238E27FC236}">
                    <a16:creationId xmlns:a16="http://schemas.microsoft.com/office/drawing/2014/main" id="{E976F3FE-071F-4261-9771-B73603A212B3}"/>
                  </a:ext>
                </a:extLst>
              </p:cNvPr>
              <p:cNvSpPr>
                <a:spLocks/>
              </p:cNvSpPr>
              <p:nvPr/>
            </p:nvSpPr>
            <p:spPr bwMode="auto">
              <a:xfrm>
                <a:off x="3692" y="3464"/>
                <a:ext cx="68" cy="180"/>
              </a:xfrm>
              <a:custGeom>
                <a:avLst/>
                <a:gdLst>
                  <a:gd name="T0" fmla="*/ 68 w 68"/>
                  <a:gd name="T1" fmla="*/ 0 h 180"/>
                  <a:gd name="T2" fmla="*/ 0 w 68"/>
                  <a:gd name="T3" fmla="*/ 180 h 180"/>
                </a:gdLst>
                <a:ahLst/>
                <a:cxnLst>
                  <a:cxn ang="0">
                    <a:pos x="T0" y="T1"/>
                  </a:cxn>
                  <a:cxn ang="0">
                    <a:pos x="T2" y="T3"/>
                  </a:cxn>
                </a:cxnLst>
                <a:rect l="0" t="0" r="r" b="b"/>
                <a:pathLst>
                  <a:path w="68" h="180">
                    <a:moveTo>
                      <a:pt x="68" y="0"/>
                    </a:moveTo>
                    <a:lnTo>
                      <a:pt x="0" y="18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Freeform 285">
                <a:extLst>
                  <a:ext uri="{FF2B5EF4-FFF2-40B4-BE49-F238E27FC236}">
                    <a16:creationId xmlns:a16="http://schemas.microsoft.com/office/drawing/2014/main" id="{50452AD5-327C-4849-960A-D3F162403935}"/>
                  </a:ext>
                </a:extLst>
              </p:cNvPr>
              <p:cNvSpPr>
                <a:spLocks/>
              </p:cNvSpPr>
              <p:nvPr/>
            </p:nvSpPr>
            <p:spPr bwMode="auto">
              <a:xfrm>
                <a:off x="3372" y="3108"/>
                <a:ext cx="152" cy="128"/>
              </a:xfrm>
              <a:custGeom>
                <a:avLst/>
                <a:gdLst>
                  <a:gd name="T0" fmla="*/ 0 w 152"/>
                  <a:gd name="T1" fmla="*/ 0 h 128"/>
                  <a:gd name="T2" fmla="*/ 152 w 152"/>
                  <a:gd name="T3" fmla="*/ 128 h 128"/>
                </a:gdLst>
                <a:ahLst/>
                <a:cxnLst>
                  <a:cxn ang="0">
                    <a:pos x="T0" y="T1"/>
                  </a:cxn>
                  <a:cxn ang="0">
                    <a:pos x="T2" y="T3"/>
                  </a:cxn>
                </a:cxnLst>
                <a:rect l="0" t="0" r="r" b="b"/>
                <a:pathLst>
                  <a:path w="152" h="128">
                    <a:moveTo>
                      <a:pt x="0" y="0"/>
                    </a:moveTo>
                    <a:lnTo>
                      <a:pt x="152" y="128"/>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Freeform 286">
                <a:extLst>
                  <a:ext uri="{FF2B5EF4-FFF2-40B4-BE49-F238E27FC236}">
                    <a16:creationId xmlns:a16="http://schemas.microsoft.com/office/drawing/2014/main" id="{74DDBE73-0E32-4934-BC2D-9EB11A32709E}"/>
                  </a:ext>
                </a:extLst>
              </p:cNvPr>
              <p:cNvSpPr>
                <a:spLocks/>
              </p:cNvSpPr>
              <p:nvPr/>
            </p:nvSpPr>
            <p:spPr bwMode="auto">
              <a:xfrm>
                <a:off x="3124" y="3112"/>
                <a:ext cx="144" cy="108"/>
              </a:xfrm>
              <a:custGeom>
                <a:avLst/>
                <a:gdLst>
                  <a:gd name="T0" fmla="*/ 144 w 144"/>
                  <a:gd name="T1" fmla="*/ 0 h 108"/>
                  <a:gd name="T2" fmla="*/ 0 w 144"/>
                  <a:gd name="T3" fmla="*/ 108 h 108"/>
                </a:gdLst>
                <a:ahLst/>
                <a:cxnLst>
                  <a:cxn ang="0">
                    <a:pos x="T0" y="T1"/>
                  </a:cxn>
                  <a:cxn ang="0">
                    <a:pos x="T2" y="T3"/>
                  </a:cxn>
                </a:cxnLst>
                <a:rect l="0" t="0" r="r" b="b"/>
                <a:pathLst>
                  <a:path w="144" h="108">
                    <a:moveTo>
                      <a:pt x="144" y="0"/>
                    </a:moveTo>
                    <a:lnTo>
                      <a:pt x="0" y="108"/>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Freeform 287">
                <a:extLst>
                  <a:ext uri="{FF2B5EF4-FFF2-40B4-BE49-F238E27FC236}">
                    <a16:creationId xmlns:a16="http://schemas.microsoft.com/office/drawing/2014/main" id="{94FA5222-560C-46DA-A328-500BABF019EA}"/>
                  </a:ext>
                </a:extLst>
              </p:cNvPr>
              <p:cNvSpPr>
                <a:spLocks/>
              </p:cNvSpPr>
              <p:nvPr/>
            </p:nvSpPr>
            <p:spPr bwMode="auto">
              <a:xfrm>
                <a:off x="2664" y="3404"/>
                <a:ext cx="216" cy="668"/>
              </a:xfrm>
              <a:custGeom>
                <a:avLst/>
                <a:gdLst>
                  <a:gd name="T0" fmla="*/ 0 w 216"/>
                  <a:gd name="T1" fmla="*/ 0 h 668"/>
                  <a:gd name="T2" fmla="*/ 216 w 216"/>
                  <a:gd name="T3" fmla="*/ 668 h 668"/>
                </a:gdLst>
                <a:ahLst/>
                <a:cxnLst>
                  <a:cxn ang="0">
                    <a:pos x="T0" y="T1"/>
                  </a:cxn>
                  <a:cxn ang="0">
                    <a:pos x="T2" y="T3"/>
                  </a:cxn>
                </a:cxnLst>
                <a:rect l="0" t="0" r="r" b="b"/>
                <a:pathLst>
                  <a:path w="216" h="668">
                    <a:moveTo>
                      <a:pt x="0" y="0"/>
                    </a:moveTo>
                    <a:lnTo>
                      <a:pt x="216" y="668"/>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Freeform 288">
                <a:extLst>
                  <a:ext uri="{FF2B5EF4-FFF2-40B4-BE49-F238E27FC236}">
                    <a16:creationId xmlns:a16="http://schemas.microsoft.com/office/drawing/2014/main" id="{ED6446F1-9A51-4104-A09C-84B58DBA8BBC}"/>
                  </a:ext>
                </a:extLst>
              </p:cNvPr>
              <p:cNvSpPr>
                <a:spLocks/>
              </p:cNvSpPr>
              <p:nvPr/>
            </p:nvSpPr>
            <p:spPr bwMode="auto">
              <a:xfrm>
                <a:off x="2976" y="4112"/>
                <a:ext cx="704" cy="1"/>
              </a:xfrm>
              <a:custGeom>
                <a:avLst/>
                <a:gdLst>
                  <a:gd name="T0" fmla="*/ 0 w 704"/>
                  <a:gd name="T1" fmla="*/ 0 h 1"/>
                  <a:gd name="T2" fmla="*/ 704 w 704"/>
                  <a:gd name="T3" fmla="*/ 0 h 1"/>
                </a:gdLst>
                <a:ahLst/>
                <a:cxnLst>
                  <a:cxn ang="0">
                    <a:pos x="T0" y="T1"/>
                  </a:cxn>
                  <a:cxn ang="0">
                    <a:pos x="T2" y="T3"/>
                  </a:cxn>
                </a:cxnLst>
                <a:rect l="0" t="0" r="r" b="b"/>
                <a:pathLst>
                  <a:path w="704" h="1">
                    <a:moveTo>
                      <a:pt x="0" y="0"/>
                    </a:moveTo>
                    <a:lnTo>
                      <a:pt x="704" y="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Freeform 289">
                <a:extLst>
                  <a:ext uri="{FF2B5EF4-FFF2-40B4-BE49-F238E27FC236}">
                    <a16:creationId xmlns:a16="http://schemas.microsoft.com/office/drawing/2014/main" id="{FBE0551E-6223-4D09-9DEF-BE368CCA3BDD}"/>
                  </a:ext>
                </a:extLst>
              </p:cNvPr>
              <p:cNvSpPr>
                <a:spLocks/>
              </p:cNvSpPr>
              <p:nvPr/>
            </p:nvSpPr>
            <p:spPr bwMode="auto">
              <a:xfrm>
                <a:off x="3756" y="3396"/>
                <a:ext cx="212" cy="684"/>
              </a:xfrm>
              <a:custGeom>
                <a:avLst/>
                <a:gdLst>
                  <a:gd name="T0" fmla="*/ 212 w 212"/>
                  <a:gd name="T1" fmla="*/ 0 h 684"/>
                  <a:gd name="T2" fmla="*/ 0 w 212"/>
                  <a:gd name="T3" fmla="*/ 684 h 684"/>
                </a:gdLst>
                <a:ahLst/>
                <a:cxnLst>
                  <a:cxn ang="0">
                    <a:pos x="T0" y="T1"/>
                  </a:cxn>
                  <a:cxn ang="0">
                    <a:pos x="T2" y="T3"/>
                  </a:cxn>
                </a:cxnLst>
                <a:rect l="0" t="0" r="r" b="b"/>
                <a:pathLst>
                  <a:path w="212" h="684">
                    <a:moveTo>
                      <a:pt x="212" y="0"/>
                    </a:moveTo>
                    <a:lnTo>
                      <a:pt x="0" y="684"/>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Freeform 290">
                <a:extLst>
                  <a:ext uri="{FF2B5EF4-FFF2-40B4-BE49-F238E27FC236}">
                    <a16:creationId xmlns:a16="http://schemas.microsoft.com/office/drawing/2014/main" id="{6321CECF-CCBF-4C2A-8EA9-506C5F16FFAE}"/>
                  </a:ext>
                </a:extLst>
              </p:cNvPr>
              <p:cNvSpPr>
                <a:spLocks/>
              </p:cNvSpPr>
              <p:nvPr/>
            </p:nvSpPr>
            <p:spPr bwMode="auto">
              <a:xfrm>
                <a:off x="3360" y="2880"/>
                <a:ext cx="584" cy="424"/>
              </a:xfrm>
              <a:custGeom>
                <a:avLst/>
                <a:gdLst>
                  <a:gd name="T0" fmla="*/ 0 w 584"/>
                  <a:gd name="T1" fmla="*/ 0 h 424"/>
                  <a:gd name="T2" fmla="*/ 584 w 584"/>
                  <a:gd name="T3" fmla="*/ 424 h 424"/>
                </a:gdLst>
                <a:ahLst/>
                <a:cxnLst>
                  <a:cxn ang="0">
                    <a:pos x="T0" y="T1"/>
                  </a:cxn>
                  <a:cxn ang="0">
                    <a:pos x="T2" y="T3"/>
                  </a:cxn>
                </a:cxnLst>
                <a:rect l="0" t="0" r="r" b="b"/>
                <a:pathLst>
                  <a:path w="584" h="424">
                    <a:moveTo>
                      <a:pt x="0" y="0"/>
                    </a:moveTo>
                    <a:lnTo>
                      <a:pt x="584" y="424"/>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Freeform 291">
                <a:extLst>
                  <a:ext uri="{FF2B5EF4-FFF2-40B4-BE49-F238E27FC236}">
                    <a16:creationId xmlns:a16="http://schemas.microsoft.com/office/drawing/2014/main" id="{307DB7DB-98BA-47BA-AD94-4DC31BEF1A1B}"/>
                  </a:ext>
                </a:extLst>
              </p:cNvPr>
              <p:cNvSpPr>
                <a:spLocks/>
              </p:cNvSpPr>
              <p:nvPr/>
            </p:nvSpPr>
            <p:spPr bwMode="auto">
              <a:xfrm>
                <a:off x="2688" y="2880"/>
                <a:ext cx="580" cy="432"/>
              </a:xfrm>
              <a:custGeom>
                <a:avLst/>
                <a:gdLst>
                  <a:gd name="T0" fmla="*/ 580 w 580"/>
                  <a:gd name="T1" fmla="*/ 0 h 432"/>
                  <a:gd name="T2" fmla="*/ 0 w 580"/>
                  <a:gd name="T3" fmla="*/ 432 h 432"/>
                </a:gdLst>
                <a:ahLst/>
                <a:cxnLst>
                  <a:cxn ang="0">
                    <a:pos x="T0" y="T1"/>
                  </a:cxn>
                  <a:cxn ang="0">
                    <a:pos x="T2" y="T3"/>
                  </a:cxn>
                </a:cxnLst>
                <a:rect l="0" t="0" r="r" b="b"/>
                <a:pathLst>
                  <a:path w="580" h="432">
                    <a:moveTo>
                      <a:pt x="580" y="0"/>
                    </a:moveTo>
                    <a:lnTo>
                      <a:pt x="0" y="432"/>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Freeform 292">
                <a:extLst>
                  <a:ext uri="{FF2B5EF4-FFF2-40B4-BE49-F238E27FC236}">
                    <a16:creationId xmlns:a16="http://schemas.microsoft.com/office/drawing/2014/main" id="{952CBB8A-A2DD-41F7-80CB-057D0CA39A8F}"/>
                  </a:ext>
                </a:extLst>
              </p:cNvPr>
              <p:cNvSpPr>
                <a:spLocks/>
              </p:cNvSpPr>
              <p:nvPr/>
            </p:nvSpPr>
            <p:spPr bwMode="auto">
              <a:xfrm>
                <a:off x="2728" y="3368"/>
                <a:ext cx="116" cy="40"/>
              </a:xfrm>
              <a:custGeom>
                <a:avLst/>
                <a:gdLst>
                  <a:gd name="T0" fmla="*/ 0 w 116"/>
                  <a:gd name="T1" fmla="*/ 0 h 40"/>
                  <a:gd name="T2" fmla="*/ 116 w 116"/>
                  <a:gd name="T3" fmla="*/ 40 h 40"/>
                </a:gdLst>
                <a:ahLst/>
                <a:cxnLst>
                  <a:cxn ang="0">
                    <a:pos x="T0" y="T1"/>
                  </a:cxn>
                  <a:cxn ang="0">
                    <a:pos x="T2" y="T3"/>
                  </a:cxn>
                </a:cxnLst>
                <a:rect l="0" t="0" r="r" b="b"/>
                <a:pathLst>
                  <a:path w="116" h="40">
                    <a:moveTo>
                      <a:pt x="0" y="0"/>
                    </a:moveTo>
                    <a:lnTo>
                      <a:pt x="116" y="4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Freeform 293">
                <a:extLst>
                  <a:ext uri="{FF2B5EF4-FFF2-40B4-BE49-F238E27FC236}">
                    <a16:creationId xmlns:a16="http://schemas.microsoft.com/office/drawing/2014/main" id="{7B3BA332-BAD4-4E9B-AABA-0B3900BAE8D2}"/>
                  </a:ext>
                </a:extLst>
              </p:cNvPr>
              <p:cNvSpPr>
                <a:spLocks/>
              </p:cNvSpPr>
              <p:nvPr/>
            </p:nvSpPr>
            <p:spPr bwMode="auto">
              <a:xfrm>
                <a:off x="3792" y="3360"/>
                <a:ext cx="132" cy="36"/>
              </a:xfrm>
              <a:custGeom>
                <a:avLst/>
                <a:gdLst>
                  <a:gd name="T0" fmla="*/ 0 w 132"/>
                  <a:gd name="T1" fmla="*/ 36 h 36"/>
                  <a:gd name="T2" fmla="*/ 132 w 132"/>
                  <a:gd name="T3" fmla="*/ 0 h 36"/>
                </a:gdLst>
                <a:ahLst/>
                <a:cxnLst>
                  <a:cxn ang="0">
                    <a:pos x="T0" y="T1"/>
                  </a:cxn>
                  <a:cxn ang="0">
                    <a:pos x="T2" y="T3"/>
                  </a:cxn>
                </a:cxnLst>
                <a:rect l="0" t="0" r="r" b="b"/>
                <a:pathLst>
                  <a:path w="132" h="36">
                    <a:moveTo>
                      <a:pt x="0" y="36"/>
                    </a:moveTo>
                    <a:lnTo>
                      <a:pt x="132" y="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Freeform 294">
                <a:extLst>
                  <a:ext uri="{FF2B5EF4-FFF2-40B4-BE49-F238E27FC236}">
                    <a16:creationId xmlns:a16="http://schemas.microsoft.com/office/drawing/2014/main" id="{B43339B8-4FD3-4F18-B542-6FA45DF35F1D}"/>
                  </a:ext>
                </a:extLst>
              </p:cNvPr>
              <p:cNvSpPr>
                <a:spLocks/>
              </p:cNvSpPr>
              <p:nvPr/>
            </p:nvSpPr>
            <p:spPr bwMode="auto">
              <a:xfrm>
                <a:off x="2952" y="3960"/>
                <a:ext cx="80" cy="112"/>
              </a:xfrm>
              <a:custGeom>
                <a:avLst/>
                <a:gdLst>
                  <a:gd name="T0" fmla="*/ 80 w 80"/>
                  <a:gd name="T1" fmla="*/ 0 h 112"/>
                  <a:gd name="T2" fmla="*/ 0 w 80"/>
                  <a:gd name="T3" fmla="*/ 112 h 112"/>
                </a:gdLst>
                <a:ahLst/>
                <a:cxnLst>
                  <a:cxn ang="0">
                    <a:pos x="T0" y="T1"/>
                  </a:cxn>
                  <a:cxn ang="0">
                    <a:pos x="T2" y="T3"/>
                  </a:cxn>
                </a:cxnLst>
                <a:rect l="0" t="0" r="r" b="b"/>
                <a:pathLst>
                  <a:path w="80" h="112">
                    <a:moveTo>
                      <a:pt x="80" y="0"/>
                    </a:moveTo>
                    <a:lnTo>
                      <a:pt x="0" y="112"/>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Freeform 295">
                <a:extLst>
                  <a:ext uri="{FF2B5EF4-FFF2-40B4-BE49-F238E27FC236}">
                    <a16:creationId xmlns:a16="http://schemas.microsoft.com/office/drawing/2014/main" id="{7F0CA44E-E187-4A16-A96A-E520D860CA44}"/>
                  </a:ext>
                </a:extLst>
              </p:cNvPr>
              <p:cNvSpPr>
                <a:spLocks/>
              </p:cNvSpPr>
              <p:nvPr/>
            </p:nvSpPr>
            <p:spPr bwMode="auto">
              <a:xfrm>
                <a:off x="3612" y="3964"/>
                <a:ext cx="76" cy="108"/>
              </a:xfrm>
              <a:custGeom>
                <a:avLst/>
                <a:gdLst>
                  <a:gd name="T0" fmla="*/ 0 w 76"/>
                  <a:gd name="T1" fmla="*/ 0 h 108"/>
                  <a:gd name="T2" fmla="*/ 76 w 76"/>
                  <a:gd name="T3" fmla="*/ 108 h 108"/>
                </a:gdLst>
                <a:ahLst/>
                <a:cxnLst>
                  <a:cxn ang="0">
                    <a:pos x="T0" y="T1"/>
                  </a:cxn>
                  <a:cxn ang="0">
                    <a:pos x="T2" y="T3"/>
                  </a:cxn>
                </a:cxnLst>
                <a:rect l="0" t="0" r="r" b="b"/>
                <a:pathLst>
                  <a:path w="76" h="108">
                    <a:moveTo>
                      <a:pt x="0" y="0"/>
                    </a:moveTo>
                    <a:lnTo>
                      <a:pt x="76" y="108"/>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Oval 297">
                <a:extLst>
                  <a:ext uri="{FF2B5EF4-FFF2-40B4-BE49-F238E27FC236}">
                    <a16:creationId xmlns:a16="http://schemas.microsoft.com/office/drawing/2014/main" id="{2471B865-D1B0-44EE-9B83-A90BBBFCD4EE}"/>
                  </a:ext>
                </a:extLst>
              </p:cNvPr>
              <p:cNvSpPr>
                <a:spLocks noChangeArrowheads="1"/>
              </p:cNvSpPr>
              <p:nvPr/>
            </p:nvSpPr>
            <p:spPr bwMode="auto">
              <a:xfrm>
                <a:off x="3045" y="3194"/>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Oval 298">
                <a:extLst>
                  <a:ext uri="{FF2B5EF4-FFF2-40B4-BE49-F238E27FC236}">
                    <a16:creationId xmlns:a16="http://schemas.microsoft.com/office/drawing/2014/main" id="{F8280514-5EA7-4008-AA38-31C6ACDF57D8}"/>
                  </a:ext>
                </a:extLst>
              </p:cNvPr>
              <p:cNvSpPr>
                <a:spLocks noChangeArrowheads="1"/>
              </p:cNvSpPr>
              <p:nvPr/>
            </p:nvSpPr>
            <p:spPr bwMode="auto">
              <a:xfrm>
                <a:off x="3512" y="321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Oval 302">
                <a:extLst>
                  <a:ext uri="{FF2B5EF4-FFF2-40B4-BE49-F238E27FC236}">
                    <a16:creationId xmlns:a16="http://schemas.microsoft.com/office/drawing/2014/main" id="{5A066DCA-4123-41B5-95EE-C7E151C94468}"/>
                  </a:ext>
                </a:extLst>
              </p:cNvPr>
              <p:cNvSpPr>
                <a:spLocks noChangeArrowheads="1"/>
              </p:cNvSpPr>
              <p:nvPr/>
            </p:nvSpPr>
            <p:spPr bwMode="auto">
              <a:xfrm>
                <a:off x="2913" y="3638"/>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Oval 303">
                <a:extLst>
                  <a:ext uri="{FF2B5EF4-FFF2-40B4-BE49-F238E27FC236}">
                    <a16:creationId xmlns:a16="http://schemas.microsoft.com/office/drawing/2014/main" id="{49AB0C8D-2805-4F9E-BE05-12D0E3FEB14E}"/>
                  </a:ext>
                </a:extLst>
              </p:cNvPr>
              <p:cNvSpPr>
                <a:spLocks noChangeArrowheads="1"/>
              </p:cNvSpPr>
              <p:nvPr/>
            </p:nvSpPr>
            <p:spPr bwMode="auto">
              <a:xfrm>
                <a:off x="3623" y="3633"/>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305">
                <a:extLst>
                  <a:ext uri="{FF2B5EF4-FFF2-40B4-BE49-F238E27FC236}">
                    <a16:creationId xmlns:a16="http://schemas.microsoft.com/office/drawing/2014/main" id="{18834D3C-7BFB-42BD-8F69-FDCF6158B404}"/>
                  </a:ext>
                </a:extLst>
              </p:cNvPr>
              <p:cNvSpPr>
                <a:spLocks noChangeArrowheads="1"/>
              </p:cNvSpPr>
              <p:nvPr/>
            </p:nvSpPr>
            <p:spPr bwMode="auto">
              <a:xfrm>
                <a:off x="3271" y="3885"/>
                <a:ext cx="91" cy="91"/>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306">
                <a:extLst>
                  <a:ext uri="{FF2B5EF4-FFF2-40B4-BE49-F238E27FC236}">
                    <a16:creationId xmlns:a16="http://schemas.microsoft.com/office/drawing/2014/main" id="{CBFD9296-8B58-489F-9DE0-38E2229A4011}"/>
                  </a:ext>
                </a:extLst>
              </p:cNvPr>
              <p:cNvSpPr>
                <a:spLocks/>
              </p:cNvSpPr>
              <p:nvPr/>
            </p:nvSpPr>
            <p:spPr bwMode="auto">
              <a:xfrm>
                <a:off x="3100" y="3932"/>
                <a:ext cx="164" cy="20"/>
              </a:xfrm>
              <a:custGeom>
                <a:avLst/>
                <a:gdLst>
                  <a:gd name="T0" fmla="*/ 0 w 164"/>
                  <a:gd name="T1" fmla="*/ 20 h 20"/>
                  <a:gd name="T2" fmla="*/ 164 w 164"/>
                  <a:gd name="T3" fmla="*/ 0 h 20"/>
                </a:gdLst>
                <a:ahLst/>
                <a:cxnLst>
                  <a:cxn ang="0">
                    <a:pos x="T0" y="T1"/>
                  </a:cxn>
                  <a:cxn ang="0">
                    <a:pos x="T2" y="T3"/>
                  </a:cxn>
                </a:cxnLst>
                <a:rect l="0" t="0" r="r" b="b"/>
                <a:pathLst>
                  <a:path w="164" h="20">
                    <a:moveTo>
                      <a:pt x="0" y="20"/>
                    </a:moveTo>
                    <a:lnTo>
                      <a:pt x="164" y="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Freeform 307">
                <a:extLst>
                  <a:ext uri="{FF2B5EF4-FFF2-40B4-BE49-F238E27FC236}">
                    <a16:creationId xmlns:a16="http://schemas.microsoft.com/office/drawing/2014/main" id="{0054E374-CDFA-45D2-8DA1-D1D925A61BD1}"/>
                  </a:ext>
                </a:extLst>
              </p:cNvPr>
              <p:cNvSpPr>
                <a:spLocks/>
              </p:cNvSpPr>
              <p:nvPr/>
            </p:nvSpPr>
            <p:spPr bwMode="auto">
              <a:xfrm>
                <a:off x="2912" y="3280"/>
                <a:ext cx="140" cy="100"/>
              </a:xfrm>
              <a:custGeom>
                <a:avLst/>
                <a:gdLst>
                  <a:gd name="T0" fmla="*/ 140 w 140"/>
                  <a:gd name="T1" fmla="*/ 0 h 100"/>
                  <a:gd name="T2" fmla="*/ 0 w 140"/>
                  <a:gd name="T3" fmla="*/ 100 h 100"/>
                </a:gdLst>
                <a:ahLst/>
                <a:cxnLst>
                  <a:cxn ang="0">
                    <a:pos x="T0" y="T1"/>
                  </a:cxn>
                  <a:cxn ang="0">
                    <a:pos x="T2" y="T3"/>
                  </a:cxn>
                </a:cxnLst>
                <a:rect l="0" t="0" r="r" b="b"/>
                <a:pathLst>
                  <a:path w="140" h="100">
                    <a:moveTo>
                      <a:pt x="140" y="0"/>
                    </a:moveTo>
                    <a:lnTo>
                      <a:pt x="0" y="10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Freeform 308">
                <a:extLst>
                  <a:ext uri="{FF2B5EF4-FFF2-40B4-BE49-F238E27FC236}">
                    <a16:creationId xmlns:a16="http://schemas.microsoft.com/office/drawing/2014/main" id="{74700AEB-7DF6-458B-BD5F-67B90E4B4FB1}"/>
                  </a:ext>
                </a:extLst>
              </p:cNvPr>
              <p:cNvSpPr>
                <a:spLocks/>
              </p:cNvSpPr>
              <p:nvPr/>
            </p:nvSpPr>
            <p:spPr bwMode="auto">
              <a:xfrm>
                <a:off x="3596" y="3296"/>
                <a:ext cx="136" cy="80"/>
              </a:xfrm>
              <a:custGeom>
                <a:avLst/>
                <a:gdLst>
                  <a:gd name="T0" fmla="*/ 0 w 136"/>
                  <a:gd name="T1" fmla="*/ 0 h 80"/>
                  <a:gd name="T2" fmla="*/ 136 w 136"/>
                  <a:gd name="T3" fmla="*/ 80 h 80"/>
                </a:gdLst>
                <a:ahLst/>
                <a:cxnLst>
                  <a:cxn ang="0">
                    <a:pos x="T0" y="T1"/>
                  </a:cxn>
                  <a:cxn ang="0">
                    <a:pos x="T2" y="T3"/>
                  </a:cxn>
                </a:cxnLst>
                <a:rect l="0" t="0" r="r" b="b"/>
                <a:pathLst>
                  <a:path w="136" h="80">
                    <a:moveTo>
                      <a:pt x="0" y="0"/>
                    </a:moveTo>
                    <a:lnTo>
                      <a:pt x="136" y="8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Freeform 309">
                <a:extLst>
                  <a:ext uri="{FF2B5EF4-FFF2-40B4-BE49-F238E27FC236}">
                    <a16:creationId xmlns:a16="http://schemas.microsoft.com/office/drawing/2014/main" id="{F9FCF297-CFFF-4B0B-805A-8A858878336C}"/>
                  </a:ext>
                </a:extLst>
              </p:cNvPr>
              <p:cNvSpPr>
                <a:spLocks/>
              </p:cNvSpPr>
              <p:nvPr/>
            </p:nvSpPr>
            <p:spPr bwMode="auto">
              <a:xfrm>
                <a:off x="2972" y="3736"/>
                <a:ext cx="52" cy="160"/>
              </a:xfrm>
              <a:custGeom>
                <a:avLst/>
                <a:gdLst>
                  <a:gd name="T0" fmla="*/ 0 w 52"/>
                  <a:gd name="T1" fmla="*/ 0 h 160"/>
                  <a:gd name="T2" fmla="*/ 52 w 52"/>
                  <a:gd name="T3" fmla="*/ 160 h 160"/>
                </a:gdLst>
                <a:ahLst/>
                <a:cxnLst>
                  <a:cxn ang="0">
                    <a:pos x="T0" y="T1"/>
                  </a:cxn>
                  <a:cxn ang="0">
                    <a:pos x="T2" y="T3"/>
                  </a:cxn>
                </a:cxnLst>
                <a:rect l="0" t="0" r="r" b="b"/>
                <a:pathLst>
                  <a:path w="52" h="160">
                    <a:moveTo>
                      <a:pt x="0" y="0"/>
                    </a:moveTo>
                    <a:lnTo>
                      <a:pt x="52" y="16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Freeform 310">
                <a:extLst>
                  <a:ext uri="{FF2B5EF4-FFF2-40B4-BE49-F238E27FC236}">
                    <a16:creationId xmlns:a16="http://schemas.microsoft.com/office/drawing/2014/main" id="{223B2B14-A55A-4B3C-B7C8-551F31EE0BF9}"/>
                  </a:ext>
                </a:extLst>
              </p:cNvPr>
              <p:cNvSpPr>
                <a:spLocks/>
              </p:cNvSpPr>
              <p:nvPr/>
            </p:nvSpPr>
            <p:spPr bwMode="auto">
              <a:xfrm>
                <a:off x="3620" y="3728"/>
                <a:ext cx="36" cy="176"/>
              </a:xfrm>
              <a:custGeom>
                <a:avLst/>
                <a:gdLst>
                  <a:gd name="T0" fmla="*/ 36 w 36"/>
                  <a:gd name="T1" fmla="*/ 0 h 176"/>
                  <a:gd name="T2" fmla="*/ 0 w 36"/>
                  <a:gd name="T3" fmla="*/ 176 h 176"/>
                </a:gdLst>
                <a:ahLst/>
                <a:cxnLst>
                  <a:cxn ang="0">
                    <a:pos x="T0" y="T1"/>
                  </a:cxn>
                  <a:cxn ang="0">
                    <a:pos x="T2" y="T3"/>
                  </a:cxn>
                </a:cxnLst>
                <a:rect l="0" t="0" r="r" b="b"/>
                <a:pathLst>
                  <a:path w="36" h="176">
                    <a:moveTo>
                      <a:pt x="36" y="0"/>
                    </a:moveTo>
                    <a:lnTo>
                      <a:pt x="0" y="176"/>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Freeform 311">
                <a:extLst>
                  <a:ext uri="{FF2B5EF4-FFF2-40B4-BE49-F238E27FC236}">
                    <a16:creationId xmlns:a16="http://schemas.microsoft.com/office/drawing/2014/main" id="{EF088AE1-0F86-40BA-A4FD-0F313F855294}"/>
                  </a:ext>
                </a:extLst>
              </p:cNvPr>
              <p:cNvSpPr>
                <a:spLocks/>
              </p:cNvSpPr>
              <p:nvPr/>
            </p:nvSpPr>
            <p:spPr bwMode="auto">
              <a:xfrm>
                <a:off x="3324" y="2928"/>
                <a:ext cx="1" cy="120"/>
              </a:xfrm>
              <a:custGeom>
                <a:avLst/>
                <a:gdLst>
                  <a:gd name="T0" fmla="*/ 0 w 1"/>
                  <a:gd name="T1" fmla="*/ 0 h 120"/>
                  <a:gd name="T2" fmla="*/ 0 w 1"/>
                  <a:gd name="T3" fmla="*/ 120 h 120"/>
                </a:gdLst>
                <a:ahLst/>
                <a:cxnLst>
                  <a:cxn ang="0">
                    <a:pos x="T0" y="T1"/>
                  </a:cxn>
                  <a:cxn ang="0">
                    <a:pos x="T2" y="T3"/>
                  </a:cxn>
                </a:cxnLst>
                <a:rect l="0" t="0" r="r" b="b"/>
                <a:pathLst>
                  <a:path w="1" h="120">
                    <a:moveTo>
                      <a:pt x="0" y="0"/>
                    </a:moveTo>
                    <a:lnTo>
                      <a:pt x="0" y="120"/>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Freeform 312">
                <a:extLst>
                  <a:ext uri="{FF2B5EF4-FFF2-40B4-BE49-F238E27FC236}">
                    <a16:creationId xmlns:a16="http://schemas.microsoft.com/office/drawing/2014/main" id="{95791501-86F9-489F-BCC5-1C3B3CD6DF59}"/>
                  </a:ext>
                </a:extLst>
              </p:cNvPr>
              <p:cNvSpPr>
                <a:spLocks/>
              </p:cNvSpPr>
              <p:nvPr/>
            </p:nvSpPr>
            <p:spPr bwMode="auto">
              <a:xfrm>
                <a:off x="3320" y="3832"/>
                <a:ext cx="1" cy="56"/>
              </a:xfrm>
              <a:custGeom>
                <a:avLst/>
                <a:gdLst>
                  <a:gd name="T0" fmla="*/ 0 w 1"/>
                  <a:gd name="T1" fmla="*/ 0 h 56"/>
                  <a:gd name="T2" fmla="*/ 1 w 1"/>
                  <a:gd name="T3" fmla="*/ 56 h 56"/>
                </a:gdLst>
                <a:ahLst/>
                <a:cxnLst>
                  <a:cxn ang="0">
                    <a:pos x="T0" y="T1"/>
                  </a:cxn>
                  <a:cxn ang="0">
                    <a:pos x="T2" y="T3"/>
                  </a:cxn>
                </a:cxnLst>
                <a:rect l="0" t="0" r="r" b="b"/>
                <a:pathLst>
                  <a:path w="1" h="56">
                    <a:moveTo>
                      <a:pt x="0" y="0"/>
                    </a:moveTo>
                    <a:lnTo>
                      <a:pt x="1" y="56"/>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Freeform 313">
                <a:extLst>
                  <a:ext uri="{FF2B5EF4-FFF2-40B4-BE49-F238E27FC236}">
                    <a16:creationId xmlns:a16="http://schemas.microsoft.com/office/drawing/2014/main" id="{0B6C7F21-85CE-484F-830E-60D7DE3F2CBC}"/>
                  </a:ext>
                </a:extLst>
              </p:cNvPr>
              <p:cNvSpPr>
                <a:spLocks/>
              </p:cNvSpPr>
              <p:nvPr/>
            </p:nvSpPr>
            <p:spPr bwMode="auto">
              <a:xfrm>
                <a:off x="3000" y="3652"/>
                <a:ext cx="64" cy="24"/>
              </a:xfrm>
              <a:custGeom>
                <a:avLst/>
                <a:gdLst>
                  <a:gd name="T0" fmla="*/ 0 w 64"/>
                  <a:gd name="T1" fmla="*/ 24 h 24"/>
                  <a:gd name="T2" fmla="*/ 64 w 64"/>
                  <a:gd name="T3" fmla="*/ 0 h 24"/>
                </a:gdLst>
                <a:ahLst/>
                <a:cxnLst>
                  <a:cxn ang="0">
                    <a:pos x="T0" y="T1"/>
                  </a:cxn>
                  <a:cxn ang="0">
                    <a:pos x="T2" y="T3"/>
                  </a:cxn>
                </a:cxnLst>
                <a:rect l="0" t="0" r="r" b="b"/>
                <a:pathLst>
                  <a:path w="64" h="24">
                    <a:moveTo>
                      <a:pt x="0" y="24"/>
                    </a:moveTo>
                    <a:lnTo>
                      <a:pt x="64" y="0"/>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Freeform 314">
                <a:extLst>
                  <a:ext uri="{FF2B5EF4-FFF2-40B4-BE49-F238E27FC236}">
                    <a16:creationId xmlns:a16="http://schemas.microsoft.com/office/drawing/2014/main" id="{066096D5-C13C-4E59-9141-9BDFE4659FEA}"/>
                  </a:ext>
                </a:extLst>
              </p:cNvPr>
              <p:cNvSpPr>
                <a:spLocks/>
              </p:cNvSpPr>
              <p:nvPr/>
            </p:nvSpPr>
            <p:spPr bwMode="auto">
              <a:xfrm>
                <a:off x="3116" y="3288"/>
                <a:ext cx="44" cy="56"/>
              </a:xfrm>
              <a:custGeom>
                <a:avLst/>
                <a:gdLst>
                  <a:gd name="T0" fmla="*/ 0 w 44"/>
                  <a:gd name="T1" fmla="*/ 0 h 56"/>
                  <a:gd name="T2" fmla="*/ 44 w 44"/>
                  <a:gd name="T3" fmla="*/ 56 h 56"/>
                </a:gdLst>
                <a:ahLst/>
                <a:cxnLst>
                  <a:cxn ang="0">
                    <a:pos x="T0" y="T1"/>
                  </a:cxn>
                  <a:cxn ang="0">
                    <a:pos x="T2" y="T3"/>
                  </a:cxn>
                </a:cxnLst>
                <a:rect l="0" t="0" r="r" b="b"/>
                <a:pathLst>
                  <a:path w="44" h="56">
                    <a:moveTo>
                      <a:pt x="0" y="0"/>
                    </a:moveTo>
                    <a:lnTo>
                      <a:pt x="44" y="56"/>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Freeform 315">
                <a:extLst>
                  <a:ext uri="{FF2B5EF4-FFF2-40B4-BE49-F238E27FC236}">
                    <a16:creationId xmlns:a16="http://schemas.microsoft.com/office/drawing/2014/main" id="{5E44C53E-3E05-4165-B072-308562904BBA}"/>
                  </a:ext>
                </a:extLst>
              </p:cNvPr>
              <p:cNvSpPr>
                <a:spLocks/>
              </p:cNvSpPr>
              <p:nvPr/>
            </p:nvSpPr>
            <p:spPr bwMode="auto">
              <a:xfrm>
                <a:off x="3496" y="3300"/>
                <a:ext cx="36" cy="48"/>
              </a:xfrm>
              <a:custGeom>
                <a:avLst/>
                <a:gdLst>
                  <a:gd name="T0" fmla="*/ 36 w 36"/>
                  <a:gd name="T1" fmla="*/ 0 h 48"/>
                  <a:gd name="T2" fmla="*/ 0 w 36"/>
                  <a:gd name="T3" fmla="*/ 48 h 48"/>
                </a:gdLst>
                <a:ahLst/>
                <a:cxnLst>
                  <a:cxn ang="0">
                    <a:pos x="T0" y="T1"/>
                  </a:cxn>
                  <a:cxn ang="0">
                    <a:pos x="T2" y="T3"/>
                  </a:cxn>
                </a:cxnLst>
                <a:rect l="0" t="0" r="r" b="b"/>
                <a:pathLst>
                  <a:path w="36" h="48">
                    <a:moveTo>
                      <a:pt x="36" y="0"/>
                    </a:moveTo>
                    <a:lnTo>
                      <a:pt x="0" y="48"/>
                    </a:lnTo>
                  </a:path>
                </a:pathLst>
              </a:custGeom>
              <a:noFill/>
              <a:ln w="38100" cap="sq"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Freeform 316">
                <a:extLst>
                  <a:ext uri="{FF2B5EF4-FFF2-40B4-BE49-F238E27FC236}">
                    <a16:creationId xmlns:a16="http://schemas.microsoft.com/office/drawing/2014/main" id="{B350C1DD-6DF3-4F99-9786-C429F660E30B}"/>
                  </a:ext>
                </a:extLst>
              </p:cNvPr>
              <p:cNvSpPr>
                <a:spLocks/>
              </p:cNvSpPr>
              <p:nvPr/>
            </p:nvSpPr>
            <p:spPr bwMode="auto">
              <a:xfrm>
                <a:off x="3576" y="3652"/>
                <a:ext cx="48" cy="16"/>
              </a:xfrm>
              <a:custGeom>
                <a:avLst/>
                <a:gdLst>
                  <a:gd name="T0" fmla="*/ 0 w 48"/>
                  <a:gd name="T1" fmla="*/ 0 h 16"/>
                  <a:gd name="T2" fmla="*/ 48 w 48"/>
                  <a:gd name="T3" fmla="*/ 16 h 16"/>
                </a:gdLst>
                <a:ahLst/>
                <a:cxnLst>
                  <a:cxn ang="0">
                    <a:pos x="T0" y="T1"/>
                  </a:cxn>
                  <a:cxn ang="0">
                    <a:pos x="T2" y="T3"/>
                  </a:cxn>
                </a:cxnLst>
                <a:rect l="0" t="0" r="r" b="b"/>
                <a:pathLst>
                  <a:path w="48" h="16">
                    <a:moveTo>
                      <a:pt x="0" y="0"/>
                    </a:moveTo>
                    <a:lnTo>
                      <a:pt x="48" y="16"/>
                    </a:lnTo>
                  </a:path>
                </a:pathLst>
              </a:custGeom>
              <a:noFill/>
              <a:ln w="12700" cap="sq"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 name="Text Box 319">
              <a:extLst>
                <a:ext uri="{FF2B5EF4-FFF2-40B4-BE49-F238E27FC236}">
                  <a16:creationId xmlns:a16="http://schemas.microsoft.com/office/drawing/2014/main" id="{BE66872B-BA14-4346-947E-123695AE41E7}"/>
                </a:ext>
              </a:extLst>
            </p:cNvPr>
            <p:cNvSpPr txBox="1">
              <a:spLocks noChangeArrowheads="1"/>
            </p:cNvSpPr>
            <p:nvPr/>
          </p:nvSpPr>
          <p:spPr bwMode="auto">
            <a:xfrm>
              <a:off x="3420" y="2788"/>
              <a:ext cx="1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1">
              <a:spAutoFit/>
            </a:bodyPr>
            <a:lstStyle/>
            <a:p>
              <a:r>
                <a:rPr lang="zh-CN" altLang="en-US" sz="2000" b="0" dirty="0"/>
                <a:t>正十二面体的平面展开图及其哈密尔顿</a:t>
              </a:r>
              <a:r>
                <a:rPr lang="zh-CN" altLang="en-US" sz="2000" b="0" dirty="0">
                  <a:solidFill>
                    <a:srgbClr val="000000"/>
                  </a:solidFill>
                </a:rPr>
                <a:t>环</a:t>
              </a:r>
              <a:endParaRPr lang="zh-CN" altLang="en-US" sz="2000" b="0" dirty="0"/>
            </a:p>
            <a:p>
              <a:r>
                <a:rPr lang="zh-CN" altLang="en-US" sz="2000" b="0" dirty="0"/>
                <a:t>               </a:t>
              </a:r>
              <a:endParaRPr lang="zh-CN" altLang="en-US" sz="2000" dirty="0"/>
            </a:p>
          </p:txBody>
        </p:sp>
      </p:grpSp>
    </p:spTree>
    <p:extLst>
      <p:ext uri="{BB962C8B-B14F-4D97-AF65-F5344CB8AC3E}">
        <p14:creationId xmlns:p14="http://schemas.microsoft.com/office/powerpoint/2010/main" val="5490958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pic>
        <p:nvPicPr>
          <p:cNvPr id="19" name="Picture 10" descr="626">
            <a:extLst>
              <a:ext uri="{FF2B5EF4-FFF2-40B4-BE49-F238E27FC236}">
                <a16:creationId xmlns:a16="http://schemas.microsoft.com/office/drawing/2014/main" id="{77C2D21F-EB7A-4252-8E2E-133D4ECF9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3081" y="1739900"/>
            <a:ext cx="3722688" cy="2736850"/>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11">
            <a:extLst>
              <a:ext uri="{FF2B5EF4-FFF2-40B4-BE49-F238E27FC236}">
                <a16:creationId xmlns:a16="http://schemas.microsoft.com/office/drawing/2014/main" id="{AE899388-A0D3-46CD-B596-2717822937E8}"/>
              </a:ext>
            </a:extLst>
          </p:cNvPr>
          <p:cNvSpPr txBox="1">
            <a:spLocks noChangeArrowheads="1"/>
          </p:cNvSpPr>
          <p:nvPr/>
        </p:nvSpPr>
        <p:spPr bwMode="auto">
          <a:xfrm>
            <a:off x="4333081" y="4196129"/>
            <a:ext cx="18764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1pPr>
            <a:lvl2pPr marL="4572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2pPr>
            <a:lvl3pPr marL="9144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3pPr>
            <a:lvl4pPr marL="13716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4pPr>
            <a:lvl5pPr marL="18288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半哈密尔顿图</a:t>
            </a:r>
          </a:p>
        </p:txBody>
      </p:sp>
      <p:sp>
        <p:nvSpPr>
          <p:cNvPr id="17" name="Text Box 12">
            <a:extLst>
              <a:ext uri="{FF2B5EF4-FFF2-40B4-BE49-F238E27FC236}">
                <a16:creationId xmlns:a16="http://schemas.microsoft.com/office/drawing/2014/main" id="{48A6AE1F-48E1-4586-96BB-0BBE12D77C03}"/>
              </a:ext>
            </a:extLst>
          </p:cNvPr>
          <p:cNvSpPr txBox="1">
            <a:spLocks noChangeArrowheads="1"/>
          </p:cNvSpPr>
          <p:nvPr/>
        </p:nvSpPr>
        <p:spPr bwMode="auto">
          <a:xfrm>
            <a:off x="6627211" y="4196129"/>
            <a:ext cx="16779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1pPr>
            <a:lvl2pPr marL="4572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2pPr>
            <a:lvl3pPr marL="9144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3pPr>
            <a:lvl4pPr marL="13716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4pPr>
            <a:lvl5pPr marL="1828800" algn="just" rtl="0" eaLnBrk="0" fontAlgn="base" hangingPunct="0">
              <a:spcBef>
                <a:spcPct val="0"/>
              </a:spcBef>
              <a:spcAft>
                <a:spcPct val="0"/>
              </a:spcAft>
              <a:defRPr sz="2400" b="1"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000000"/>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哈密尔顿</a:t>
            </a:r>
            <a:r>
              <a:rPr kumimoji="1" lang="zh-CN" altLang="en-US" sz="2000" dirty="0">
                <a:solidFill>
                  <a:schemeClr val="tx1"/>
                </a:solidFill>
              </a:rPr>
              <a:t>图</a:t>
            </a:r>
            <a:endPar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8072" name="组合 88071"/>
          <p:cNvGrpSpPr/>
          <p:nvPr/>
        </p:nvGrpSpPr>
        <p:grpSpPr>
          <a:xfrm>
            <a:off x="4596668" y="1992044"/>
            <a:ext cx="3406349" cy="1769527"/>
            <a:chOff x="4585860" y="2002373"/>
            <a:chExt cx="3406349" cy="1769527"/>
          </a:xfrm>
        </p:grpSpPr>
        <p:grpSp>
          <p:nvGrpSpPr>
            <p:cNvPr id="11" name="组合 10"/>
            <p:cNvGrpSpPr/>
            <p:nvPr/>
          </p:nvGrpSpPr>
          <p:grpSpPr>
            <a:xfrm>
              <a:off x="4585860" y="2036077"/>
              <a:ext cx="1153522" cy="1630315"/>
              <a:chOff x="4594652" y="2027285"/>
              <a:chExt cx="1153522" cy="1630315"/>
            </a:xfrm>
          </p:grpSpPr>
          <p:cxnSp>
            <p:nvCxnSpPr>
              <p:cNvPr id="5" name="直接连接符 4"/>
              <p:cNvCxnSpPr/>
              <p:nvPr/>
            </p:nvCxnSpPr>
            <p:spPr>
              <a:xfrm>
                <a:off x="4594652" y="2919046"/>
                <a:ext cx="522471" cy="73855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09351" y="2866294"/>
                <a:ext cx="47548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225703" y="2866294"/>
                <a:ext cx="47548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225703" y="2027285"/>
                <a:ext cx="522471" cy="73855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8071" name="组合 88070"/>
            <p:cNvGrpSpPr/>
            <p:nvPr/>
          </p:nvGrpSpPr>
          <p:grpSpPr>
            <a:xfrm>
              <a:off x="6446871" y="2002373"/>
              <a:ext cx="1545338" cy="1769527"/>
              <a:chOff x="6446871" y="2002373"/>
              <a:chExt cx="1545338" cy="1769527"/>
            </a:xfrm>
          </p:grpSpPr>
          <p:sp>
            <p:nvSpPr>
              <p:cNvPr id="14" name="弧形 13"/>
              <p:cNvSpPr/>
              <p:nvPr/>
            </p:nvSpPr>
            <p:spPr>
              <a:xfrm>
                <a:off x="6446871" y="2002373"/>
                <a:ext cx="1545338" cy="1769527"/>
              </a:xfrm>
              <a:prstGeom prst="arc">
                <a:avLst>
                  <a:gd name="adj1" fmla="val 16472790"/>
                  <a:gd name="adj2" fmla="val 5101769"/>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5" name="组合 24"/>
              <p:cNvGrpSpPr/>
              <p:nvPr/>
            </p:nvGrpSpPr>
            <p:grpSpPr>
              <a:xfrm>
                <a:off x="6616403" y="2044869"/>
                <a:ext cx="1197482" cy="1687969"/>
                <a:chOff x="4550692" y="2027285"/>
                <a:chExt cx="1197482" cy="1687969"/>
              </a:xfrm>
            </p:grpSpPr>
            <p:cxnSp>
              <p:nvCxnSpPr>
                <p:cNvPr id="26" name="直接连接符 25"/>
                <p:cNvCxnSpPr/>
                <p:nvPr/>
              </p:nvCxnSpPr>
              <p:spPr>
                <a:xfrm>
                  <a:off x="4550692" y="2927838"/>
                  <a:ext cx="568622" cy="7874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591632" y="2866294"/>
                  <a:ext cx="49910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225703" y="2866294"/>
                  <a:ext cx="52247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225703" y="2027285"/>
                  <a:ext cx="522471" cy="73855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20544062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0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grpSp>
        <p:nvGrpSpPr>
          <p:cNvPr id="62" name="Group 38">
            <a:extLst>
              <a:ext uri="{FF2B5EF4-FFF2-40B4-BE49-F238E27FC236}">
                <a16:creationId xmlns:a16="http://schemas.microsoft.com/office/drawing/2014/main" id="{4230D5C1-3A52-432A-B6CF-BEAA27204AC9}"/>
              </a:ext>
            </a:extLst>
          </p:cNvPr>
          <p:cNvGrpSpPr>
            <a:grpSpLocks/>
          </p:cNvGrpSpPr>
          <p:nvPr/>
        </p:nvGrpSpPr>
        <p:grpSpPr bwMode="auto">
          <a:xfrm>
            <a:off x="2444430" y="1801019"/>
            <a:ext cx="6226175" cy="3270249"/>
            <a:chOff x="1302" y="581"/>
            <a:chExt cx="3922" cy="2060"/>
          </a:xfrm>
        </p:grpSpPr>
        <p:grpSp>
          <p:nvGrpSpPr>
            <p:cNvPr id="63" name="Group 35">
              <a:extLst>
                <a:ext uri="{FF2B5EF4-FFF2-40B4-BE49-F238E27FC236}">
                  <a16:creationId xmlns:a16="http://schemas.microsoft.com/office/drawing/2014/main" id="{2935333E-0B0E-44B0-A25E-A7270F2B4F41}"/>
                </a:ext>
              </a:extLst>
            </p:cNvPr>
            <p:cNvGrpSpPr>
              <a:grpSpLocks/>
            </p:cNvGrpSpPr>
            <p:nvPr/>
          </p:nvGrpSpPr>
          <p:grpSpPr bwMode="auto">
            <a:xfrm>
              <a:off x="1302" y="636"/>
              <a:ext cx="1861" cy="1998"/>
              <a:chOff x="1302" y="636"/>
              <a:chExt cx="1861" cy="1998"/>
            </a:xfrm>
          </p:grpSpPr>
          <p:sp>
            <p:nvSpPr>
              <p:cNvPr id="78" name="Text Box 21">
                <a:extLst>
                  <a:ext uri="{FF2B5EF4-FFF2-40B4-BE49-F238E27FC236}">
                    <a16:creationId xmlns:a16="http://schemas.microsoft.com/office/drawing/2014/main" id="{D01A2B16-24E7-4A92-A651-6156CE61BFEE}"/>
                  </a:ext>
                </a:extLst>
              </p:cNvPr>
              <p:cNvSpPr txBox="1">
                <a:spLocks noChangeArrowheads="1"/>
              </p:cNvSpPr>
              <p:nvPr/>
            </p:nvSpPr>
            <p:spPr bwMode="auto">
              <a:xfrm>
                <a:off x="1728" y="1975"/>
                <a:ext cx="1177" cy="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p>
                <a:pPr marL="0" marR="0" lvl="0" indent="0" algn="ctr" defTabSz="914400" eaLnBrk="1" fontAlgn="base" latinLnBrk="0" hangingPunct="1">
                  <a:lnSpc>
                    <a:spcPct val="8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是欧拉图</a:t>
                </a:r>
              </a:p>
              <a:p>
                <a:pPr marL="0" marR="0" lvl="0" indent="0" algn="ctr" defTabSz="914400" eaLnBrk="1" fontAlgn="base" latinLnBrk="0" hangingPunct="1">
                  <a:lnSpc>
                    <a:spcPct val="8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不是哈密尔顿图</a:t>
                </a:r>
              </a:p>
              <a:p>
                <a:pPr marL="0" marR="0" lvl="0" indent="0" algn="ctr" defTabSz="914400" eaLnBrk="1" fontAlgn="base" latinLnBrk="0" hangingPunct="1">
                  <a:lnSpc>
                    <a:spcPct val="80000"/>
                  </a:lnSpc>
                  <a:spcBef>
                    <a:spcPct val="50000"/>
                  </a:spcBef>
                  <a:spcAft>
                    <a:spcPct val="0"/>
                  </a:spcAft>
                  <a:buClrTx/>
                  <a:buSzTx/>
                  <a:buFontTx/>
                  <a:buNone/>
                  <a:tabLst/>
                  <a:defRPr/>
                </a:pPr>
                <a:endParaRPr kumimoji="1"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79" name="Group 34">
                <a:extLst>
                  <a:ext uri="{FF2B5EF4-FFF2-40B4-BE49-F238E27FC236}">
                    <a16:creationId xmlns:a16="http://schemas.microsoft.com/office/drawing/2014/main" id="{F2A08A8A-A6C9-40A5-960D-60157DC6C599}"/>
                  </a:ext>
                </a:extLst>
              </p:cNvPr>
              <p:cNvGrpSpPr>
                <a:grpSpLocks/>
              </p:cNvGrpSpPr>
              <p:nvPr/>
            </p:nvGrpSpPr>
            <p:grpSpPr bwMode="auto">
              <a:xfrm>
                <a:off x="1302" y="636"/>
                <a:ext cx="1861" cy="1225"/>
                <a:chOff x="1302" y="636"/>
                <a:chExt cx="1861" cy="1225"/>
              </a:xfrm>
            </p:grpSpPr>
            <p:sp>
              <p:nvSpPr>
                <p:cNvPr id="80" name="Freeform 7">
                  <a:extLst>
                    <a:ext uri="{FF2B5EF4-FFF2-40B4-BE49-F238E27FC236}">
                      <a16:creationId xmlns:a16="http://schemas.microsoft.com/office/drawing/2014/main" id="{1EACA969-539D-4EE9-B872-731ACC8DE2A1}"/>
                    </a:ext>
                  </a:extLst>
                </p:cNvPr>
                <p:cNvSpPr>
                  <a:spLocks/>
                </p:cNvSpPr>
                <p:nvPr/>
              </p:nvSpPr>
              <p:spPr bwMode="auto">
                <a:xfrm>
                  <a:off x="1380" y="702"/>
                  <a:ext cx="822" cy="600"/>
                </a:xfrm>
                <a:custGeom>
                  <a:avLst/>
                  <a:gdLst>
                    <a:gd name="T0" fmla="*/ 822 w 822"/>
                    <a:gd name="T1" fmla="*/ 0 h 600"/>
                    <a:gd name="T2" fmla="*/ 0 w 822"/>
                    <a:gd name="T3" fmla="*/ 600 h 600"/>
                  </a:gdLst>
                  <a:ahLst/>
                  <a:cxnLst>
                    <a:cxn ang="0">
                      <a:pos x="T0" y="T1"/>
                    </a:cxn>
                    <a:cxn ang="0">
                      <a:pos x="T2" y="T3"/>
                    </a:cxn>
                  </a:cxnLst>
                  <a:rect l="0" t="0" r="r" b="b"/>
                  <a:pathLst>
                    <a:path w="822" h="600">
                      <a:moveTo>
                        <a:pt x="822" y="0"/>
                      </a:moveTo>
                      <a:lnTo>
                        <a:pt x="0" y="60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Freeform 8">
                  <a:extLst>
                    <a:ext uri="{FF2B5EF4-FFF2-40B4-BE49-F238E27FC236}">
                      <a16:creationId xmlns:a16="http://schemas.microsoft.com/office/drawing/2014/main" id="{2D8573EE-EE15-482F-B7D6-C992506DE4CE}"/>
                    </a:ext>
                  </a:extLst>
                </p:cNvPr>
                <p:cNvSpPr>
                  <a:spLocks/>
                </p:cNvSpPr>
                <p:nvPr/>
              </p:nvSpPr>
              <p:spPr bwMode="auto">
                <a:xfrm>
                  <a:off x="1368" y="1368"/>
                  <a:ext cx="351" cy="417"/>
                </a:xfrm>
                <a:custGeom>
                  <a:avLst/>
                  <a:gdLst>
                    <a:gd name="T0" fmla="*/ 0 w 351"/>
                    <a:gd name="T1" fmla="*/ 0 h 417"/>
                    <a:gd name="T2" fmla="*/ 351 w 351"/>
                    <a:gd name="T3" fmla="*/ 417 h 417"/>
                  </a:gdLst>
                  <a:ahLst/>
                  <a:cxnLst>
                    <a:cxn ang="0">
                      <a:pos x="T0" y="T1"/>
                    </a:cxn>
                    <a:cxn ang="0">
                      <a:pos x="T2" y="T3"/>
                    </a:cxn>
                  </a:cxnLst>
                  <a:rect l="0" t="0" r="r" b="b"/>
                  <a:pathLst>
                    <a:path w="351" h="417">
                      <a:moveTo>
                        <a:pt x="0" y="0"/>
                      </a:moveTo>
                      <a:lnTo>
                        <a:pt x="351" y="417"/>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2" name="Freeform 9">
                  <a:extLst>
                    <a:ext uri="{FF2B5EF4-FFF2-40B4-BE49-F238E27FC236}">
                      <a16:creationId xmlns:a16="http://schemas.microsoft.com/office/drawing/2014/main" id="{58C9A1FC-FF18-456B-A7C8-7AF23C8A9D7C}"/>
                    </a:ext>
                  </a:extLst>
                </p:cNvPr>
                <p:cNvSpPr>
                  <a:spLocks/>
                </p:cNvSpPr>
                <p:nvPr/>
              </p:nvSpPr>
              <p:spPr bwMode="auto">
                <a:xfrm>
                  <a:off x="1776" y="726"/>
                  <a:ext cx="456" cy="1050"/>
                </a:xfrm>
                <a:custGeom>
                  <a:avLst/>
                  <a:gdLst>
                    <a:gd name="T0" fmla="*/ 0 w 456"/>
                    <a:gd name="T1" fmla="*/ 1050 h 1050"/>
                    <a:gd name="T2" fmla="*/ 456 w 456"/>
                    <a:gd name="T3" fmla="*/ 0 h 1050"/>
                  </a:gdLst>
                  <a:ahLst/>
                  <a:cxnLst>
                    <a:cxn ang="0">
                      <a:pos x="T0" y="T1"/>
                    </a:cxn>
                    <a:cxn ang="0">
                      <a:pos x="T2" y="T3"/>
                    </a:cxn>
                  </a:cxnLst>
                  <a:rect l="0" t="0" r="r" b="b"/>
                  <a:pathLst>
                    <a:path w="456" h="1050">
                      <a:moveTo>
                        <a:pt x="0" y="1050"/>
                      </a:moveTo>
                      <a:lnTo>
                        <a:pt x="456"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Freeform 11">
                  <a:extLst>
                    <a:ext uri="{FF2B5EF4-FFF2-40B4-BE49-F238E27FC236}">
                      <a16:creationId xmlns:a16="http://schemas.microsoft.com/office/drawing/2014/main" id="{3E714CB3-0D29-4900-B627-F6D16D3C5F3D}"/>
                    </a:ext>
                  </a:extLst>
                </p:cNvPr>
                <p:cNvSpPr>
                  <a:spLocks/>
                </p:cNvSpPr>
                <p:nvPr/>
              </p:nvSpPr>
              <p:spPr bwMode="auto">
                <a:xfrm>
                  <a:off x="2289" y="702"/>
                  <a:ext cx="798" cy="603"/>
                </a:xfrm>
                <a:custGeom>
                  <a:avLst/>
                  <a:gdLst>
                    <a:gd name="T0" fmla="*/ 0 w 798"/>
                    <a:gd name="T1" fmla="*/ 0 h 603"/>
                    <a:gd name="T2" fmla="*/ 798 w 798"/>
                    <a:gd name="T3" fmla="*/ 603 h 603"/>
                  </a:gdLst>
                  <a:ahLst/>
                  <a:cxnLst>
                    <a:cxn ang="0">
                      <a:pos x="T0" y="T1"/>
                    </a:cxn>
                    <a:cxn ang="0">
                      <a:pos x="T2" y="T3"/>
                    </a:cxn>
                  </a:cxnLst>
                  <a:rect l="0" t="0" r="r" b="b"/>
                  <a:pathLst>
                    <a:path w="798" h="603">
                      <a:moveTo>
                        <a:pt x="0" y="0"/>
                      </a:moveTo>
                      <a:lnTo>
                        <a:pt x="798" y="603"/>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4" name="Freeform 12">
                  <a:extLst>
                    <a:ext uri="{FF2B5EF4-FFF2-40B4-BE49-F238E27FC236}">
                      <a16:creationId xmlns:a16="http://schemas.microsoft.com/office/drawing/2014/main" id="{E3706CC4-0F2B-4CE9-8401-451DA8EC57C8}"/>
                    </a:ext>
                  </a:extLst>
                </p:cNvPr>
                <p:cNvSpPr>
                  <a:spLocks/>
                </p:cNvSpPr>
                <p:nvPr/>
              </p:nvSpPr>
              <p:spPr bwMode="auto">
                <a:xfrm>
                  <a:off x="2757" y="1365"/>
                  <a:ext cx="333" cy="423"/>
                </a:xfrm>
                <a:custGeom>
                  <a:avLst/>
                  <a:gdLst>
                    <a:gd name="T0" fmla="*/ 333 w 333"/>
                    <a:gd name="T1" fmla="*/ 0 h 423"/>
                    <a:gd name="T2" fmla="*/ 0 w 333"/>
                    <a:gd name="T3" fmla="*/ 423 h 423"/>
                  </a:gdLst>
                  <a:ahLst/>
                  <a:cxnLst>
                    <a:cxn ang="0">
                      <a:pos x="T0" y="T1"/>
                    </a:cxn>
                    <a:cxn ang="0">
                      <a:pos x="T2" y="T3"/>
                    </a:cxn>
                  </a:cxnLst>
                  <a:rect l="0" t="0" r="r" b="b"/>
                  <a:pathLst>
                    <a:path w="333" h="423">
                      <a:moveTo>
                        <a:pt x="333" y="0"/>
                      </a:moveTo>
                      <a:lnTo>
                        <a:pt x="0" y="423"/>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5" name="Freeform 13">
                  <a:extLst>
                    <a:ext uri="{FF2B5EF4-FFF2-40B4-BE49-F238E27FC236}">
                      <a16:creationId xmlns:a16="http://schemas.microsoft.com/office/drawing/2014/main" id="{7400422C-2CF2-4F40-854B-4B17C527AD91}"/>
                    </a:ext>
                  </a:extLst>
                </p:cNvPr>
                <p:cNvSpPr>
                  <a:spLocks/>
                </p:cNvSpPr>
                <p:nvPr/>
              </p:nvSpPr>
              <p:spPr bwMode="auto">
                <a:xfrm>
                  <a:off x="2274" y="723"/>
                  <a:ext cx="435" cy="1056"/>
                </a:xfrm>
                <a:custGeom>
                  <a:avLst/>
                  <a:gdLst>
                    <a:gd name="T0" fmla="*/ 435 w 435"/>
                    <a:gd name="T1" fmla="*/ 1056 h 1056"/>
                    <a:gd name="T2" fmla="*/ 0 w 435"/>
                    <a:gd name="T3" fmla="*/ 0 h 1056"/>
                  </a:gdLst>
                  <a:ahLst/>
                  <a:cxnLst>
                    <a:cxn ang="0">
                      <a:pos x="T0" y="T1"/>
                    </a:cxn>
                    <a:cxn ang="0">
                      <a:pos x="T2" y="T3"/>
                    </a:cxn>
                  </a:cxnLst>
                  <a:rect l="0" t="0" r="r" b="b"/>
                  <a:pathLst>
                    <a:path w="435" h="1056">
                      <a:moveTo>
                        <a:pt x="435" y="1056"/>
                      </a:moveTo>
                      <a:lnTo>
                        <a:pt x="0"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6" name="Oval 24">
                  <a:extLst>
                    <a:ext uri="{FF2B5EF4-FFF2-40B4-BE49-F238E27FC236}">
                      <a16:creationId xmlns:a16="http://schemas.microsoft.com/office/drawing/2014/main" id="{FE91525F-4E39-4BF1-B4D6-39ABBAF55DAF}"/>
                    </a:ext>
                  </a:extLst>
                </p:cNvPr>
                <p:cNvSpPr>
                  <a:spLocks noChangeArrowheads="1"/>
                </p:cNvSpPr>
                <p:nvPr/>
              </p:nvSpPr>
              <p:spPr bwMode="auto">
                <a:xfrm>
                  <a:off x="2682" y="1770"/>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7" name="Oval 25">
                  <a:extLst>
                    <a:ext uri="{FF2B5EF4-FFF2-40B4-BE49-F238E27FC236}">
                      <a16:creationId xmlns:a16="http://schemas.microsoft.com/office/drawing/2014/main" id="{8A8C4A1A-3866-434C-B759-39365C399CA2}"/>
                    </a:ext>
                  </a:extLst>
                </p:cNvPr>
                <p:cNvSpPr>
                  <a:spLocks noChangeArrowheads="1"/>
                </p:cNvSpPr>
                <p:nvPr/>
              </p:nvSpPr>
              <p:spPr bwMode="auto">
                <a:xfrm>
                  <a:off x="3072" y="1284"/>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8" name="Oval 26">
                  <a:extLst>
                    <a:ext uri="{FF2B5EF4-FFF2-40B4-BE49-F238E27FC236}">
                      <a16:creationId xmlns:a16="http://schemas.microsoft.com/office/drawing/2014/main" id="{C840E6B2-0FCA-4FFE-BDBA-C2046CE67E2B}"/>
                    </a:ext>
                  </a:extLst>
                </p:cNvPr>
                <p:cNvSpPr>
                  <a:spLocks noChangeArrowheads="1"/>
                </p:cNvSpPr>
                <p:nvPr/>
              </p:nvSpPr>
              <p:spPr bwMode="auto">
                <a:xfrm>
                  <a:off x="1709" y="1770"/>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9" name="Oval 27">
                  <a:extLst>
                    <a:ext uri="{FF2B5EF4-FFF2-40B4-BE49-F238E27FC236}">
                      <a16:creationId xmlns:a16="http://schemas.microsoft.com/office/drawing/2014/main" id="{3B81B560-4E19-435F-A877-7F230973DF4D}"/>
                    </a:ext>
                  </a:extLst>
                </p:cNvPr>
                <p:cNvSpPr>
                  <a:spLocks noChangeArrowheads="1"/>
                </p:cNvSpPr>
                <p:nvPr/>
              </p:nvSpPr>
              <p:spPr bwMode="auto">
                <a:xfrm>
                  <a:off x="1302" y="1284"/>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0" name="Oval 28">
                  <a:extLst>
                    <a:ext uri="{FF2B5EF4-FFF2-40B4-BE49-F238E27FC236}">
                      <a16:creationId xmlns:a16="http://schemas.microsoft.com/office/drawing/2014/main" id="{E2D34947-513C-4CB1-96DF-B0D955B7234B}"/>
                    </a:ext>
                  </a:extLst>
                </p:cNvPr>
                <p:cNvSpPr>
                  <a:spLocks noChangeArrowheads="1"/>
                </p:cNvSpPr>
                <p:nvPr/>
              </p:nvSpPr>
              <p:spPr bwMode="auto">
                <a:xfrm>
                  <a:off x="2201" y="636"/>
                  <a:ext cx="91" cy="91"/>
                </a:xfrm>
                <a:prstGeom prst="ellipse">
                  <a:avLst/>
                </a:prstGeom>
                <a:solidFill>
                  <a:srgbClr val="D54F41"/>
                </a:solidFill>
                <a:ln w="12700"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64" name="Group 37">
              <a:extLst>
                <a:ext uri="{FF2B5EF4-FFF2-40B4-BE49-F238E27FC236}">
                  <a16:creationId xmlns:a16="http://schemas.microsoft.com/office/drawing/2014/main" id="{AF01000E-A5C2-4576-92FC-675E861C49BF}"/>
                </a:ext>
              </a:extLst>
            </p:cNvPr>
            <p:cNvGrpSpPr>
              <a:grpSpLocks/>
            </p:cNvGrpSpPr>
            <p:nvPr/>
          </p:nvGrpSpPr>
          <p:grpSpPr bwMode="auto">
            <a:xfrm>
              <a:off x="3896" y="581"/>
              <a:ext cx="1328" cy="2060"/>
              <a:chOff x="3896" y="581"/>
              <a:chExt cx="1328" cy="2060"/>
            </a:xfrm>
          </p:grpSpPr>
          <p:sp>
            <p:nvSpPr>
              <p:cNvPr id="65" name="Text Box 23">
                <a:extLst>
                  <a:ext uri="{FF2B5EF4-FFF2-40B4-BE49-F238E27FC236}">
                    <a16:creationId xmlns:a16="http://schemas.microsoft.com/office/drawing/2014/main" id="{727F7BEC-1474-4366-8EB7-4ABB47167B9E}"/>
                  </a:ext>
                </a:extLst>
              </p:cNvPr>
              <p:cNvSpPr txBox="1">
                <a:spLocks noChangeArrowheads="1"/>
              </p:cNvSpPr>
              <p:nvPr/>
            </p:nvSpPr>
            <p:spPr bwMode="auto">
              <a:xfrm>
                <a:off x="4005" y="1987"/>
                <a:ext cx="1104" cy="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p>
                <a:pPr marL="0" marR="0" lvl="0" indent="0" algn="ctr" defTabSz="914400" eaLnBrk="1" fontAlgn="base" latinLnBrk="0" hangingPunct="1">
                  <a:lnSpc>
                    <a:spcPct val="8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是哈密尔顿图</a:t>
                </a:r>
              </a:p>
              <a:p>
                <a:pPr marL="0" marR="0" lvl="0" indent="0" algn="ctr" defTabSz="914400" eaLnBrk="1" fontAlgn="base" latinLnBrk="0" hangingPunct="1">
                  <a:lnSpc>
                    <a:spcPct val="8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不是</a:t>
                </a:r>
                <a:r>
                  <a:rPr kumimoji="1" lang="zh-CN" altLang="en-US" sz="2000" kern="0" dirty="0">
                    <a:solidFill>
                      <a:srgbClr val="000000"/>
                    </a:solidFill>
                    <a:latin typeface="Times New Roman" panose="02020603050405020304" pitchFamily="18" charset="0"/>
                    <a:ea typeface="宋体" panose="02010600030101010101" pitchFamily="2" charset="-122"/>
                  </a:rPr>
                  <a:t>欧拉</a:t>
                </a: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图</a:t>
                </a:r>
              </a:p>
              <a:p>
                <a:pPr marL="0" marR="0" lvl="0" indent="0" algn="ctr" defTabSz="914400" eaLnBrk="1" fontAlgn="base" latinLnBrk="0" hangingPunct="1">
                  <a:lnSpc>
                    <a:spcPct val="80000"/>
                  </a:lnSpc>
                  <a:spcBef>
                    <a:spcPct val="50000"/>
                  </a:spcBef>
                  <a:spcAft>
                    <a:spcPct val="0"/>
                  </a:spcAft>
                  <a:buClrTx/>
                  <a:buSzTx/>
                  <a:buFontTx/>
                  <a:buNone/>
                  <a:tabLst/>
                  <a:defRPr/>
                </a:pPr>
                <a:endParaRPr kumimoji="1"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66" name="Group 36">
                <a:extLst>
                  <a:ext uri="{FF2B5EF4-FFF2-40B4-BE49-F238E27FC236}">
                    <a16:creationId xmlns:a16="http://schemas.microsoft.com/office/drawing/2014/main" id="{7C204B71-068E-4B46-9253-ABA19A0258A9}"/>
                  </a:ext>
                </a:extLst>
              </p:cNvPr>
              <p:cNvGrpSpPr>
                <a:grpSpLocks/>
              </p:cNvGrpSpPr>
              <p:nvPr/>
            </p:nvGrpSpPr>
            <p:grpSpPr bwMode="auto">
              <a:xfrm>
                <a:off x="3896" y="581"/>
                <a:ext cx="1328" cy="1193"/>
                <a:chOff x="3896" y="581"/>
                <a:chExt cx="1328" cy="1193"/>
              </a:xfrm>
            </p:grpSpPr>
            <p:sp>
              <p:nvSpPr>
                <p:cNvPr id="67" name="Freeform 15">
                  <a:extLst>
                    <a:ext uri="{FF2B5EF4-FFF2-40B4-BE49-F238E27FC236}">
                      <a16:creationId xmlns:a16="http://schemas.microsoft.com/office/drawing/2014/main" id="{724B7371-9035-498D-95B5-0F90B03E7C99}"/>
                    </a:ext>
                  </a:extLst>
                </p:cNvPr>
                <p:cNvSpPr>
                  <a:spLocks/>
                </p:cNvSpPr>
                <p:nvPr/>
              </p:nvSpPr>
              <p:spPr bwMode="auto">
                <a:xfrm>
                  <a:off x="4269" y="1728"/>
                  <a:ext cx="579" cy="1"/>
                </a:xfrm>
                <a:custGeom>
                  <a:avLst/>
                  <a:gdLst>
                    <a:gd name="T0" fmla="*/ 0 w 579"/>
                    <a:gd name="T1" fmla="*/ 0 h 1"/>
                    <a:gd name="T2" fmla="*/ 579 w 579"/>
                    <a:gd name="T3" fmla="*/ 0 h 1"/>
                  </a:gdLst>
                  <a:ahLst/>
                  <a:cxnLst>
                    <a:cxn ang="0">
                      <a:pos x="T0" y="T1"/>
                    </a:cxn>
                    <a:cxn ang="0">
                      <a:pos x="T2" y="T3"/>
                    </a:cxn>
                  </a:cxnLst>
                  <a:rect l="0" t="0" r="r" b="b"/>
                  <a:pathLst>
                    <a:path w="579" h="1">
                      <a:moveTo>
                        <a:pt x="0" y="0"/>
                      </a:moveTo>
                      <a:lnTo>
                        <a:pt x="579"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Freeform 16">
                  <a:extLst>
                    <a:ext uri="{FF2B5EF4-FFF2-40B4-BE49-F238E27FC236}">
                      <a16:creationId xmlns:a16="http://schemas.microsoft.com/office/drawing/2014/main" id="{D419CB28-0CE0-4BF9-A249-B01F38547E20}"/>
                    </a:ext>
                  </a:extLst>
                </p:cNvPr>
                <p:cNvSpPr>
                  <a:spLocks/>
                </p:cNvSpPr>
                <p:nvPr/>
              </p:nvSpPr>
              <p:spPr bwMode="auto">
                <a:xfrm>
                  <a:off x="4914" y="1146"/>
                  <a:ext cx="252" cy="543"/>
                </a:xfrm>
                <a:custGeom>
                  <a:avLst/>
                  <a:gdLst>
                    <a:gd name="T0" fmla="*/ 0 w 252"/>
                    <a:gd name="T1" fmla="*/ 543 h 543"/>
                    <a:gd name="T2" fmla="*/ 252 w 252"/>
                    <a:gd name="T3" fmla="*/ 0 h 543"/>
                  </a:gdLst>
                  <a:ahLst/>
                  <a:cxnLst>
                    <a:cxn ang="0">
                      <a:pos x="T0" y="T1"/>
                    </a:cxn>
                    <a:cxn ang="0">
                      <a:pos x="T2" y="T3"/>
                    </a:cxn>
                  </a:cxnLst>
                  <a:rect l="0" t="0" r="r" b="b"/>
                  <a:pathLst>
                    <a:path w="252" h="543">
                      <a:moveTo>
                        <a:pt x="0" y="543"/>
                      </a:moveTo>
                      <a:lnTo>
                        <a:pt x="252"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Freeform 17">
                  <a:extLst>
                    <a:ext uri="{FF2B5EF4-FFF2-40B4-BE49-F238E27FC236}">
                      <a16:creationId xmlns:a16="http://schemas.microsoft.com/office/drawing/2014/main" id="{7F073CD1-BA9A-438F-84CF-B4BA1A6587AB}"/>
                    </a:ext>
                  </a:extLst>
                </p:cNvPr>
                <p:cNvSpPr>
                  <a:spLocks/>
                </p:cNvSpPr>
                <p:nvPr/>
              </p:nvSpPr>
              <p:spPr bwMode="auto">
                <a:xfrm>
                  <a:off x="3987" y="1104"/>
                  <a:ext cx="1149" cy="3"/>
                </a:xfrm>
                <a:custGeom>
                  <a:avLst/>
                  <a:gdLst>
                    <a:gd name="T0" fmla="*/ 0 w 1149"/>
                    <a:gd name="T1" fmla="*/ 3 h 3"/>
                    <a:gd name="T2" fmla="*/ 1149 w 1149"/>
                    <a:gd name="T3" fmla="*/ 0 h 3"/>
                  </a:gdLst>
                  <a:ahLst/>
                  <a:cxnLst>
                    <a:cxn ang="0">
                      <a:pos x="T0" y="T1"/>
                    </a:cxn>
                    <a:cxn ang="0">
                      <a:pos x="T2" y="T3"/>
                    </a:cxn>
                  </a:cxnLst>
                  <a:rect l="0" t="0" r="r" b="b"/>
                  <a:pathLst>
                    <a:path w="1149" h="3">
                      <a:moveTo>
                        <a:pt x="0" y="3"/>
                      </a:moveTo>
                      <a:lnTo>
                        <a:pt x="1149"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Freeform 18">
                  <a:extLst>
                    <a:ext uri="{FF2B5EF4-FFF2-40B4-BE49-F238E27FC236}">
                      <a16:creationId xmlns:a16="http://schemas.microsoft.com/office/drawing/2014/main" id="{4E0E0FE6-D120-43A8-8F5F-450CE79B476F}"/>
                    </a:ext>
                  </a:extLst>
                </p:cNvPr>
                <p:cNvSpPr>
                  <a:spLocks/>
                </p:cNvSpPr>
                <p:nvPr/>
              </p:nvSpPr>
              <p:spPr bwMode="auto">
                <a:xfrm>
                  <a:off x="3957" y="1149"/>
                  <a:ext cx="249" cy="546"/>
                </a:xfrm>
                <a:custGeom>
                  <a:avLst/>
                  <a:gdLst>
                    <a:gd name="T0" fmla="*/ 0 w 249"/>
                    <a:gd name="T1" fmla="*/ 0 h 546"/>
                    <a:gd name="T2" fmla="*/ 249 w 249"/>
                    <a:gd name="T3" fmla="*/ 546 h 546"/>
                  </a:gdLst>
                  <a:ahLst/>
                  <a:cxnLst>
                    <a:cxn ang="0">
                      <a:pos x="T0" y="T1"/>
                    </a:cxn>
                    <a:cxn ang="0">
                      <a:pos x="T2" y="T3"/>
                    </a:cxn>
                  </a:cxnLst>
                  <a:rect l="0" t="0" r="r" b="b"/>
                  <a:pathLst>
                    <a:path w="249" h="546">
                      <a:moveTo>
                        <a:pt x="0" y="0"/>
                      </a:moveTo>
                      <a:lnTo>
                        <a:pt x="249" y="546"/>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Freeform 19">
                  <a:extLst>
                    <a:ext uri="{FF2B5EF4-FFF2-40B4-BE49-F238E27FC236}">
                      <a16:creationId xmlns:a16="http://schemas.microsoft.com/office/drawing/2014/main" id="{10257858-D066-4EE2-945F-26ABB844B003}"/>
                    </a:ext>
                  </a:extLst>
                </p:cNvPr>
                <p:cNvSpPr>
                  <a:spLocks/>
                </p:cNvSpPr>
                <p:nvPr/>
              </p:nvSpPr>
              <p:spPr bwMode="auto">
                <a:xfrm>
                  <a:off x="4599" y="657"/>
                  <a:ext cx="549" cy="417"/>
                </a:xfrm>
                <a:custGeom>
                  <a:avLst/>
                  <a:gdLst>
                    <a:gd name="T0" fmla="*/ 0 w 549"/>
                    <a:gd name="T1" fmla="*/ 0 h 417"/>
                    <a:gd name="T2" fmla="*/ 549 w 549"/>
                    <a:gd name="T3" fmla="*/ 417 h 417"/>
                  </a:gdLst>
                  <a:ahLst/>
                  <a:cxnLst>
                    <a:cxn ang="0">
                      <a:pos x="T0" y="T1"/>
                    </a:cxn>
                    <a:cxn ang="0">
                      <a:pos x="T2" y="T3"/>
                    </a:cxn>
                  </a:cxnLst>
                  <a:rect l="0" t="0" r="r" b="b"/>
                  <a:pathLst>
                    <a:path w="549" h="417">
                      <a:moveTo>
                        <a:pt x="0" y="0"/>
                      </a:moveTo>
                      <a:lnTo>
                        <a:pt x="549" y="417"/>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2" name="Freeform 20">
                  <a:extLst>
                    <a:ext uri="{FF2B5EF4-FFF2-40B4-BE49-F238E27FC236}">
                      <a16:creationId xmlns:a16="http://schemas.microsoft.com/office/drawing/2014/main" id="{3265B1C3-B29D-495B-B629-2077090F4118}"/>
                    </a:ext>
                  </a:extLst>
                </p:cNvPr>
                <p:cNvSpPr>
                  <a:spLocks/>
                </p:cNvSpPr>
                <p:nvPr/>
              </p:nvSpPr>
              <p:spPr bwMode="auto">
                <a:xfrm>
                  <a:off x="3972" y="654"/>
                  <a:ext cx="552" cy="423"/>
                </a:xfrm>
                <a:custGeom>
                  <a:avLst/>
                  <a:gdLst>
                    <a:gd name="T0" fmla="*/ 0 w 552"/>
                    <a:gd name="T1" fmla="*/ 423 h 423"/>
                    <a:gd name="T2" fmla="*/ 552 w 552"/>
                    <a:gd name="T3" fmla="*/ 0 h 423"/>
                  </a:gdLst>
                  <a:ahLst/>
                  <a:cxnLst>
                    <a:cxn ang="0">
                      <a:pos x="T0" y="T1"/>
                    </a:cxn>
                    <a:cxn ang="0">
                      <a:pos x="T2" y="T3"/>
                    </a:cxn>
                  </a:cxnLst>
                  <a:rect l="0" t="0" r="r" b="b"/>
                  <a:pathLst>
                    <a:path w="552" h="423">
                      <a:moveTo>
                        <a:pt x="0" y="423"/>
                      </a:moveTo>
                      <a:lnTo>
                        <a:pt x="552" y="0"/>
                      </a:lnTo>
                    </a:path>
                  </a:pathLst>
                </a:custGeom>
                <a:noFill/>
                <a:ln w="12700">
                  <a:solidFill>
                    <a:srgbClr val="00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Oval 29">
                  <a:extLst>
                    <a:ext uri="{FF2B5EF4-FFF2-40B4-BE49-F238E27FC236}">
                      <a16:creationId xmlns:a16="http://schemas.microsoft.com/office/drawing/2014/main" id="{6523DB2C-E01D-4BDE-A17A-1EB4AF320958}"/>
                    </a:ext>
                  </a:extLst>
                </p:cNvPr>
                <p:cNvSpPr>
                  <a:spLocks noChangeArrowheads="1"/>
                </p:cNvSpPr>
                <p:nvPr/>
              </p:nvSpPr>
              <p:spPr bwMode="auto">
                <a:xfrm>
                  <a:off x="4517" y="581"/>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Oval 30">
                  <a:extLst>
                    <a:ext uri="{FF2B5EF4-FFF2-40B4-BE49-F238E27FC236}">
                      <a16:creationId xmlns:a16="http://schemas.microsoft.com/office/drawing/2014/main" id="{FB956516-0BD7-4B10-AF32-A044AB46E8E6}"/>
                    </a:ext>
                  </a:extLst>
                </p:cNvPr>
                <p:cNvSpPr>
                  <a:spLocks noChangeArrowheads="1"/>
                </p:cNvSpPr>
                <p:nvPr/>
              </p:nvSpPr>
              <p:spPr bwMode="auto">
                <a:xfrm>
                  <a:off x="3896" y="1059"/>
                  <a:ext cx="91" cy="91"/>
                </a:xfrm>
                <a:prstGeom prst="ellipse">
                  <a:avLst/>
                </a:prstGeom>
                <a:solidFill>
                  <a:srgbClr val="D54F41"/>
                </a:solidFill>
                <a:ln w="12700"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Oval 31">
                  <a:extLst>
                    <a:ext uri="{FF2B5EF4-FFF2-40B4-BE49-F238E27FC236}">
                      <a16:creationId xmlns:a16="http://schemas.microsoft.com/office/drawing/2014/main" id="{8B0E59F4-1ABE-453F-AC41-27C9A6751CEE}"/>
                    </a:ext>
                  </a:extLst>
                </p:cNvPr>
                <p:cNvSpPr>
                  <a:spLocks noChangeArrowheads="1"/>
                </p:cNvSpPr>
                <p:nvPr/>
              </p:nvSpPr>
              <p:spPr bwMode="auto">
                <a:xfrm>
                  <a:off x="4181" y="1683"/>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6" name="Oval 32">
                  <a:extLst>
                    <a:ext uri="{FF2B5EF4-FFF2-40B4-BE49-F238E27FC236}">
                      <a16:creationId xmlns:a16="http://schemas.microsoft.com/office/drawing/2014/main" id="{471BDD16-732E-4FDB-BF65-0D37DB878C79}"/>
                    </a:ext>
                  </a:extLst>
                </p:cNvPr>
                <p:cNvSpPr>
                  <a:spLocks noChangeArrowheads="1"/>
                </p:cNvSpPr>
                <p:nvPr/>
              </p:nvSpPr>
              <p:spPr bwMode="auto">
                <a:xfrm>
                  <a:off x="5133" y="1055"/>
                  <a:ext cx="91" cy="91"/>
                </a:xfrm>
                <a:prstGeom prst="ellipse">
                  <a:avLst/>
                </a:prstGeom>
                <a:solidFill>
                  <a:srgbClr val="D54F41"/>
                </a:solidFill>
                <a:ln w="12700" cap="sq">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7" name="Oval 33">
                  <a:extLst>
                    <a:ext uri="{FF2B5EF4-FFF2-40B4-BE49-F238E27FC236}">
                      <a16:creationId xmlns:a16="http://schemas.microsoft.com/office/drawing/2014/main" id="{113E9DE8-56B1-46A8-A14C-F9796B706230}"/>
                    </a:ext>
                  </a:extLst>
                </p:cNvPr>
                <p:cNvSpPr>
                  <a:spLocks noChangeArrowheads="1"/>
                </p:cNvSpPr>
                <p:nvPr/>
              </p:nvSpPr>
              <p:spPr bwMode="auto">
                <a:xfrm>
                  <a:off x="4851" y="1679"/>
                  <a:ext cx="91" cy="91"/>
                </a:xfrm>
                <a:prstGeom prst="ellipse">
                  <a:avLst/>
                </a:prstGeom>
                <a:noFill/>
                <a:ln w="12700" cap="sq">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grpSp>
        <p:nvGrpSpPr>
          <p:cNvPr id="4" name="组合 3"/>
          <p:cNvGrpSpPr/>
          <p:nvPr/>
        </p:nvGrpSpPr>
        <p:grpSpPr>
          <a:xfrm>
            <a:off x="6560182" y="1784984"/>
            <a:ext cx="2107883" cy="1903572"/>
            <a:chOff x="8815383" y="1945481"/>
            <a:chExt cx="2107883" cy="1903572"/>
          </a:xfrm>
        </p:grpSpPr>
        <p:sp>
          <p:nvSpPr>
            <p:cNvPr id="36" name="Freeform 20">
              <a:extLst>
                <a:ext uri="{FF2B5EF4-FFF2-40B4-BE49-F238E27FC236}">
                  <a16:creationId xmlns:a16="http://schemas.microsoft.com/office/drawing/2014/main" id="{3265B1C3-B29D-495B-B629-2077090F4118}"/>
                </a:ext>
              </a:extLst>
            </p:cNvPr>
            <p:cNvSpPr>
              <a:spLocks/>
            </p:cNvSpPr>
            <p:nvPr/>
          </p:nvSpPr>
          <p:spPr bwMode="auto">
            <a:xfrm>
              <a:off x="8935715" y="2070737"/>
              <a:ext cx="876300" cy="671512"/>
            </a:xfrm>
            <a:custGeom>
              <a:avLst/>
              <a:gdLst>
                <a:gd name="T0" fmla="*/ 0 w 552"/>
                <a:gd name="T1" fmla="*/ 423 h 423"/>
                <a:gd name="T2" fmla="*/ 552 w 552"/>
                <a:gd name="T3" fmla="*/ 0 h 423"/>
              </a:gdLst>
              <a:ahLst/>
              <a:cxnLst>
                <a:cxn ang="0">
                  <a:pos x="T0" y="T1"/>
                </a:cxn>
                <a:cxn ang="0">
                  <a:pos x="T2" y="T3"/>
                </a:cxn>
              </a:cxnLst>
              <a:rect l="0" t="0" r="r" b="b"/>
              <a:pathLst>
                <a:path w="552" h="423">
                  <a:moveTo>
                    <a:pt x="0" y="423"/>
                  </a:moveTo>
                  <a:lnTo>
                    <a:pt x="552" y="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 name="Freeform 19">
              <a:extLst>
                <a:ext uri="{FF2B5EF4-FFF2-40B4-BE49-F238E27FC236}">
                  <a16:creationId xmlns:a16="http://schemas.microsoft.com/office/drawing/2014/main" id="{10257858-D066-4EE2-945F-26ABB844B003}"/>
                </a:ext>
              </a:extLst>
            </p:cNvPr>
            <p:cNvSpPr>
              <a:spLocks/>
            </p:cNvSpPr>
            <p:nvPr/>
          </p:nvSpPr>
          <p:spPr bwMode="auto">
            <a:xfrm>
              <a:off x="9939016" y="2067879"/>
              <a:ext cx="871538" cy="661987"/>
            </a:xfrm>
            <a:custGeom>
              <a:avLst/>
              <a:gdLst>
                <a:gd name="T0" fmla="*/ 0 w 549"/>
                <a:gd name="T1" fmla="*/ 0 h 417"/>
                <a:gd name="T2" fmla="*/ 549 w 549"/>
                <a:gd name="T3" fmla="*/ 417 h 417"/>
              </a:gdLst>
              <a:ahLst/>
              <a:cxnLst>
                <a:cxn ang="0">
                  <a:pos x="T0" y="T1"/>
                </a:cxn>
                <a:cxn ang="0">
                  <a:pos x="T2" y="T3"/>
                </a:cxn>
              </a:cxnLst>
              <a:rect l="0" t="0" r="r" b="b"/>
              <a:pathLst>
                <a:path w="549" h="417">
                  <a:moveTo>
                    <a:pt x="0" y="0"/>
                  </a:moveTo>
                  <a:lnTo>
                    <a:pt x="549" y="417"/>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 name="Freeform 18">
              <a:extLst>
                <a:ext uri="{FF2B5EF4-FFF2-40B4-BE49-F238E27FC236}">
                  <a16:creationId xmlns:a16="http://schemas.microsoft.com/office/drawing/2014/main" id="{4E0E0FE6-D120-43A8-8F5F-450CE79B476F}"/>
                </a:ext>
              </a:extLst>
            </p:cNvPr>
            <p:cNvSpPr>
              <a:spLocks/>
            </p:cNvSpPr>
            <p:nvPr/>
          </p:nvSpPr>
          <p:spPr bwMode="auto">
            <a:xfrm>
              <a:off x="8911903" y="2849405"/>
              <a:ext cx="395288" cy="866775"/>
            </a:xfrm>
            <a:custGeom>
              <a:avLst/>
              <a:gdLst>
                <a:gd name="T0" fmla="*/ 0 w 249"/>
                <a:gd name="T1" fmla="*/ 0 h 546"/>
                <a:gd name="T2" fmla="*/ 249 w 249"/>
                <a:gd name="T3" fmla="*/ 546 h 546"/>
              </a:gdLst>
              <a:ahLst/>
              <a:cxnLst>
                <a:cxn ang="0">
                  <a:pos x="T0" y="T1"/>
                </a:cxn>
                <a:cxn ang="0">
                  <a:pos x="T2" y="T3"/>
                </a:cxn>
              </a:cxnLst>
              <a:rect l="0" t="0" r="r" b="b"/>
              <a:pathLst>
                <a:path w="249" h="546">
                  <a:moveTo>
                    <a:pt x="0" y="0"/>
                  </a:moveTo>
                  <a:lnTo>
                    <a:pt x="249" y="546"/>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9" name="Freeform 15">
              <a:extLst>
                <a:ext uri="{FF2B5EF4-FFF2-40B4-BE49-F238E27FC236}">
                  <a16:creationId xmlns:a16="http://schemas.microsoft.com/office/drawing/2014/main" id="{724B7371-9035-498D-95B5-0F90B03E7C99}"/>
                </a:ext>
              </a:extLst>
            </p:cNvPr>
            <p:cNvSpPr>
              <a:spLocks/>
            </p:cNvSpPr>
            <p:nvPr/>
          </p:nvSpPr>
          <p:spPr bwMode="auto">
            <a:xfrm>
              <a:off x="9407203" y="3779143"/>
              <a:ext cx="919163" cy="1587"/>
            </a:xfrm>
            <a:custGeom>
              <a:avLst/>
              <a:gdLst>
                <a:gd name="T0" fmla="*/ 0 w 579"/>
                <a:gd name="T1" fmla="*/ 0 h 1"/>
                <a:gd name="T2" fmla="*/ 579 w 579"/>
                <a:gd name="T3" fmla="*/ 0 h 1"/>
              </a:gdLst>
              <a:ahLst/>
              <a:cxnLst>
                <a:cxn ang="0">
                  <a:pos x="T0" y="T1"/>
                </a:cxn>
                <a:cxn ang="0">
                  <a:pos x="T2" y="T3"/>
                </a:cxn>
              </a:cxnLst>
              <a:rect l="0" t="0" r="r" b="b"/>
              <a:pathLst>
                <a:path w="579" h="1">
                  <a:moveTo>
                    <a:pt x="0" y="0"/>
                  </a:moveTo>
                  <a:lnTo>
                    <a:pt x="579" y="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0" name="Freeform 16">
              <a:extLst>
                <a:ext uri="{FF2B5EF4-FFF2-40B4-BE49-F238E27FC236}">
                  <a16:creationId xmlns:a16="http://schemas.microsoft.com/office/drawing/2014/main" id="{D419CB28-0CE0-4BF9-A249-B01F38547E20}"/>
                </a:ext>
              </a:extLst>
            </p:cNvPr>
            <p:cNvSpPr>
              <a:spLocks/>
            </p:cNvSpPr>
            <p:nvPr/>
          </p:nvSpPr>
          <p:spPr bwMode="auto">
            <a:xfrm>
              <a:off x="10447489" y="2843533"/>
              <a:ext cx="400050" cy="862012"/>
            </a:xfrm>
            <a:custGeom>
              <a:avLst/>
              <a:gdLst>
                <a:gd name="T0" fmla="*/ 0 w 252"/>
                <a:gd name="T1" fmla="*/ 543 h 543"/>
                <a:gd name="T2" fmla="*/ 252 w 252"/>
                <a:gd name="T3" fmla="*/ 0 h 543"/>
              </a:gdLst>
              <a:ahLst/>
              <a:cxnLst>
                <a:cxn ang="0">
                  <a:pos x="T0" y="T1"/>
                </a:cxn>
                <a:cxn ang="0">
                  <a:pos x="T2" y="T3"/>
                </a:cxn>
              </a:cxnLst>
              <a:rect l="0" t="0" r="r" b="b"/>
              <a:pathLst>
                <a:path w="252" h="543">
                  <a:moveTo>
                    <a:pt x="0" y="543"/>
                  </a:moveTo>
                  <a:lnTo>
                    <a:pt x="252" y="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 name="Oval 31">
              <a:extLst>
                <a:ext uri="{FF2B5EF4-FFF2-40B4-BE49-F238E27FC236}">
                  <a16:creationId xmlns:a16="http://schemas.microsoft.com/office/drawing/2014/main" id="{8B0E59F4-1ABE-453F-AC41-27C9A6751CEE}"/>
                </a:ext>
              </a:extLst>
            </p:cNvPr>
            <p:cNvSpPr>
              <a:spLocks noChangeArrowheads="1"/>
            </p:cNvSpPr>
            <p:nvPr/>
          </p:nvSpPr>
          <p:spPr bwMode="auto">
            <a:xfrm>
              <a:off x="9267502" y="3704591"/>
              <a:ext cx="144463" cy="144462"/>
            </a:xfrm>
            <a:prstGeom prst="ellipse">
              <a:avLst/>
            </a:prstGeom>
            <a:noFill/>
            <a:ln w="12700"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Oval 33">
              <a:extLst>
                <a:ext uri="{FF2B5EF4-FFF2-40B4-BE49-F238E27FC236}">
                  <a16:creationId xmlns:a16="http://schemas.microsoft.com/office/drawing/2014/main" id="{113E9DE8-56B1-46A8-A14C-F9796B706230}"/>
                </a:ext>
              </a:extLst>
            </p:cNvPr>
            <p:cNvSpPr>
              <a:spLocks noChangeArrowheads="1"/>
            </p:cNvSpPr>
            <p:nvPr/>
          </p:nvSpPr>
          <p:spPr bwMode="auto">
            <a:xfrm>
              <a:off x="10331128" y="3704275"/>
              <a:ext cx="144463" cy="144462"/>
            </a:xfrm>
            <a:prstGeom prst="ellipse">
              <a:avLst/>
            </a:prstGeom>
            <a:noFill/>
            <a:ln w="12700"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 name="Oval 33">
              <a:extLst>
                <a:ext uri="{FF2B5EF4-FFF2-40B4-BE49-F238E27FC236}">
                  <a16:creationId xmlns:a16="http://schemas.microsoft.com/office/drawing/2014/main" id="{113E9DE8-56B1-46A8-A14C-F9796B706230}"/>
                </a:ext>
              </a:extLst>
            </p:cNvPr>
            <p:cNvSpPr>
              <a:spLocks noChangeArrowheads="1"/>
            </p:cNvSpPr>
            <p:nvPr/>
          </p:nvSpPr>
          <p:spPr bwMode="auto">
            <a:xfrm>
              <a:off x="10778803" y="2713675"/>
              <a:ext cx="144463" cy="144462"/>
            </a:xfrm>
            <a:prstGeom prst="ellipse">
              <a:avLst/>
            </a:prstGeom>
            <a:noFill/>
            <a:ln w="12700"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4" name="Oval 31">
              <a:extLst>
                <a:ext uri="{FF2B5EF4-FFF2-40B4-BE49-F238E27FC236}">
                  <a16:creationId xmlns:a16="http://schemas.microsoft.com/office/drawing/2014/main" id="{8B0E59F4-1ABE-453F-AC41-27C9A6751CEE}"/>
                </a:ext>
              </a:extLst>
            </p:cNvPr>
            <p:cNvSpPr>
              <a:spLocks noChangeArrowheads="1"/>
            </p:cNvSpPr>
            <p:nvPr/>
          </p:nvSpPr>
          <p:spPr bwMode="auto">
            <a:xfrm>
              <a:off x="8815383" y="2704943"/>
              <a:ext cx="144463" cy="144462"/>
            </a:xfrm>
            <a:prstGeom prst="ellipse">
              <a:avLst/>
            </a:prstGeom>
            <a:noFill/>
            <a:ln w="12700"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Oval 31">
              <a:extLst>
                <a:ext uri="{FF2B5EF4-FFF2-40B4-BE49-F238E27FC236}">
                  <a16:creationId xmlns:a16="http://schemas.microsoft.com/office/drawing/2014/main" id="{8B0E59F4-1ABE-453F-AC41-27C9A6751CEE}"/>
                </a:ext>
              </a:extLst>
            </p:cNvPr>
            <p:cNvSpPr>
              <a:spLocks noChangeArrowheads="1"/>
            </p:cNvSpPr>
            <p:nvPr/>
          </p:nvSpPr>
          <p:spPr bwMode="auto">
            <a:xfrm>
              <a:off x="9799474" y="1945481"/>
              <a:ext cx="144463" cy="144462"/>
            </a:xfrm>
            <a:prstGeom prst="ellipse">
              <a:avLst/>
            </a:prstGeom>
            <a:noFill/>
            <a:ln w="12700" cap="sq">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5" name="组合 4"/>
          <p:cNvGrpSpPr/>
          <p:nvPr/>
        </p:nvGrpSpPr>
        <p:grpSpPr>
          <a:xfrm>
            <a:off x="2556031" y="1988343"/>
            <a:ext cx="2733676" cy="1724026"/>
            <a:chOff x="2701605" y="2145506"/>
            <a:chExt cx="2733676" cy="1724026"/>
          </a:xfrm>
        </p:grpSpPr>
        <p:sp>
          <p:nvSpPr>
            <p:cNvPr id="47" name="Freeform 7">
              <a:extLst>
                <a:ext uri="{FF2B5EF4-FFF2-40B4-BE49-F238E27FC236}">
                  <a16:creationId xmlns:a16="http://schemas.microsoft.com/office/drawing/2014/main" id="{1EACA969-539D-4EE9-B872-731ACC8DE2A1}"/>
                </a:ext>
              </a:extLst>
            </p:cNvPr>
            <p:cNvSpPr>
              <a:spLocks/>
            </p:cNvSpPr>
            <p:nvPr/>
          </p:nvSpPr>
          <p:spPr bwMode="auto">
            <a:xfrm>
              <a:off x="2720655" y="2145506"/>
              <a:ext cx="1304925" cy="952500"/>
            </a:xfrm>
            <a:custGeom>
              <a:avLst/>
              <a:gdLst>
                <a:gd name="T0" fmla="*/ 822 w 822"/>
                <a:gd name="T1" fmla="*/ 0 h 600"/>
                <a:gd name="T2" fmla="*/ 0 w 822"/>
                <a:gd name="T3" fmla="*/ 600 h 600"/>
              </a:gdLst>
              <a:ahLst/>
              <a:cxnLst>
                <a:cxn ang="0">
                  <a:pos x="T0" y="T1"/>
                </a:cxn>
                <a:cxn ang="0">
                  <a:pos x="T2" y="T3"/>
                </a:cxn>
              </a:cxnLst>
              <a:rect l="0" t="0" r="r" b="b"/>
              <a:pathLst>
                <a:path w="822" h="600">
                  <a:moveTo>
                    <a:pt x="822" y="0"/>
                  </a:moveTo>
                  <a:lnTo>
                    <a:pt x="0" y="60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Freeform 8">
              <a:extLst>
                <a:ext uri="{FF2B5EF4-FFF2-40B4-BE49-F238E27FC236}">
                  <a16:creationId xmlns:a16="http://schemas.microsoft.com/office/drawing/2014/main" id="{2D8573EE-EE15-482F-B7D6-C992506DE4CE}"/>
                </a:ext>
              </a:extLst>
            </p:cNvPr>
            <p:cNvSpPr>
              <a:spLocks/>
            </p:cNvSpPr>
            <p:nvPr/>
          </p:nvSpPr>
          <p:spPr bwMode="auto">
            <a:xfrm>
              <a:off x="2701605" y="3202781"/>
              <a:ext cx="557213" cy="661988"/>
            </a:xfrm>
            <a:custGeom>
              <a:avLst/>
              <a:gdLst>
                <a:gd name="T0" fmla="*/ 0 w 351"/>
                <a:gd name="T1" fmla="*/ 0 h 417"/>
                <a:gd name="T2" fmla="*/ 351 w 351"/>
                <a:gd name="T3" fmla="*/ 417 h 417"/>
              </a:gdLst>
              <a:ahLst/>
              <a:cxnLst>
                <a:cxn ang="0">
                  <a:pos x="T0" y="T1"/>
                </a:cxn>
                <a:cxn ang="0">
                  <a:pos x="T2" y="T3"/>
                </a:cxn>
              </a:cxnLst>
              <a:rect l="0" t="0" r="r" b="b"/>
              <a:pathLst>
                <a:path w="351" h="417">
                  <a:moveTo>
                    <a:pt x="0" y="0"/>
                  </a:moveTo>
                  <a:lnTo>
                    <a:pt x="351" y="417"/>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9">
              <a:extLst>
                <a:ext uri="{FF2B5EF4-FFF2-40B4-BE49-F238E27FC236}">
                  <a16:creationId xmlns:a16="http://schemas.microsoft.com/office/drawing/2014/main" id="{58C9A1FC-FF18-456B-A7C8-7AF23C8A9D7C}"/>
                </a:ext>
              </a:extLst>
            </p:cNvPr>
            <p:cNvSpPr>
              <a:spLocks/>
            </p:cNvSpPr>
            <p:nvPr/>
          </p:nvSpPr>
          <p:spPr bwMode="auto">
            <a:xfrm>
              <a:off x="3349305" y="2183606"/>
              <a:ext cx="723900" cy="1666875"/>
            </a:xfrm>
            <a:custGeom>
              <a:avLst/>
              <a:gdLst>
                <a:gd name="T0" fmla="*/ 0 w 456"/>
                <a:gd name="T1" fmla="*/ 1050 h 1050"/>
                <a:gd name="T2" fmla="*/ 456 w 456"/>
                <a:gd name="T3" fmla="*/ 0 h 1050"/>
              </a:gdLst>
              <a:ahLst/>
              <a:cxnLst>
                <a:cxn ang="0">
                  <a:pos x="T0" y="T1"/>
                </a:cxn>
                <a:cxn ang="0">
                  <a:pos x="T2" y="T3"/>
                </a:cxn>
              </a:cxnLst>
              <a:rect l="0" t="0" r="r" b="b"/>
              <a:pathLst>
                <a:path w="456" h="1050">
                  <a:moveTo>
                    <a:pt x="0" y="1050"/>
                  </a:moveTo>
                  <a:lnTo>
                    <a:pt x="456" y="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Freeform 11">
              <a:extLst>
                <a:ext uri="{FF2B5EF4-FFF2-40B4-BE49-F238E27FC236}">
                  <a16:creationId xmlns:a16="http://schemas.microsoft.com/office/drawing/2014/main" id="{3E714CB3-0D29-4900-B627-F6D16D3C5F3D}"/>
                </a:ext>
              </a:extLst>
            </p:cNvPr>
            <p:cNvSpPr>
              <a:spLocks/>
            </p:cNvSpPr>
            <p:nvPr/>
          </p:nvSpPr>
          <p:spPr bwMode="auto">
            <a:xfrm>
              <a:off x="4163693" y="2145506"/>
              <a:ext cx="1266825" cy="957263"/>
            </a:xfrm>
            <a:custGeom>
              <a:avLst/>
              <a:gdLst>
                <a:gd name="T0" fmla="*/ 0 w 798"/>
                <a:gd name="T1" fmla="*/ 0 h 603"/>
                <a:gd name="T2" fmla="*/ 798 w 798"/>
                <a:gd name="T3" fmla="*/ 603 h 603"/>
              </a:gdLst>
              <a:ahLst/>
              <a:cxnLst>
                <a:cxn ang="0">
                  <a:pos x="T0" y="T1"/>
                </a:cxn>
                <a:cxn ang="0">
                  <a:pos x="T2" y="T3"/>
                </a:cxn>
              </a:cxnLst>
              <a:rect l="0" t="0" r="r" b="b"/>
              <a:pathLst>
                <a:path w="798" h="603">
                  <a:moveTo>
                    <a:pt x="0" y="0"/>
                  </a:moveTo>
                  <a:lnTo>
                    <a:pt x="798" y="603"/>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Freeform 12">
              <a:extLst>
                <a:ext uri="{FF2B5EF4-FFF2-40B4-BE49-F238E27FC236}">
                  <a16:creationId xmlns:a16="http://schemas.microsoft.com/office/drawing/2014/main" id="{E3706CC4-0F2B-4CE9-8401-451DA8EC57C8}"/>
                </a:ext>
              </a:extLst>
            </p:cNvPr>
            <p:cNvSpPr>
              <a:spLocks/>
            </p:cNvSpPr>
            <p:nvPr/>
          </p:nvSpPr>
          <p:spPr bwMode="auto">
            <a:xfrm>
              <a:off x="4906643" y="3198019"/>
              <a:ext cx="528638" cy="671513"/>
            </a:xfrm>
            <a:custGeom>
              <a:avLst/>
              <a:gdLst>
                <a:gd name="T0" fmla="*/ 333 w 333"/>
                <a:gd name="T1" fmla="*/ 0 h 423"/>
                <a:gd name="T2" fmla="*/ 0 w 333"/>
                <a:gd name="T3" fmla="*/ 423 h 423"/>
              </a:gdLst>
              <a:ahLst/>
              <a:cxnLst>
                <a:cxn ang="0">
                  <a:pos x="T0" y="T1"/>
                </a:cxn>
                <a:cxn ang="0">
                  <a:pos x="T2" y="T3"/>
                </a:cxn>
              </a:cxnLst>
              <a:rect l="0" t="0" r="r" b="b"/>
              <a:pathLst>
                <a:path w="333" h="423">
                  <a:moveTo>
                    <a:pt x="333" y="0"/>
                  </a:moveTo>
                  <a:lnTo>
                    <a:pt x="0" y="423"/>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2" name="Freeform 13">
              <a:extLst>
                <a:ext uri="{FF2B5EF4-FFF2-40B4-BE49-F238E27FC236}">
                  <a16:creationId xmlns:a16="http://schemas.microsoft.com/office/drawing/2014/main" id="{7400422C-2CF2-4F40-854B-4B17C527AD91}"/>
                </a:ext>
              </a:extLst>
            </p:cNvPr>
            <p:cNvSpPr>
              <a:spLocks/>
            </p:cNvSpPr>
            <p:nvPr/>
          </p:nvSpPr>
          <p:spPr bwMode="auto">
            <a:xfrm>
              <a:off x="4139880" y="2178844"/>
              <a:ext cx="690563" cy="1676400"/>
            </a:xfrm>
            <a:custGeom>
              <a:avLst/>
              <a:gdLst>
                <a:gd name="T0" fmla="*/ 435 w 435"/>
                <a:gd name="T1" fmla="*/ 1056 h 1056"/>
                <a:gd name="T2" fmla="*/ 0 w 435"/>
                <a:gd name="T3" fmla="*/ 0 h 1056"/>
              </a:gdLst>
              <a:ahLst/>
              <a:cxnLst>
                <a:cxn ang="0">
                  <a:pos x="T0" y="T1"/>
                </a:cxn>
                <a:cxn ang="0">
                  <a:pos x="T2" y="T3"/>
                </a:cxn>
              </a:cxnLst>
              <a:rect l="0" t="0" r="r" b="b"/>
              <a:pathLst>
                <a:path w="435" h="1056">
                  <a:moveTo>
                    <a:pt x="435" y="1056"/>
                  </a:moveTo>
                  <a:lnTo>
                    <a:pt x="0" y="0"/>
                  </a:lnTo>
                </a:path>
              </a:pathLst>
            </a:custGeom>
            <a:noFill/>
            <a:ln w="12700">
              <a:solidFill>
                <a:srgbClr val="FF0000"/>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403053535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B779B513-25C5-4766-95D6-0D04CD168E0B}"/>
              </a:ext>
            </a:extLst>
          </p:cNvPr>
          <p:cNvSpPr txBox="1">
            <a:spLocks noChangeArrowheads="1"/>
          </p:cNvSpPr>
          <p:nvPr/>
        </p:nvSpPr>
        <p:spPr bwMode="auto">
          <a:xfrm>
            <a:off x="1717457" y="898575"/>
            <a:ext cx="8569325" cy="2812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en-US" altLang="zh-CN" sz="24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Times New Roman" panose="02020603050405020304" pitchFamily="18" charset="0"/>
              </a:rPr>
              <a:t>定理</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设图</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为</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n</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阶图，</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1) </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若</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的</a:t>
            </a:r>
            <a:r>
              <a:rPr kumimoji="1" lang="zh-CN" altLang="en-US" sz="2400" b="1" i="0" u="sng"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每一对结点的度数之和</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都</a:t>
            </a:r>
            <a:r>
              <a:rPr kumimoji="1"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不小于</a:t>
            </a:r>
            <a:r>
              <a:rPr kumimoji="1"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n–1</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中有一条</a:t>
            </a:r>
            <a:r>
              <a:rPr kumimoji="1"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哈密尔顿路</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2400" b="1" i="0" u="none" strike="noStrike" kern="1200" cap="none" spc="0" normalizeH="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2) </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若</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的</a:t>
            </a:r>
            <a:r>
              <a:rPr kumimoji="1" lang="zh-CN" altLang="en-US" sz="2400" b="1" i="0" u="sng"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每一对不相邻的结点的度数之和</a:t>
            </a:r>
            <a:r>
              <a:rPr kumimoji="1"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不小于</a:t>
            </a:r>
            <a:r>
              <a:rPr kumimoji="1" lang="en-US" altLang="zh-CN" sz="2400" b="1"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n</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，且</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n≥3</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为一</a:t>
            </a:r>
            <a:r>
              <a:rPr kumimoji="1"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哈密尔顿图</a:t>
            </a: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endParaRPr kumimoji="1" lang="zh-CN" altLang="en-US" sz="1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endPar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1"/>
          <p:cNvSpPr/>
          <p:nvPr/>
        </p:nvSpPr>
        <p:spPr>
          <a:xfrm>
            <a:off x="851694" y="3986518"/>
            <a:ext cx="10941590" cy="2166362"/>
          </a:xfrm>
          <a:prstGeom prst="rect">
            <a:avLst/>
          </a:prstGeom>
        </p:spPr>
        <p:txBody>
          <a:bodyPr wrap="square">
            <a:spAutoFit/>
          </a:bodyPr>
          <a:lstStyle/>
          <a:p>
            <a:pPr marL="342900" algn="just" fontAlgn="base">
              <a:lnSpc>
                <a:spcPct val="130000"/>
              </a:lnSpc>
              <a:spcBef>
                <a:spcPct val="20000"/>
              </a:spcBef>
              <a:spcAft>
                <a:spcPct val="0"/>
              </a:spcAft>
              <a:buClr>
                <a:srgbClr val="6600FF"/>
              </a:buClr>
              <a:defRPr/>
            </a:pP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类似的命题还有：</a:t>
            </a:r>
            <a:endPar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342900" algn="just" fontAlgn="base">
              <a:lnSpc>
                <a:spcPct val="130000"/>
              </a:lnSpc>
              <a:spcBef>
                <a:spcPct val="20000"/>
              </a:spcBef>
              <a:spcAft>
                <a:spcPct val="0"/>
              </a:spcAft>
              <a:buClr>
                <a:srgbClr val="6600FF"/>
              </a:buClr>
              <a:defRPr/>
            </a:pP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“若</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的每一对结点的度数之和不小于</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n</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，且</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n≥3</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为一哈密尔顿图。”，</a:t>
            </a:r>
            <a:endPar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342900" algn="just" fontAlgn="base">
              <a:lnSpc>
                <a:spcPct val="130000"/>
              </a:lnSpc>
              <a:spcBef>
                <a:spcPct val="20000"/>
              </a:spcBef>
              <a:spcAft>
                <a:spcPct val="0"/>
              </a:spcAft>
              <a:buClr>
                <a:srgbClr val="6600FF"/>
              </a:buClr>
              <a:defRPr/>
            </a:pP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“若图</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的阶</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n</a:t>
            </a:r>
            <a:r>
              <a:rPr kumimoji="1" lang="es-ES_tradnl"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，且任意结点</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度数</a:t>
            </a:r>
            <a:r>
              <a:rPr kumimoji="1" lang="en-US" altLang="zh-CN" sz="2400" b="1"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deg</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kumimoji="1" lang="es-ES_tradnl"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n/2</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，则</a:t>
            </a:r>
            <a:r>
              <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是哈密尔顿图。”</a:t>
            </a:r>
            <a:endParaRPr kumimoji="1" lang="en-US" altLang="zh-CN"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342900" algn="just" fontAlgn="base">
              <a:lnSpc>
                <a:spcPct val="130000"/>
              </a:lnSpc>
              <a:spcBef>
                <a:spcPct val="20000"/>
              </a:spcBef>
              <a:spcAft>
                <a:spcPct val="0"/>
              </a:spcAft>
              <a:buClr>
                <a:srgbClr val="6600FF"/>
              </a:buClr>
              <a:defRPr/>
            </a:pPr>
            <a:r>
              <a:rPr kumimoji="1" lang="zh-CN" altLang="en-US" sz="24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这些命题都可作为判定哈密尔顿图的充分条件，但并非必要条件。  </a:t>
            </a:r>
          </a:p>
        </p:txBody>
      </p:sp>
    </p:spTree>
    <p:extLst>
      <p:ext uri="{BB962C8B-B14F-4D97-AF65-F5344CB8AC3E}">
        <p14:creationId xmlns:p14="http://schemas.microsoft.com/office/powerpoint/2010/main" val="187334359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34" name="文本占位符 28674">
            <a:extLst>
              <a:ext uri="{FF2B5EF4-FFF2-40B4-BE49-F238E27FC236}">
                <a16:creationId xmlns:a16="http://schemas.microsoft.com/office/drawing/2014/main" id="{E901637C-0B61-4568-AD3D-AEF843D3DBC7}"/>
              </a:ext>
            </a:extLst>
          </p:cNvPr>
          <p:cNvSpPr txBox="1">
            <a:spLocks/>
          </p:cNvSpPr>
          <p:nvPr/>
        </p:nvSpPr>
        <p:spPr>
          <a:xfrm>
            <a:off x="1833489" y="809670"/>
            <a:ext cx="8229600" cy="646068"/>
          </a:xfrm>
          <a:prstGeom prst="rect">
            <a:avLst/>
          </a:prstGeom>
          <a:ln>
            <a:miter/>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40000"/>
              </a:lnSpc>
              <a:buFont typeface="Arial" panose="020B0604020202020204" pitchFamily="34" charset="0"/>
              <a:buNone/>
            </a:pPr>
            <a:r>
              <a:rPr lang="zh-CN" altLang="en-US" sz="2400" noProof="1">
                <a:solidFill>
                  <a:schemeClr val="accent2"/>
                </a:solidFill>
                <a:latin typeface="Microsoft YaHei" panose="020B0503020204020204" charset="-122"/>
                <a:ea typeface="Microsoft YaHei" panose="020B0503020204020204" charset="-122"/>
              </a:rPr>
              <a:t>判定定理</a:t>
            </a:r>
            <a:r>
              <a:rPr lang="en-US" altLang="zh-CN" sz="2400" noProof="1">
                <a:solidFill>
                  <a:schemeClr val="accent2"/>
                </a:solidFill>
                <a:latin typeface="Microsoft YaHei" panose="020B0503020204020204" charset="-122"/>
                <a:ea typeface="Microsoft YaHei" panose="020B0503020204020204" charset="-122"/>
              </a:rPr>
              <a:t>1</a:t>
            </a:r>
            <a:r>
              <a:rPr lang="zh-CN" altLang="en-US" sz="2400" noProof="1">
                <a:solidFill>
                  <a:schemeClr val="accent2"/>
                </a:solidFill>
                <a:latin typeface="Microsoft YaHei" panose="020B0503020204020204" charset="-122"/>
                <a:ea typeface="Microsoft YaHei" panose="020B0503020204020204" charset="-122"/>
              </a:rPr>
              <a:t>的证明</a:t>
            </a:r>
            <a:endParaRPr lang="zh-CN" altLang="en-US" noProof="1">
              <a:latin typeface="Microsoft YaHei" panose="020B0503020204020204" charset="-122"/>
              <a:ea typeface="Microsoft YaHei" panose="020B0503020204020204" charset="-122"/>
            </a:endParaRPr>
          </a:p>
          <a:p>
            <a:pPr marL="0" indent="0" fontAlgn="base">
              <a:lnSpc>
                <a:spcPct val="140000"/>
              </a:lnSpc>
              <a:buFont typeface="Arial" panose="020B0604020202020204" pitchFamily="34" charset="0"/>
              <a:buNone/>
            </a:pPr>
            <a:endParaRPr lang="zh-CN" altLang="en-US" sz="2000" noProof="1">
              <a:solidFill>
                <a:srgbClr val="FF0000"/>
              </a:solidFill>
              <a:effectLst>
                <a:outerShdw blurRad="38100" dist="38100" dir="2700000">
                  <a:srgbClr val="C0C0C0"/>
                </a:outerShdw>
              </a:effectLst>
              <a:latin typeface="Microsoft YaHei" panose="020B0503020204020204" charset="-122"/>
              <a:ea typeface="Microsoft YaHei" panose="020B0503020204020204" charset="-122"/>
            </a:endParaRPr>
          </a:p>
        </p:txBody>
      </p:sp>
      <p:sp>
        <p:nvSpPr>
          <p:cNvPr id="2" name="矩形 1"/>
          <p:cNvSpPr/>
          <p:nvPr/>
        </p:nvSpPr>
        <p:spPr>
          <a:xfrm>
            <a:off x="4388229" y="948038"/>
            <a:ext cx="7363169" cy="369332"/>
          </a:xfrm>
          <a:prstGeom prst="rect">
            <a:avLst/>
          </a:prstGeom>
        </p:spPr>
        <p:txBody>
          <a:bodyPr wrap="square">
            <a:spAutoFit/>
          </a:bodyPr>
          <a:lstStyle/>
          <a:p>
            <a:r>
              <a:rPr kumimoji="1"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若</a:t>
            </a:r>
            <a:r>
              <a:rPr kumimoji="1"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a:t>
            </a:r>
            <a:r>
              <a:rPr kumimoji="1" lang="zh-CN" altLang="en-US" b="1" u="sng" dirty="0">
                <a:solidFill>
                  <a:srgbClr val="000000"/>
                </a:solidFill>
                <a:latin typeface="宋体" panose="02010600030101010101" pitchFamily="2" charset="-122"/>
                <a:ea typeface="宋体" panose="02010600030101010101" pitchFamily="2" charset="-122"/>
                <a:cs typeface="Times New Roman" panose="02020603050405020304" pitchFamily="18" charset="0"/>
              </a:rPr>
              <a:t>每一对结点的度数之和</a:t>
            </a:r>
            <a:r>
              <a:rPr kumimoji="1"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都</a:t>
            </a:r>
            <a:r>
              <a:rPr kumimoji="1" lang="zh-CN" altLang="en-US"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不小于</a:t>
            </a:r>
            <a:r>
              <a:rPr kumimoji="1" lang="en-US" altLang="zh-CN"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n–1</a:t>
            </a:r>
            <a:r>
              <a:rPr kumimoji="1"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kumimoji="1" lang="zh-CN" altLang="en-US"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中有一条</a:t>
            </a:r>
            <a:r>
              <a:rPr kumimoji="1" lang="zh-CN" altLang="en-US"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哈密尔顿路</a:t>
            </a:r>
            <a:r>
              <a:rPr kumimoji="1" lang="zh-CN" altLang="en-US" b="1" dirty="0">
                <a:latin typeface="宋体" panose="02010600030101010101" pitchFamily="2" charset="-122"/>
                <a:ea typeface="宋体" panose="02010600030101010101" pitchFamily="2" charset="-122"/>
                <a:cs typeface="Times New Roman" panose="02020603050405020304" pitchFamily="18" charset="0"/>
              </a:rPr>
              <a:t>。</a:t>
            </a:r>
            <a:endParaRPr lang="zh-CN" altLang="en-US" dirty="0"/>
          </a:p>
        </p:txBody>
      </p:sp>
      <p:sp>
        <p:nvSpPr>
          <p:cNvPr id="6" name="矩形 5"/>
          <p:cNvSpPr/>
          <p:nvPr/>
        </p:nvSpPr>
        <p:spPr>
          <a:xfrm>
            <a:off x="971714" y="1626266"/>
            <a:ext cx="1723549" cy="461665"/>
          </a:xfrm>
          <a:prstGeom prst="rect">
            <a:avLst/>
          </a:prstGeom>
        </p:spPr>
        <p:txBody>
          <a:bodyPr wrap="none">
            <a:spAutoFit/>
          </a:bodyPr>
          <a:lstStyle/>
          <a:p>
            <a:r>
              <a:rPr lang="zh-CN" altLang="zh-CN" sz="2400" b="1" dirty="0">
                <a:solidFill>
                  <a:schemeClr val="accent1">
                    <a:lumMod val="75000"/>
                  </a:schemeClr>
                </a:solidFill>
                <a:ea typeface="宋体" panose="02010600030101010101" pitchFamily="2" charset="-122"/>
                <a:cs typeface="Times New Roman" panose="02020603050405020304" pitchFamily="18" charset="0"/>
              </a:rPr>
              <a:t>证明思路：</a:t>
            </a:r>
            <a:endParaRPr lang="zh-CN" altLang="en-US" sz="2400" b="1" dirty="0">
              <a:solidFill>
                <a:schemeClr val="accent1">
                  <a:lumMod val="75000"/>
                </a:schemeClr>
              </a:solidFill>
            </a:endParaRPr>
          </a:p>
        </p:txBody>
      </p:sp>
      <p:sp>
        <p:nvSpPr>
          <p:cNvPr id="7" name="矩形 6"/>
          <p:cNvSpPr/>
          <p:nvPr/>
        </p:nvSpPr>
        <p:spPr>
          <a:xfrm>
            <a:off x="1384628" y="2005175"/>
            <a:ext cx="5525872" cy="553998"/>
          </a:xfrm>
          <a:prstGeom prst="rect">
            <a:avLst/>
          </a:prstGeom>
        </p:spPr>
        <p:txBody>
          <a:bodyPr wrap="none">
            <a:spAutoFit/>
          </a:bodyPr>
          <a:lstStyle/>
          <a:p>
            <a:pPr indent="304800" fontAlgn="base">
              <a:lnSpc>
                <a:spcPct val="150000"/>
              </a:lnSpc>
            </a:pPr>
            <a:r>
              <a:rPr lang="zh-CN" altLang="zh-CN" sz="2000" b="1"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1</a:t>
            </a:r>
            <a:r>
              <a:rPr lang="zh-CN" altLang="zh-CN" sz="2000" b="1" kern="100" dirty="0">
                <a:latin typeface="宋体" panose="02010600030101010101" pitchFamily="2" charset="-122"/>
                <a:ea typeface="宋体" panose="02010600030101010101" pitchFamily="2" charset="-122"/>
                <a:cs typeface="Times New Roman" panose="02020603050405020304" pitchFamily="18" charset="0"/>
              </a:rPr>
              <a:t>）首先证明满足条件时，该图为连通图</a:t>
            </a:r>
            <a:r>
              <a:rPr lang="zh-CN" altLang="en-US" sz="2000" b="1" kern="100" dirty="0">
                <a:latin typeface="宋体" panose="02010600030101010101" pitchFamily="2" charset="-122"/>
                <a:ea typeface="宋体" panose="02010600030101010101" pitchFamily="2" charset="-122"/>
                <a:cs typeface="Times New Roman" panose="02020603050405020304" pitchFamily="18" charset="0"/>
              </a:rPr>
              <a:t>。</a:t>
            </a:r>
            <a:endParaRPr lang="zh-CN" altLang="zh-CN" sz="2000" b="1"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8" name="矩形 7"/>
          <p:cNvSpPr/>
          <p:nvPr/>
        </p:nvSpPr>
        <p:spPr>
          <a:xfrm>
            <a:off x="1717486" y="2625952"/>
            <a:ext cx="7024680" cy="400110"/>
          </a:xfrm>
          <a:prstGeom prst="rect">
            <a:avLst/>
          </a:prstGeom>
        </p:spPr>
        <p:txBody>
          <a:bodyPr wrap="none">
            <a:spAutoFit/>
          </a:bodyPr>
          <a:lstStyle/>
          <a:p>
            <a:r>
              <a:rPr lang="zh-CN" altLang="zh-CN" sz="2000" b="1" dirty="0">
                <a:latin typeface="宋体" panose="02010600030101010101" pitchFamily="2" charset="-122"/>
                <a:ea typeface="宋体" panose="02010600030101010101" pitchFamily="2" charset="-122"/>
                <a:cs typeface="Times New Roman" panose="02020603050405020304" pitchFamily="18" charset="0"/>
              </a:rPr>
              <a:t>（</a:t>
            </a:r>
            <a:r>
              <a:rPr lang="en-US" altLang="zh-CN" sz="2000" b="1" dirty="0">
                <a:latin typeface="宋体" panose="02010600030101010101" pitchFamily="2" charset="-122"/>
                <a:ea typeface="宋体" panose="02010600030101010101" pitchFamily="2" charset="-122"/>
                <a:cs typeface="Times New Roman" panose="02020603050405020304" pitchFamily="18" charset="0"/>
              </a:rPr>
              <a:t>2</a:t>
            </a:r>
            <a:r>
              <a:rPr lang="zh-CN" altLang="zh-CN" sz="2000" b="1" dirty="0">
                <a:latin typeface="宋体" panose="02010600030101010101" pitchFamily="2" charset="-122"/>
                <a:ea typeface="宋体" panose="02010600030101010101" pitchFamily="2" charset="-122"/>
                <a:cs typeface="Times New Roman" panose="02020603050405020304" pitchFamily="18" charset="0"/>
              </a:rPr>
              <a:t>）任取图中一条路，反复扩充该路，直至所有结点加入</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000" b="1" dirty="0">
              <a:latin typeface="宋体" panose="02010600030101010101" pitchFamily="2" charset="-122"/>
              <a:ea typeface="宋体" panose="02010600030101010101" pitchFamily="2" charset="-122"/>
            </a:endParaRPr>
          </a:p>
        </p:txBody>
      </p:sp>
      <p:sp>
        <p:nvSpPr>
          <p:cNvPr id="9" name="矩形 8"/>
          <p:cNvSpPr/>
          <p:nvPr/>
        </p:nvSpPr>
        <p:spPr>
          <a:xfrm>
            <a:off x="1833489" y="3244334"/>
            <a:ext cx="6322337" cy="369332"/>
          </a:xfrm>
          <a:prstGeom prst="rect">
            <a:avLst/>
          </a:prstGeom>
        </p:spPr>
        <p:txBody>
          <a:bodyPr wrap="square">
            <a:spAutoFit/>
          </a:bodyPr>
          <a:lstStyle/>
          <a:p>
            <a:r>
              <a:rPr lang="zh-CN" altLang="zh-CN" dirty="0">
                <a:ea typeface="宋体" panose="02010600030101010101" pitchFamily="2" charset="-122"/>
                <a:cs typeface="Times New Roman" panose="02020603050405020304" pitchFamily="18" charset="0"/>
              </a:rPr>
              <a:t>① 反复对当前</a:t>
            </a:r>
            <a:r>
              <a:rPr lang="zh-CN" altLang="en-US" dirty="0">
                <a:ea typeface="宋体" panose="02010600030101010101" pitchFamily="2" charset="-122"/>
                <a:cs typeface="Times New Roman" panose="02020603050405020304" pitchFamily="18" charset="0"/>
              </a:rPr>
              <a:t>路径</a:t>
            </a:r>
            <a:r>
              <a:rPr lang="zh-CN" altLang="zh-CN" dirty="0">
                <a:ea typeface="宋体" panose="02010600030101010101" pitchFamily="2" charset="-122"/>
                <a:cs typeface="Times New Roman" panose="02020603050405020304" pitchFamily="18" charset="0"/>
              </a:rPr>
              <a:t>两端点加入和它们相邻且不在通路上的点；</a:t>
            </a:r>
            <a:endParaRPr lang="zh-CN" altLang="en-US" dirty="0"/>
          </a:p>
        </p:txBody>
      </p:sp>
      <p:sp>
        <p:nvSpPr>
          <p:cNvPr id="10" name="矩形 9"/>
          <p:cNvSpPr/>
          <p:nvPr/>
        </p:nvSpPr>
        <p:spPr>
          <a:xfrm>
            <a:off x="1459110" y="3741412"/>
            <a:ext cx="6904614" cy="876458"/>
          </a:xfrm>
          <a:prstGeom prst="rect">
            <a:avLst/>
          </a:prstGeom>
        </p:spPr>
        <p:txBody>
          <a:bodyPr wrap="square">
            <a:spAutoFit/>
          </a:bodyPr>
          <a:lstStyle/>
          <a:p>
            <a:pPr indent="304800" fontAlgn="base">
              <a:lnSpc>
                <a:spcPct val="150000"/>
              </a:lnSpc>
            </a:pPr>
            <a:r>
              <a:rPr lang="zh-CN" altLang="zh-CN" kern="100" dirty="0">
                <a:latin typeface="等线" panose="02010600030101010101" pitchFamily="2" charset="-122"/>
                <a:ea typeface="宋体" panose="02010600030101010101" pitchFamily="2" charset="-122"/>
                <a:cs typeface="Times New Roman" panose="02020603050405020304" pitchFamily="18" charset="0"/>
              </a:rPr>
              <a:t> ② 直至无</a:t>
            </a:r>
            <a:r>
              <a:rPr lang="zh-CN" altLang="en-US" kern="100" dirty="0">
                <a:latin typeface="等线" panose="02010600030101010101" pitchFamily="2" charset="-122"/>
                <a:ea typeface="宋体" panose="02010600030101010101" pitchFamily="2" charset="-122"/>
                <a:cs typeface="Times New Roman" panose="02020603050405020304" pitchFamily="18" charset="0"/>
              </a:rPr>
              <a:t>路径</a:t>
            </a:r>
            <a:r>
              <a:rPr lang="zh-CN" altLang="zh-CN" kern="100" dirty="0">
                <a:latin typeface="等线" panose="02010600030101010101" pitchFamily="2" charset="-122"/>
                <a:ea typeface="宋体" panose="02010600030101010101" pitchFamily="2" charset="-122"/>
                <a:cs typeface="Times New Roman" panose="02020603050405020304" pitchFamily="18" charset="0"/>
              </a:rPr>
              <a:t>外结点与当前通路端点相邻时，证明当前该</a:t>
            </a:r>
            <a:r>
              <a:rPr lang="zh-CN" altLang="en-US" kern="100" dirty="0">
                <a:latin typeface="等线" panose="02010600030101010101" pitchFamily="2" charset="-122"/>
                <a:ea typeface="宋体" panose="02010600030101010101" pitchFamily="2" charset="-122"/>
                <a:cs typeface="Times New Roman" panose="02020603050405020304" pitchFamily="18" charset="0"/>
              </a:rPr>
              <a:t>路径</a:t>
            </a:r>
            <a:r>
              <a:rPr lang="zh-CN" altLang="zh-CN" kern="100" dirty="0">
                <a:latin typeface="等线" panose="02010600030101010101" pitchFamily="2" charset="-122"/>
                <a:ea typeface="宋体" panose="02010600030101010101" pitchFamily="2" charset="-122"/>
                <a:cs typeface="Times New Roman" panose="02020603050405020304" pitchFamily="18" charset="0"/>
              </a:rPr>
              <a:t>上结点必存在环；</a:t>
            </a:r>
            <a:endParaRPr lang="zh-CN" altLang="zh-CN" sz="1400" kern="100" dirty="0">
              <a:latin typeface="等线" panose="02010600030101010101" pitchFamily="2" charset="-122"/>
              <a:cs typeface="Times New Roman" panose="02020603050405020304" pitchFamily="18" charset="0"/>
            </a:endParaRPr>
          </a:p>
        </p:txBody>
      </p:sp>
      <p:sp>
        <p:nvSpPr>
          <p:cNvPr id="11" name="矩形 10"/>
          <p:cNvSpPr/>
          <p:nvPr/>
        </p:nvSpPr>
        <p:spPr>
          <a:xfrm>
            <a:off x="1474199" y="4708867"/>
            <a:ext cx="6096000" cy="460960"/>
          </a:xfrm>
          <a:prstGeom prst="rect">
            <a:avLst/>
          </a:prstGeom>
        </p:spPr>
        <p:txBody>
          <a:bodyPr>
            <a:spAutoFit/>
          </a:bodyPr>
          <a:lstStyle/>
          <a:p>
            <a:pPr indent="304800" fontAlgn="base">
              <a:lnSpc>
                <a:spcPct val="150000"/>
              </a:lnSpc>
            </a:pPr>
            <a:r>
              <a:rPr lang="zh-CN" altLang="zh-CN" kern="100" dirty="0">
                <a:latin typeface="等线" panose="02010600030101010101" pitchFamily="2" charset="-122"/>
                <a:ea typeface="宋体" panose="02010600030101010101" pitchFamily="2" charset="-122"/>
                <a:cs typeface="Times New Roman" panose="02020603050405020304" pitchFamily="18" charset="0"/>
              </a:rPr>
              <a:t>③ 破开环，加入新结点，构成新的路</a:t>
            </a:r>
            <a:r>
              <a:rPr lang="zh-CN" altLang="en-US" kern="100" dirty="0">
                <a:latin typeface="等线" panose="02010600030101010101" pitchFamily="2" charset="-122"/>
                <a:ea typeface="宋体" panose="02010600030101010101" pitchFamily="2" charset="-122"/>
                <a:cs typeface="Times New Roman" panose="02020603050405020304" pitchFamily="18" charset="0"/>
              </a:rPr>
              <a:t>。</a:t>
            </a:r>
            <a:endParaRPr lang="zh-CN" altLang="zh-CN" sz="1400" kern="100" dirty="0">
              <a:latin typeface="等线" panose="02010600030101010101" pitchFamily="2" charset="-122"/>
              <a:cs typeface="Times New Roman" panose="02020603050405020304" pitchFamily="18" charset="0"/>
            </a:endParaRPr>
          </a:p>
        </p:txBody>
      </p:sp>
      <p:pic>
        <p:nvPicPr>
          <p:cNvPr id="16" name="图片 15"/>
          <p:cNvPicPr/>
          <p:nvPr/>
        </p:nvPicPr>
        <p:blipFill>
          <a:blip r:embed="rId4"/>
          <a:stretch>
            <a:fillRect/>
          </a:stretch>
        </p:blipFill>
        <p:spPr>
          <a:xfrm>
            <a:off x="7958056" y="3244334"/>
            <a:ext cx="4210066" cy="1468638"/>
          </a:xfrm>
          <a:prstGeom prst="rect">
            <a:avLst/>
          </a:prstGeom>
        </p:spPr>
      </p:pic>
      <p:pic>
        <p:nvPicPr>
          <p:cNvPr id="17" name="图片 16"/>
          <p:cNvPicPr/>
          <p:nvPr/>
        </p:nvPicPr>
        <p:blipFill>
          <a:blip r:embed="rId5"/>
          <a:stretch>
            <a:fillRect/>
          </a:stretch>
        </p:blipFill>
        <p:spPr>
          <a:xfrm>
            <a:off x="7940723" y="4795905"/>
            <a:ext cx="4287915" cy="1613773"/>
          </a:xfrm>
          <a:prstGeom prst="rect">
            <a:avLst/>
          </a:prstGeom>
        </p:spPr>
      </p:pic>
      <p:sp>
        <p:nvSpPr>
          <p:cNvPr id="12" name="矩形 11"/>
          <p:cNvSpPr/>
          <p:nvPr/>
        </p:nvSpPr>
        <p:spPr>
          <a:xfrm>
            <a:off x="1474198" y="5311736"/>
            <a:ext cx="6681627" cy="876458"/>
          </a:xfrm>
          <a:prstGeom prst="rect">
            <a:avLst/>
          </a:prstGeom>
        </p:spPr>
        <p:txBody>
          <a:bodyPr wrap="square">
            <a:spAutoFit/>
          </a:bodyPr>
          <a:lstStyle/>
          <a:p>
            <a:pPr indent="304800" fontAlgn="base">
              <a:lnSpc>
                <a:spcPct val="150000"/>
              </a:lnSpc>
            </a:pPr>
            <a:r>
              <a:rPr lang="zh-CN" altLang="zh-CN" kern="100" dirty="0">
                <a:latin typeface="等线" panose="02010600030101010101" pitchFamily="2" charset="-122"/>
                <a:ea typeface="宋体" panose="02010600030101010101" pitchFamily="2" charset="-122"/>
                <a:cs typeface="Times New Roman" panose="02020603050405020304" pitchFamily="18" charset="0"/>
              </a:rPr>
              <a:t>由结点的度数关系可知该过程一定成立。</a:t>
            </a:r>
            <a:r>
              <a:rPr lang="zh-CN" altLang="en-US" kern="100" dirty="0">
                <a:latin typeface="等线" panose="02010600030101010101" pitchFamily="2" charset="-122"/>
                <a:ea typeface="宋体" panose="02010600030101010101" pitchFamily="2" charset="-122"/>
                <a:cs typeface="Times New Roman" panose="02020603050405020304" pitchFamily="18" charset="0"/>
              </a:rPr>
              <a:t>重复以上过程，</a:t>
            </a:r>
            <a:r>
              <a:rPr lang="zh-CN" altLang="zh-CN" kern="100" dirty="0">
                <a:latin typeface="等线" panose="02010600030101010101" pitchFamily="2" charset="-122"/>
                <a:ea typeface="宋体" panose="02010600030101010101" pitchFamily="2" charset="-122"/>
                <a:cs typeface="Times New Roman" panose="02020603050405020304" pitchFamily="18" charset="0"/>
              </a:rPr>
              <a:t>直至加入图中所有结点。</a:t>
            </a:r>
            <a:endParaRPr lang="zh-CN" altLang="zh-CN" sz="1400" kern="100" dirty="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609206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9" grpId="0"/>
      <p:bldP spid="10" grpId="0"/>
      <p:bldP spid="11"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17457" y="92075"/>
            <a:ext cx="7879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Graph </a:t>
            </a:r>
            <a:endParaRPr lang="zh-CN" altLang="en-US" sz="3600" dirty="0">
              <a:latin typeface="Lucida Handwriting" panose="03010101010101010101" pitchFamily="66" charset="0"/>
            </a:endParaRPr>
          </a:p>
        </p:txBody>
      </p:sp>
      <p:sp>
        <p:nvSpPr>
          <p:cNvPr id="5" name="Rectangle 3">
            <a:extLst>
              <a:ext uri="{FF2B5EF4-FFF2-40B4-BE49-F238E27FC236}">
                <a16:creationId xmlns:a16="http://schemas.microsoft.com/office/drawing/2014/main" id="{B779B513-25C5-4766-95D6-0D04CD168E0B}"/>
              </a:ext>
            </a:extLst>
          </p:cNvPr>
          <p:cNvSpPr txBox="1">
            <a:spLocks noChangeArrowheads="1"/>
          </p:cNvSpPr>
          <p:nvPr/>
        </p:nvSpPr>
        <p:spPr bwMode="auto">
          <a:xfrm>
            <a:off x="1551348" y="889720"/>
            <a:ext cx="9070705" cy="2812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lnSpc>
                <a:spcPct val="130000"/>
              </a:lnSpc>
              <a:spcBef>
                <a:spcPct val="20000"/>
              </a:spcBef>
              <a:spcAft>
                <a:spcPct val="0"/>
              </a:spcAft>
              <a:buClr>
                <a:schemeClr val="bg1"/>
              </a:buClr>
              <a:buFont typeface="Symbol" panose="05050102010706020507" pitchFamily="18" charset="2"/>
              <a:defRPr kumimoji="1" sz="2800" b="1" kern="1200">
                <a:solidFill>
                  <a:srgbClr val="003399"/>
                </a:solidFill>
                <a:latin typeface="+mn-lt"/>
                <a:ea typeface="+mn-ea"/>
                <a:cs typeface="+mn-cs"/>
              </a:defRPr>
            </a:lvl1pPr>
            <a:lvl2pPr marL="742950" indent="-285750" algn="l" rtl="0" fontAlgn="base">
              <a:lnSpc>
                <a:spcPct val="130000"/>
              </a:lnSpc>
              <a:spcBef>
                <a:spcPct val="20000"/>
              </a:spcBef>
              <a:spcAft>
                <a:spcPct val="0"/>
              </a:spcAft>
              <a:buClr>
                <a:schemeClr val="bg1"/>
              </a:buClr>
              <a:buChar char="–"/>
              <a:defRPr kumimoji="1" sz="2400" b="1" kern="1200">
                <a:solidFill>
                  <a:srgbClr val="003399"/>
                </a:solidFill>
                <a:latin typeface="+mn-lt"/>
                <a:ea typeface="+mj-ea"/>
                <a:cs typeface="+mn-cs"/>
              </a:defRPr>
            </a:lvl2pPr>
            <a:lvl3pPr marL="1143000" indent="-228600" algn="l" rtl="0" fontAlgn="base">
              <a:lnSpc>
                <a:spcPct val="130000"/>
              </a:lnSpc>
              <a:spcBef>
                <a:spcPct val="20000"/>
              </a:spcBef>
              <a:spcAft>
                <a:spcPct val="0"/>
              </a:spcAft>
              <a:buClr>
                <a:schemeClr val="bg1"/>
              </a:buClr>
              <a:buChar char="•"/>
              <a:defRPr kumimoji="1" sz="2000" b="1" kern="1200">
                <a:solidFill>
                  <a:srgbClr val="003399"/>
                </a:solidFill>
                <a:latin typeface="+mn-lt"/>
                <a:ea typeface="+mj-ea"/>
                <a:cs typeface="+mn-cs"/>
              </a:defRPr>
            </a:lvl3pPr>
            <a:lvl4pPr marL="16002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4pPr>
            <a:lvl5pPr marL="2057400" indent="-228600" algn="l" rtl="0" fontAlgn="base">
              <a:lnSpc>
                <a:spcPct val="130000"/>
              </a:lnSpc>
              <a:spcBef>
                <a:spcPct val="20000"/>
              </a:spcBef>
              <a:spcAft>
                <a:spcPct val="0"/>
              </a:spcAft>
              <a:buClr>
                <a:schemeClr val="bg1"/>
              </a:buClr>
              <a:buChar char="•"/>
              <a:defRPr kumimoji="1" b="1" kern="1200">
                <a:solidFill>
                  <a:srgbClr val="003399"/>
                </a:solidFill>
                <a:latin typeface="+mn-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en-US" altLang="zh-CN" sz="24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18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Times New Roman" panose="02020603050405020304" pitchFamily="18" charset="0"/>
              </a:rPr>
              <a:t>定理</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设图</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为</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n</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阶图，</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1) </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若</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的</a:t>
            </a:r>
            <a:r>
              <a:rPr kumimoji="1" lang="zh-CN" altLang="en-US" sz="1800" b="1" i="0"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每一对结点的度数之和</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都</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不小于</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n–1</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中有一条哈密尔顿路</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zh-CN" altLang="en-US" sz="1800" b="1" i="0" u="none" strike="noStrike" kern="1200" cap="none" spc="0" normalizeH="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2) </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若</a:t>
            </a:r>
            <a:r>
              <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的每一对不相邻的结点的度数之和</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不小于</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n</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，且</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n≥3</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，那么</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G</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为一哈密尔顿图</a:t>
            </a:r>
            <a:r>
              <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algn="just">
              <a:buClr>
                <a:srgbClr val="6600FF"/>
              </a:buClr>
              <a:defRPr/>
            </a:pP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类似的命题还有：</a:t>
            </a:r>
            <a:endPar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just">
              <a:buClr>
                <a:srgbClr val="6600FF"/>
              </a:buClr>
              <a:defRPr/>
            </a:pP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“若</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的每一对结点的度数之和不小于</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n</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，且</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n≥3</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，那么</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为一哈密尔顿图。”，</a:t>
            </a:r>
            <a:endPar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just">
              <a:buClr>
                <a:srgbClr val="6600FF"/>
              </a:buClr>
              <a:defRPr/>
            </a:pP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“若图</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的阶</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n</a:t>
            </a:r>
            <a:r>
              <a:rPr lang="es-ES_tradnl"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，且任意结点</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度数</a:t>
            </a:r>
            <a:r>
              <a:rPr lang="en-US" altLang="zh-CN" sz="18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deg</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(v)</a:t>
            </a:r>
            <a:r>
              <a:rPr lang="es-ES_tradnl"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n/2</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，则</a:t>
            </a:r>
            <a:r>
              <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G</a:t>
            </a:r>
            <a:r>
              <a:rPr lang="zh-CN" altLang="en-US" sz="18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是哈密尔顿图。”</a:t>
            </a:r>
            <a:endParaRPr lang="en-US" altLang="zh-CN" sz="18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endParaRPr kumimoji="1"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endParaRPr kumimoji="1" lang="zh-CN" altLang="en-US" sz="1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30000"/>
              </a:lnSpc>
              <a:spcBef>
                <a:spcPct val="20000"/>
              </a:spcBef>
              <a:spcAft>
                <a:spcPct val="0"/>
              </a:spcAft>
              <a:buClr>
                <a:srgbClr val="6600FF"/>
              </a:buClr>
              <a:buSzTx/>
              <a:buFont typeface="Symbol" panose="05050102010706020507" pitchFamily="18" charset="2"/>
              <a:buNone/>
              <a:tabLst/>
              <a:defRPr/>
            </a:pPr>
            <a:r>
              <a:rPr kumimoji="1"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endParaRPr kumimoji="1" lang="zh-CN" altLang="en-US" sz="2400" b="1" i="0" u="none" strike="noStrike" kern="1200" cap="none" spc="0" normalizeH="0" baseline="0" noProof="0" dirty="0">
              <a:ln>
                <a:noFill/>
              </a:ln>
              <a:solidFill>
                <a:srgbClr val="003399"/>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1"/>
          <p:cNvSpPr/>
          <p:nvPr/>
        </p:nvSpPr>
        <p:spPr>
          <a:xfrm>
            <a:off x="1037296" y="3777578"/>
            <a:ext cx="9239869" cy="504369"/>
          </a:xfrm>
          <a:prstGeom prst="rect">
            <a:avLst/>
          </a:prstGeom>
        </p:spPr>
        <p:txBody>
          <a:bodyPr wrap="square">
            <a:spAutoFit/>
          </a:bodyPr>
          <a:lstStyle/>
          <a:p>
            <a:pPr marL="342900" algn="just" fontAlgn="base">
              <a:lnSpc>
                <a:spcPct val="130000"/>
              </a:lnSpc>
              <a:spcBef>
                <a:spcPct val="20000"/>
              </a:spcBef>
              <a:spcAft>
                <a:spcPct val="0"/>
              </a:spcAft>
              <a:buClr>
                <a:srgbClr val="6600FF"/>
              </a:buClr>
              <a:defRPr/>
            </a:pPr>
            <a:r>
              <a:rPr kumimoji="1" lang="zh-CN" altLang="en-US" sz="2400"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这些命题都可作为判定哈密尔顿图的充分条件，但并非必要条件。  </a:t>
            </a:r>
          </a:p>
        </p:txBody>
      </p:sp>
      <p:pic>
        <p:nvPicPr>
          <p:cNvPr id="6" name="图片 5"/>
          <p:cNvPicPr/>
          <p:nvPr/>
        </p:nvPicPr>
        <p:blipFill>
          <a:blip r:embed="rId4"/>
          <a:stretch>
            <a:fillRect/>
          </a:stretch>
        </p:blipFill>
        <p:spPr>
          <a:xfrm>
            <a:off x="6677847" y="4571167"/>
            <a:ext cx="1838325" cy="1739265"/>
          </a:xfrm>
          <a:prstGeom prst="rect">
            <a:avLst/>
          </a:prstGeom>
        </p:spPr>
      </p:pic>
      <p:pic>
        <p:nvPicPr>
          <p:cNvPr id="7" name="图片 6"/>
          <p:cNvPicPr/>
          <p:nvPr/>
        </p:nvPicPr>
        <p:blipFill>
          <a:blip r:embed="rId5"/>
          <a:stretch>
            <a:fillRect/>
          </a:stretch>
        </p:blipFill>
        <p:spPr>
          <a:xfrm>
            <a:off x="2113526" y="4357440"/>
            <a:ext cx="2396638" cy="2032620"/>
          </a:xfrm>
          <a:prstGeom prst="rect">
            <a:avLst/>
          </a:prstGeom>
        </p:spPr>
      </p:pic>
    </p:spTree>
    <p:extLst>
      <p:ext uri="{BB962C8B-B14F-4D97-AF65-F5344CB8AC3E}">
        <p14:creationId xmlns:p14="http://schemas.microsoft.com/office/powerpoint/2010/main" val="75385435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6190</TotalTime>
  <Words>3210</Words>
  <Application>Microsoft Office PowerPoint</Application>
  <PresentationFormat>宽屏</PresentationFormat>
  <Paragraphs>300</Paragraphs>
  <Slides>37</Slides>
  <Notes>37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37</vt:i4>
      </vt:variant>
    </vt:vector>
  </HeadingPairs>
  <TitlesOfParts>
    <vt:vector size="54" baseType="lpstr">
      <vt:lpstr>Arial Unicode MS</vt:lpstr>
      <vt:lpstr>等线</vt:lpstr>
      <vt:lpstr>等线 Light</vt:lpstr>
      <vt:lpstr>黑体</vt:lpstr>
      <vt:lpstr>KaiTi</vt:lpstr>
      <vt:lpstr>宋体</vt:lpstr>
      <vt:lpstr>Microsoft YaHei</vt:lpstr>
      <vt:lpstr>Microsoft YaHei Light</vt:lpstr>
      <vt:lpstr>Arial</vt:lpstr>
      <vt:lpstr>Arial Black</vt:lpstr>
      <vt:lpstr>Comic Sans MS</vt:lpstr>
      <vt:lpstr>Lucida Handwriting</vt:lpstr>
      <vt:lpstr>Segoe UI Semibold</vt:lpstr>
      <vt:lpstr>Symbol</vt:lpstr>
      <vt:lpstr>Tahoma</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wyq</dc:creator>
  <cp:lastModifiedBy>y z</cp:lastModifiedBy>
  <cp:revision>58</cp:revision>
  <dcterms:created xsi:type="dcterms:W3CDTF">2021-11-05T13:12:46Z</dcterms:created>
  <dcterms:modified xsi:type="dcterms:W3CDTF">2025-12-16T08:38:50Z</dcterms:modified>
</cp:coreProperties>
</file>