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445" r:id="rId2"/>
    <p:sldId id="2367" r:id="rId3"/>
    <p:sldId id="2369" r:id="rId4"/>
    <p:sldId id="257" r:id="rId5"/>
    <p:sldId id="258" r:id="rId6"/>
    <p:sldId id="261" r:id="rId7"/>
    <p:sldId id="263" r:id="rId8"/>
    <p:sldId id="2322" r:id="rId9"/>
    <p:sldId id="2323" r:id="rId10"/>
    <p:sldId id="2373" r:id="rId11"/>
    <p:sldId id="2374" r:id="rId12"/>
    <p:sldId id="2375" r:id="rId13"/>
    <p:sldId id="2355" r:id="rId14"/>
    <p:sldId id="2356" r:id="rId15"/>
    <p:sldId id="2357" r:id="rId16"/>
    <p:sldId id="2358" r:id="rId17"/>
    <p:sldId id="2333" r:id="rId18"/>
    <p:sldId id="2359" r:id="rId19"/>
    <p:sldId id="2360" r:id="rId20"/>
    <p:sldId id="2336" r:id="rId21"/>
    <p:sldId id="2361" r:id="rId22"/>
    <p:sldId id="2338" r:id="rId23"/>
    <p:sldId id="2339" r:id="rId24"/>
    <p:sldId id="2341" r:id="rId25"/>
    <p:sldId id="2340" r:id="rId26"/>
    <p:sldId id="2343" r:id="rId27"/>
    <p:sldId id="2344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5" autoAdjust="0"/>
    <p:restoredTop sz="96366" autoAdjust="0"/>
  </p:normalViewPr>
  <p:slideViewPr>
    <p:cSldViewPr snapToGrid="0">
      <p:cViewPr varScale="1">
        <p:scale>
          <a:sx n="109" d="100"/>
          <a:sy n="109" d="100"/>
        </p:scale>
        <p:origin x="58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5E74C-0388-460B-8A1A-12262F716AB4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12EA6-5A00-4649-A385-8C3D605DC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41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214FF63-7E78-4CEA-B78B-294BDB7C41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99858BC-515F-4514-A470-A99FA05D1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DB2CFB14-3F96-47B7-9206-1409F9E89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22AA93-F3F5-44B4-89DC-39F3993E743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7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147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092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841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376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87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300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36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901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2037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658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75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8283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0165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0602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0733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6867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1712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0373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6846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2488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6667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2150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262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0682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3990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041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38839-3093-4729-8FEC-B8F7E98C0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6451D4-D3E9-4B1A-95FF-7D3B8AF5E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3796E7-D825-4C6E-BB57-A7CD8789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9B286-5F09-4022-9FBE-42A79B11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49831-1415-4A89-9C0F-0B710298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94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F371C-923A-4556-89D9-6D9283A0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452F5-C1B4-4538-A3E8-6DDD4E3F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AD3449-79F7-4668-B887-D81CE8C8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3B59D-BF5B-4DBC-9568-C8AAA663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140E4E-BBD4-4D8B-98E4-EA30CF02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86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BCA1D-712E-4F01-BAE5-8839C0DA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AE37AA-2A2A-48D0-8688-D6F59D667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A6700-85CF-420A-ABAE-FF91735E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62237A-DAB1-4E98-8B5B-CC1845DB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D0C69-48ED-4B44-A7D1-9AE23383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40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6A286-E7EE-4D49-B4B0-76832A50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39823-13D0-4FEF-A29A-E79B58662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9679F6-6354-42A0-8470-199F28220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8206FB-A032-418A-BB97-4CE861AB4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238BE2-4D63-4513-89E9-8162B99B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67CBF8-AFBC-4D68-AF29-C94A9700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45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09053-D199-4CC7-98FA-E112AB4B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2E4443-2D08-45C3-A860-96FD1AF4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96351A-C85B-412D-9175-4D3FD33E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1DAADB-9A7A-4973-AE1B-CED0F8308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AFD96D-F559-4505-952C-8BA09BFA9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5D621F-C4F8-4B34-A7F6-16826D05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B6E70F-70C0-4744-BA5C-79003E6B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C0EED7-721D-410A-8683-671A021E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76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05F9F-E778-4AF2-97CA-47B468DC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461C9F-E0FE-424D-BAD5-9433FCE03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C30F9B-24B1-4F3C-B51F-EF11DC10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1B3E22-D4E5-4B77-801C-2F976DDD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25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BE8AAB-8A93-4DA4-91BB-AA1694AF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338EE8-71EA-462E-A54F-FCC3FC6F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FFFDF-496B-4AE6-A7F6-4838B6C6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82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B799E-158D-4F13-B1D8-75C44E56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3B7AF-9C05-48B9-B50C-1D3595D5E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F83C59-6E43-49DE-9EA3-A9A734C2F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972035-E581-4546-A646-9CE73C3E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16B245-4FB7-4C26-88C6-480F9328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A37DF-1C3E-4187-9F19-56F9CF40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31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CBD2-48C7-4DD4-85B9-665DB9CA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43F06E-1C36-4C66-9E8E-1B38D38BB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2AACA3-D5EA-4976-B46A-426D9DD6B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97B16B-9109-428A-AA9F-6433D823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A6ED09-92F3-4027-B4D7-6B8809BEC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EE1814-E277-48BF-A37C-B8DC2307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2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B03DE-A4A4-4F0A-A9BD-028DD3FC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4C1679-A24E-4034-B873-263855CD3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25EB0-BC97-43A3-83EE-556D5C86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A40581-EA82-4D2B-98B5-74D4D112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9EE154-45E0-4D8D-8A71-8D4CF08F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67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EE343A-5B65-4716-95F1-9E48DCD8C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6F6630-FD54-4703-A7DD-DF2E514B5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3D9D7-7F8E-4C14-8CA9-F338013D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1EEFCF-892B-49DF-A6EE-D431C832B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F0452-FBD7-4399-AEDE-FC430C2E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282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65028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591E61-2795-47C4-BFA6-697F942D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4E90BB-9C04-4BA4-8EBF-3BD6F7FF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6B6A8-6B45-45E5-A763-39B87EACB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54364-00D7-41EA-9F35-087FAD37449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F0F76C-578E-4398-A65C-C96041DE2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81C9BE-7819-4C7C-BFE7-801F21DF3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03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13E189C7-8218-4052-85AE-E01EC112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AA238628-3C73-45C1-88BF-CA2DFF4F68C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31156996-2154-42A9-9D69-9E3C40E3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21093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标题 5121">
            <a:extLst>
              <a:ext uri="{FF2B5EF4-FFF2-40B4-BE49-F238E27FC236}">
                <a16:creationId xmlns:a16="http://schemas.microsoft.com/office/drawing/2014/main" id="{5A17C800-241B-4A93-8639-677019E0363C}"/>
              </a:ext>
            </a:extLst>
          </p:cNvPr>
          <p:cNvSpPr txBox="1">
            <a:spLocks/>
          </p:cNvSpPr>
          <p:nvPr/>
        </p:nvSpPr>
        <p:spPr>
          <a:xfrm>
            <a:off x="1915160" y="2860675"/>
            <a:ext cx="8361680" cy="1136650"/>
          </a:xfrm>
          <a:prstGeom prst="rect">
            <a:avLst/>
          </a:prstGeom>
          <a:ln>
            <a:noFill/>
            <a:miter/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lnSpc>
                <a:spcPct val="135000"/>
              </a:lnSpc>
            </a:pPr>
            <a:r>
              <a:rPr lang="zh-CN" altLang="en-US" sz="42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Hei" panose="02010609060101010101" pitchFamily="2" charset="-122"/>
              </a:rPr>
              <a:t>图</a:t>
            </a:r>
            <a:endParaRPr lang="en-US" altLang="zh-CN" sz="4200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Hei" panose="02010609060101010101" pitchFamily="2" charset="-122"/>
            </a:endParaRPr>
          </a:p>
          <a:p>
            <a:pPr algn="ctr" fontAlgn="base">
              <a:lnSpc>
                <a:spcPct val="135000"/>
              </a:lnSpc>
            </a:pPr>
            <a:r>
              <a:rPr lang="en-US" altLang="x-none" sz="42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Graph</a:t>
            </a:r>
            <a:endParaRPr lang="en-US" altLang="zh-CN" sz="4200" b="1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1396780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C6CB798-207A-46F1-9FF5-3F18CEE77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5805" y="738188"/>
            <a:ext cx="9166283" cy="51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ahoma" panose="020B0604030504040204" pitchFamily="34" charset="0"/>
              </a:rPr>
              <a:t>  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定义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给定无孤立点图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，</a:t>
            </a: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	若存在一条回路，经过图中的每边一次且仅一次，该回路称为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欧拉回路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(Euler Circuit),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称该图为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欧拉图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。</a:t>
            </a: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	若存在一条迹，经过图中每边一次且仅一次，该条路称为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欧拉迹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(Euler Trail)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，称该图为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半欧拉图。</a:t>
            </a:r>
            <a:endParaRPr lang="en-US" altLang="zh-CN" dirty="0">
              <a:solidFill>
                <a:srgbClr val="0000FF"/>
              </a:solidFill>
              <a:latin typeface="宋体" panose="02010600030101010101" pitchFamily="2" charset="-122"/>
              <a:ea typeface="黑体" panose="02010609060101010101" pitchFamily="49" charset="-122"/>
              <a:cs typeface="Tahoma" panose="020B0604030504040204" pitchFamily="34" charset="0"/>
            </a:endParaRPr>
          </a:p>
          <a:p>
            <a:pPr algn="just"/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定理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图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是欧拉图当且仅当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是连通的且每个结点的度数为偶数。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algn="just"/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推论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连通图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是半欧拉图，当且仅当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pitchFamily="34" charset="0"/>
              </a:rPr>
              <a:t>恰有两个奇数度结点。且图中的欧拉迹一定始于一个奇数度结点而止于另一个奇数度结点。</a:t>
            </a:r>
          </a:p>
          <a:p>
            <a:pPr algn="just"/>
            <a:endParaRPr lang="zh-CN" altLang="en-US" b="0" dirty="0">
              <a:solidFill>
                <a:srgbClr val="000000"/>
              </a:solidFill>
              <a:latin typeface="宋体" panose="02010600030101010101" pitchFamily="2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algn="just"/>
            <a:endParaRPr lang="zh-CN" altLang="en-US" dirty="0">
              <a:solidFill>
                <a:srgbClr val="0000FF"/>
              </a:solidFill>
              <a:latin typeface="宋体" panose="02010600030101010101" pitchFamily="2" charset="-122"/>
              <a:ea typeface="黑体" panose="02010609060101010101" pitchFamily="49" charset="-122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12493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2A2A276-4E96-4F88-B76F-F2BF25922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694" y="4515288"/>
            <a:ext cx="10453527" cy="2263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定义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omic Sans MS"/>
                <a:ea typeface="宋体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给定图</a:t>
            </a:r>
            <a:r>
              <a:rPr kumimoji="1" lang="en-US" altLang="zh-CN" sz="2400" b="1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，若存在一个环经过图中的每一个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结点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恰好一次， 这个环称作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哈密尔顿环（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H-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环），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具有哈密尔顿环的图称为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哈密尔顿图（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H-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图）。</a:t>
            </a: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若存在一条路，经过图中的每一个结点恰好一次，这条路称作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哈密尔顿路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(H-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路），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Times New Roman" panose="02020603050405020304" pitchFamily="18" charset="0"/>
              </a:rPr>
              <a:t>具有哈密尔顿路的图称为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Times New Roman" panose="02020603050405020304" pitchFamily="18" charset="0"/>
              </a:rPr>
              <a:t>半哈密尔顿图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。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DBB8446-7665-47CA-9881-EB51964AD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137" y="615312"/>
            <a:ext cx="7772400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990000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9pPr>
          </a:lstStyle>
          <a:p>
            <a:r>
              <a:rPr lang="en-US" altLang="zh-CN" dirty="0">
                <a:latin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</a:rPr>
              <a:t>哈密尔顿图</a:t>
            </a:r>
          </a:p>
        </p:txBody>
      </p:sp>
      <p:grpSp>
        <p:nvGrpSpPr>
          <p:cNvPr id="13" name="Group 216">
            <a:extLst>
              <a:ext uri="{FF2B5EF4-FFF2-40B4-BE49-F238E27FC236}">
                <a16:creationId xmlns:a16="http://schemas.microsoft.com/office/drawing/2014/main" id="{0B19F363-2F16-47C8-9365-5B7770B66ACC}"/>
              </a:ext>
            </a:extLst>
          </p:cNvPr>
          <p:cNvGrpSpPr>
            <a:grpSpLocks/>
          </p:cNvGrpSpPr>
          <p:nvPr/>
        </p:nvGrpSpPr>
        <p:grpSpPr bwMode="auto">
          <a:xfrm>
            <a:off x="2430080" y="1574529"/>
            <a:ext cx="2246313" cy="2984500"/>
            <a:chOff x="1104" y="1835"/>
            <a:chExt cx="1415" cy="1880"/>
          </a:xfrm>
        </p:grpSpPr>
        <p:grpSp>
          <p:nvGrpSpPr>
            <p:cNvPr id="68" name="Group 215">
              <a:extLst>
                <a:ext uri="{FF2B5EF4-FFF2-40B4-BE49-F238E27FC236}">
                  <a16:creationId xmlns:a16="http://schemas.microsoft.com/office/drawing/2014/main" id="{2E2CC6B4-A7AF-41B0-BBBC-0EE79A378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835"/>
              <a:ext cx="1415" cy="1449"/>
              <a:chOff x="1104" y="1835"/>
              <a:chExt cx="1415" cy="1449"/>
            </a:xfrm>
          </p:grpSpPr>
          <p:sp>
            <p:nvSpPr>
              <p:cNvPr id="70" name="Freeform 23">
                <a:extLst>
                  <a:ext uri="{FF2B5EF4-FFF2-40B4-BE49-F238E27FC236}">
                    <a16:creationId xmlns:a16="http://schemas.microsoft.com/office/drawing/2014/main" id="{9221956E-6E68-427F-BE7E-A92469D8D738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">
                <a:off x="1461" y="1835"/>
                <a:ext cx="288" cy="216"/>
              </a:xfrm>
              <a:custGeom>
                <a:avLst/>
                <a:gdLst>
                  <a:gd name="T0" fmla="*/ 288 w 288"/>
                  <a:gd name="T1" fmla="*/ 0 h 216"/>
                  <a:gd name="T2" fmla="*/ 0 w 288"/>
                  <a:gd name="T3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8" h="216">
                    <a:moveTo>
                      <a:pt x="288" y="0"/>
                    </a:moveTo>
                    <a:lnTo>
                      <a:pt x="0" y="216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Freeform 24">
                <a:extLst>
                  <a:ext uri="{FF2B5EF4-FFF2-40B4-BE49-F238E27FC236}">
                    <a16:creationId xmlns:a16="http://schemas.microsoft.com/office/drawing/2014/main" id="{7A8D209F-6318-4CC8-86E6-C2AE4F7BAC6A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">
                <a:off x="1232" y="2006"/>
                <a:ext cx="108" cy="345"/>
              </a:xfrm>
              <a:custGeom>
                <a:avLst/>
                <a:gdLst>
                  <a:gd name="T0" fmla="*/ 108 w 108"/>
                  <a:gd name="T1" fmla="*/ 0 h 345"/>
                  <a:gd name="T2" fmla="*/ 0 w 108"/>
                  <a:gd name="T3" fmla="*/ 345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8" h="345">
                    <a:moveTo>
                      <a:pt x="108" y="0"/>
                    </a:moveTo>
                    <a:lnTo>
                      <a:pt x="0" y="345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Freeform 25">
                <a:extLst>
                  <a:ext uri="{FF2B5EF4-FFF2-40B4-BE49-F238E27FC236}">
                    <a16:creationId xmlns:a16="http://schemas.microsoft.com/office/drawing/2014/main" id="{D74B6322-F62A-48F3-B4D5-784ECB6F071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">
                <a:off x="1104" y="2379"/>
                <a:ext cx="114" cy="345"/>
              </a:xfrm>
              <a:custGeom>
                <a:avLst/>
                <a:gdLst>
                  <a:gd name="T0" fmla="*/ 0 w 114"/>
                  <a:gd name="T1" fmla="*/ 0 h 345"/>
                  <a:gd name="T2" fmla="*/ 114 w 114"/>
                  <a:gd name="T3" fmla="*/ 345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4" h="345">
                    <a:moveTo>
                      <a:pt x="0" y="0"/>
                    </a:moveTo>
                    <a:lnTo>
                      <a:pt x="114" y="345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Freeform 26">
                <a:extLst>
                  <a:ext uri="{FF2B5EF4-FFF2-40B4-BE49-F238E27FC236}">
                    <a16:creationId xmlns:a16="http://schemas.microsoft.com/office/drawing/2014/main" id="{B1D02DC9-1540-46C5-9285-AD872CFB9C98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">
                <a:off x="1137" y="2823"/>
                <a:ext cx="300" cy="219"/>
              </a:xfrm>
              <a:custGeom>
                <a:avLst/>
                <a:gdLst>
                  <a:gd name="T0" fmla="*/ 0 w 300"/>
                  <a:gd name="T1" fmla="*/ 0 h 219"/>
                  <a:gd name="T2" fmla="*/ 300 w 300"/>
                  <a:gd name="T3" fmla="*/ 219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00" h="219">
                    <a:moveTo>
                      <a:pt x="0" y="0"/>
                    </a:moveTo>
                    <a:lnTo>
                      <a:pt x="300" y="219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Freeform 27">
                <a:extLst>
                  <a:ext uri="{FF2B5EF4-FFF2-40B4-BE49-F238E27FC236}">
                    <a16:creationId xmlns:a16="http://schemas.microsoft.com/office/drawing/2014/main" id="{3DE7933A-607F-4902-A70B-B9CE04006526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">
                <a:off x="1423" y="3170"/>
                <a:ext cx="360" cy="3"/>
              </a:xfrm>
              <a:custGeom>
                <a:avLst/>
                <a:gdLst>
                  <a:gd name="T0" fmla="*/ 0 w 360"/>
                  <a:gd name="T1" fmla="*/ 0 h 3"/>
                  <a:gd name="T2" fmla="*/ 360 w 360"/>
                  <a:gd name="T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0" h="3">
                    <a:moveTo>
                      <a:pt x="0" y="0"/>
                    </a:moveTo>
                    <a:lnTo>
                      <a:pt x="360" y="3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Freeform 28">
                <a:extLst>
                  <a:ext uri="{FF2B5EF4-FFF2-40B4-BE49-F238E27FC236}">
                    <a16:creationId xmlns:a16="http://schemas.microsoft.com/office/drawing/2014/main" id="{7D4CF5D4-A63D-400C-831C-B0283F66BEC5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">
                <a:off x="1858" y="3071"/>
                <a:ext cx="303" cy="213"/>
              </a:xfrm>
              <a:custGeom>
                <a:avLst/>
                <a:gdLst>
                  <a:gd name="T0" fmla="*/ 303 w 303"/>
                  <a:gd name="T1" fmla="*/ 0 h 213"/>
                  <a:gd name="T2" fmla="*/ 0 w 303"/>
                  <a:gd name="T3" fmla="*/ 213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03" h="213">
                    <a:moveTo>
                      <a:pt x="303" y="0"/>
                    </a:moveTo>
                    <a:lnTo>
                      <a:pt x="0" y="213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Freeform 29">
                <a:extLst>
                  <a:ext uri="{FF2B5EF4-FFF2-40B4-BE49-F238E27FC236}">
                    <a16:creationId xmlns:a16="http://schemas.microsoft.com/office/drawing/2014/main" id="{31C5E8B8-8C50-4790-9A50-AA9F5EDBC3A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">
                <a:off x="2277" y="2764"/>
                <a:ext cx="117" cy="354"/>
              </a:xfrm>
              <a:custGeom>
                <a:avLst/>
                <a:gdLst>
                  <a:gd name="T0" fmla="*/ 117 w 117"/>
                  <a:gd name="T1" fmla="*/ 0 h 354"/>
                  <a:gd name="T2" fmla="*/ 0 w 117"/>
                  <a:gd name="T3" fmla="*/ 354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7" h="354">
                    <a:moveTo>
                      <a:pt x="117" y="0"/>
                    </a:moveTo>
                    <a:lnTo>
                      <a:pt x="0" y="354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Freeform 30">
                <a:extLst>
                  <a:ext uri="{FF2B5EF4-FFF2-40B4-BE49-F238E27FC236}">
                    <a16:creationId xmlns:a16="http://schemas.microsoft.com/office/drawing/2014/main" id="{B84794A5-F9C7-43AB-913C-FDEE901027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">
                <a:off x="2405" y="2382"/>
                <a:ext cx="114" cy="354"/>
              </a:xfrm>
              <a:custGeom>
                <a:avLst/>
                <a:gdLst>
                  <a:gd name="T0" fmla="*/ 0 w 114"/>
                  <a:gd name="T1" fmla="*/ 0 h 354"/>
                  <a:gd name="T2" fmla="*/ 114 w 114"/>
                  <a:gd name="T3" fmla="*/ 354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4" h="354">
                    <a:moveTo>
                      <a:pt x="0" y="0"/>
                    </a:moveTo>
                    <a:lnTo>
                      <a:pt x="114" y="354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Freeform 31">
                <a:extLst>
                  <a:ext uri="{FF2B5EF4-FFF2-40B4-BE49-F238E27FC236}">
                    <a16:creationId xmlns:a16="http://schemas.microsoft.com/office/drawing/2014/main" id="{6A238D4A-163C-4562-8ED0-1CCC246F0A83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">
                <a:off x="2187" y="2064"/>
                <a:ext cx="300" cy="222"/>
              </a:xfrm>
              <a:custGeom>
                <a:avLst/>
                <a:gdLst>
                  <a:gd name="T0" fmla="*/ 0 w 300"/>
                  <a:gd name="T1" fmla="*/ 0 h 222"/>
                  <a:gd name="T2" fmla="*/ 300 w 300"/>
                  <a:gd name="T3" fmla="*/ 222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00" h="222">
                    <a:moveTo>
                      <a:pt x="0" y="0"/>
                    </a:moveTo>
                    <a:lnTo>
                      <a:pt x="300" y="222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Freeform 32">
                <a:extLst>
                  <a:ext uri="{FF2B5EF4-FFF2-40B4-BE49-F238E27FC236}">
                    <a16:creationId xmlns:a16="http://schemas.microsoft.com/office/drawing/2014/main" id="{A54B4A91-9C07-4630-ADBC-A31A9C3339D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">
                <a:off x="1817" y="1941"/>
                <a:ext cx="378" cy="1"/>
              </a:xfrm>
              <a:custGeom>
                <a:avLst/>
                <a:gdLst>
                  <a:gd name="T0" fmla="*/ 0 w 378"/>
                  <a:gd name="T1" fmla="*/ 0 h 1"/>
                  <a:gd name="T2" fmla="*/ 378 w 378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78" h="1">
                    <a:moveTo>
                      <a:pt x="0" y="0"/>
                    </a:moveTo>
                    <a:lnTo>
                      <a:pt x="378" y="0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" name="Oval 33">
                <a:extLst>
                  <a:ext uri="{FF2B5EF4-FFF2-40B4-BE49-F238E27FC236}">
                    <a16:creationId xmlns:a16="http://schemas.microsoft.com/office/drawing/2014/main" id="{B8C6BB2A-732B-454D-9B62-D1BCA622F1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">
                <a:off x="2435" y="2319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" name="Oval 34">
                <a:extLst>
                  <a:ext uri="{FF2B5EF4-FFF2-40B4-BE49-F238E27FC236}">
                    <a16:creationId xmlns:a16="http://schemas.microsoft.com/office/drawing/2014/main" id="{F65727A3-412F-4C06-B66F-0CB40F515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">
                <a:off x="2434" y="2742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" name="Oval 35">
                <a:extLst>
                  <a:ext uri="{FF2B5EF4-FFF2-40B4-BE49-F238E27FC236}">
                    <a16:creationId xmlns:a16="http://schemas.microsoft.com/office/drawing/2014/main" id="{9B2D68E3-21E8-466B-B15F-0D231D38C9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">
                <a:off x="2184" y="3083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" name="Oval 36">
                <a:extLst>
                  <a:ext uri="{FF2B5EF4-FFF2-40B4-BE49-F238E27FC236}">
                    <a16:creationId xmlns:a16="http://schemas.microsoft.com/office/drawing/2014/main" id="{876F4D45-66C9-496E-BDBD-E5A546942C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">
                <a:off x="1384" y="1984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" name="Oval 37">
                <a:extLst>
                  <a:ext uri="{FF2B5EF4-FFF2-40B4-BE49-F238E27FC236}">
                    <a16:creationId xmlns:a16="http://schemas.microsoft.com/office/drawing/2014/main" id="{51AC3629-4A54-4247-9562-04725C087E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">
                <a:off x="2183" y="1979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" name="Oval 38">
                <a:extLst>
                  <a:ext uri="{FF2B5EF4-FFF2-40B4-BE49-F238E27FC236}">
                    <a16:creationId xmlns:a16="http://schemas.microsoft.com/office/drawing/2014/main" id="{8EBA1C49-3CB8-492A-8AC7-292994D5D8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">
                <a:off x="1780" y="1851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Oval 39">
                <a:extLst>
                  <a:ext uri="{FF2B5EF4-FFF2-40B4-BE49-F238E27FC236}">
                    <a16:creationId xmlns:a16="http://schemas.microsoft.com/office/drawing/2014/main" id="{80C395EE-72AD-4880-A8A7-5F5D4D610F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">
                <a:off x="1780" y="3210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Oval 40">
                <a:extLst>
                  <a:ext uri="{FF2B5EF4-FFF2-40B4-BE49-F238E27FC236}">
                    <a16:creationId xmlns:a16="http://schemas.microsoft.com/office/drawing/2014/main" id="{AAB5C4AE-4F90-44E2-8A5D-AE887768BC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">
                <a:off x="1140" y="2734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" name="Oval 41">
                <a:extLst>
                  <a:ext uri="{FF2B5EF4-FFF2-40B4-BE49-F238E27FC236}">
                    <a16:creationId xmlns:a16="http://schemas.microsoft.com/office/drawing/2014/main" id="{321D1794-30A7-4EDD-AFEE-9907D2168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">
                <a:off x="1381" y="3081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9" name="Oval 42">
                <a:extLst>
                  <a:ext uri="{FF2B5EF4-FFF2-40B4-BE49-F238E27FC236}">
                    <a16:creationId xmlns:a16="http://schemas.microsoft.com/office/drawing/2014/main" id="{631FD5D9-8F74-4B9C-89BD-D25DED148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">
                <a:off x="1141" y="2322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Line 90">
                <a:extLst>
                  <a:ext uri="{FF2B5EF4-FFF2-40B4-BE49-F238E27FC236}">
                    <a16:creationId xmlns:a16="http://schemas.microsoft.com/office/drawing/2014/main" id="{7B38F65F-DB6F-408B-B638-B7B77B369D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181" y="2736"/>
                <a:ext cx="288" cy="4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Oval 157">
                <a:extLst>
                  <a:ext uri="{FF2B5EF4-FFF2-40B4-BE49-F238E27FC236}">
                    <a16:creationId xmlns:a16="http://schemas.microsoft.com/office/drawing/2014/main" id="{ABA6808D-4EBF-46F6-90D8-5A50A2416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8" y="2112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Oval 158">
                <a:extLst>
                  <a:ext uri="{FF2B5EF4-FFF2-40B4-BE49-F238E27FC236}">
                    <a16:creationId xmlns:a16="http://schemas.microsoft.com/office/drawing/2014/main" id="{2A9E065B-DA82-484D-AB71-1063222211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4" y="2349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" name="Oval 160">
                <a:extLst>
                  <a:ext uri="{FF2B5EF4-FFF2-40B4-BE49-F238E27FC236}">
                    <a16:creationId xmlns:a16="http://schemas.microsoft.com/office/drawing/2014/main" id="{0FECC37A-37B3-4822-931C-1E0F028097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9" y="2348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Oval 161">
                <a:extLst>
                  <a:ext uri="{FF2B5EF4-FFF2-40B4-BE49-F238E27FC236}">
                    <a16:creationId xmlns:a16="http://schemas.microsoft.com/office/drawing/2014/main" id="{1D2E1370-B3A5-471E-9358-7BBFA40CE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733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Oval 162">
                <a:extLst>
                  <a:ext uri="{FF2B5EF4-FFF2-40B4-BE49-F238E27FC236}">
                    <a16:creationId xmlns:a16="http://schemas.microsoft.com/office/drawing/2014/main" id="{192AD5D3-0BDC-4720-AAAF-F6603F4081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9" y="2727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" name="Freeform 163">
                <a:extLst>
                  <a:ext uri="{FF2B5EF4-FFF2-40B4-BE49-F238E27FC236}">
                    <a16:creationId xmlns:a16="http://schemas.microsoft.com/office/drawing/2014/main" id="{D4ADE58E-E83C-4090-BD4A-C5C0BC211B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" y="2147"/>
                <a:ext cx="285" cy="204"/>
              </a:xfrm>
              <a:custGeom>
                <a:avLst/>
                <a:gdLst>
                  <a:gd name="T0" fmla="*/ 285 w 285"/>
                  <a:gd name="T1" fmla="*/ 0 h 204"/>
                  <a:gd name="T2" fmla="*/ 0 w 285"/>
                  <a:gd name="T3" fmla="*/ 204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5" h="204">
                    <a:moveTo>
                      <a:pt x="285" y="0"/>
                    </a:moveTo>
                    <a:lnTo>
                      <a:pt x="0" y="20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Freeform 164">
                <a:extLst>
                  <a:ext uri="{FF2B5EF4-FFF2-40B4-BE49-F238E27FC236}">
                    <a16:creationId xmlns:a16="http://schemas.microsoft.com/office/drawing/2014/main" id="{9B33BEFE-D49F-4691-B9EA-874C806556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6" y="2144"/>
                <a:ext cx="285" cy="204"/>
              </a:xfrm>
              <a:custGeom>
                <a:avLst/>
                <a:gdLst>
                  <a:gd name="T0" fmla="*/ 0 w 285"/>
                  <a:gd name="T1" fmla="*/ 0 h 204"/>
                  <a:gd name="T2" fmla="*/ 285 w 285"/>
                  <a:gd name="T3" fmla="*/ 204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5" h="204">
                    <a:moveTo>
                      <a:pt x="0" y="0"/>
                    </a:moveTo>
                    <a:lnTo>
                      <a:pt x="285" y="20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Freeform 165">
                <a:extLst>
                  <a:ext uri="{FF2B5EF4-FFF2-40B4-BE49-F238E27FC236}">
                    <a16:creationId xmlns:a16="http://schemas.microsoft.com/office/drawing/2014/main" id="{C03195AA-2F23-4F99-9163-6FCAF53215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1" y="2402"/>
                <a:ext cx="105" cy="339"/>
              </a:xfrm>
              <a:custGeom>
                <a:avLst/>
                <a:gdLst>
                  <a:gd name="T0" fmla="*/ 105 w 105"/>
                  <a:gd name="T1" fmla="*/ 0 h 339"/>
                  <a:gd name="T2" fmla="*/ 0 w 105"/>
                  <a:gd name="T3" fmla="*/ 339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5" h="339">
                    <a:moveTo>
                      <a:pt x="105" y="0"/>
                    </a:moveTo>
                    <a:lnTo>
                      <a:pt x="0" y="339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Freeform 166">
                <a:extLst>
                  <a:ext uri="{FF2B5EF4-FFF2-40B4-BE49-F238E27FC236}">
                    <a16:creationId xmlns:a16="http://schemas.microsoft.com/office/drawing/2014/main" id="{5DC0BA7A-63B9-4CDF-807B-A9B442B7A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8" y="2765"/>
                <a:ext cx="351" cy="3"/>
              </a:xfrm>
              <a:custGeom>
                <a:avLst/>
                <a:gdLst>
                  <a:gd name="T0" fmla="*/ 0 w 351"/>
                  <a:gd name="T1" fmla="*/ 0 h 3"/>
                  <a:gd name="T2" fmla="*/ 351 w 351"/>
                  <a:gd name="T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51" h="3">
                    <a:moveTo>
                      <a:pt x="0" y="0"/>
                    </a:moveTo>
                    <a:lnTo>
                      <a:pt x="351" y="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Freeform 167">
                <a:extLst>
                  <a:ext uri="{FF2B5EF4-FFF2-40B4-BE49-F238E27FC236}">
                    <a16:creationId xmlns:a16="http://schemas.microsoft.com/office/drawing/2014/main" id="{3BD1FF71-254B-42E9-8622-155D85E64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5" y="2396"/>
                <a:ext cx="111" cy="345"/>
              </a:xfrm>
              <a:custGeom>
                <a:avLst/>
                <a:gdLst>
                  <a:gd name="T0" fmla="*/ 0 w 111"/>
                  <a:gd name="T1" fmla="*/ 0 h 345"/>
                  <a:gd name="T2" fmla="*/ 111 w 111"/>
                  <a:gd name="T3" fmla="*/ 345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1" h="345">
                    <a:moveTo>
                      <a:pt x="0" y="0"/>
                    </a:moveTo>
                    <a:lnTo>
                      <a:pt x="111" y="345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Oval 193">
                <a:extLst>
                  <a:ext uri="{FF2B5EF4-FFF2-40B4-BE49-F238E27FC236}">
                    <a16:creationId xmlns:a16="http://schemas.microsoft.com/office/drawing/2014/main" id="{FC1664E5-F197-40DC-B796-76D3B68076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617" y="2943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" name="Oval 194">
                <a:extLst>
                  <a:ext uri="{FF2B5EF4-FFF2-40B4-BE49-F238E27FC236}">
                    <a16:creationId xmlns:a16="http://schemas.microsoft.com/office/drawing/2014/main" id="{C796DCF0-EBE4-40C1-A03C-AEB1B8F88A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941" y="2706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" name="Oval 196">
                <a:extLst>
                  <a:ext uri="{FF2B5EF4-FFF2-40B4-BE49-F238E27FC236}">
                    <a16:creationId xmlns:a16="http://schemas.microsoft.com/office/drawing/2014/main" id="{A53F8768-E734-4A78-999A-10B0C3824A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296" y="2707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" name="Oval 197">
                <a:extLst>
                  <a:ext uri="{FF2B5EF4-FFF2-40B4-BE49-F238E27FC236}">
                    <a16:creationId xmlns:a16="http://schemas.microsoft.com/office/drawing/2014/main" id="{4F42E9F3-6E3C-4979-A988-C87CC31473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812" y="2322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" name="Oval 198">
                <a:extLst>
                  <a:ext uri="{FF2B5EF4-FFF2-40B4-BE49-F238E27FC236}">
                    <a16:creationId xmlns:a16="http://schemas.microsoft.com/office/drawing/2014/main" id="{BA64FEBC-FB99-4982-9B71-71ECD47A31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416" y="2328"/>
                <a:ext cx="45" cy="45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" name="Freeform 199">
                <a:extLst>
                  <a:ext uri="{FF2B5EF4-FFF2-40B4-BE49-F238E27FC236}">
                    <a16:creationId xmlns:a16="http://schemas.microsoft.com/office/drawing/2014/main" id="{F8CBCD76-DB53-4A21-828E-A2EE023A84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8" y="2754"/>
                <a:ext cx="288" cy="204"/>
              </a:xfrm>
              <a:custGeom>
                <a:avLst/>
                <a:gdLst>
                  <a:gd name="T0" fmla="*/ 0 w 288"/>
                  <a:gd name="T1" fmla="*/ 0 h 204"/>
                  <a:gd name="T2" fmla="*/ 288 w 288"/>
                  <a:gd name="T3" fmla="*/ 204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8" h="204">
                    <a:moveTo>
                      <a:pt x="0" y="0"/>
                    </a:moveTo>
                    <a:lnTo>
                      <a:pt x="288" y="204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Freeform 200">
                <a:extLst>
                  <a:ext uri="{FF2B5EF4-FFF2-40B4-BE49-F238E27FC236}">
                    <a16:creationId xmlns:a16="http://schemas.microsoft.com/office/drawing/2014/main" id="{7F56D555-354F-4FBF-BA45-4335D4A1D9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" y="2754"/>
                <a:ext cx="288" cy="213"/>
              </a:xfrm>
              <a:custGeom>
                <a:avLst/>
                <a:gdLst>
                  <a:gd name="T0" fmla="*/ 288 w 288"/>
                  <a:gd name="T1" fmla="*/ 0 h 213"/>
                  <a:gd name="T2" fmla="*/ 0 w 288"/>
                  <a:gd name="T3" fmla="*/ 213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8" h="213">
                    <a:moveTo>
                      <a:pt x="288" y="0"/>
                    </a:moveTo>
                    <a:lnTo>
                      <a:pt x="0" y="213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Freeform 201">
                <a:extLst>
                  <a:ext uri="{FF2B5EF4-FFF2-40B4-BE49-F238E27FC236}">
                    <a16:creationId xmlns:a16="http://schemas.microsoft.com/office/drawing/2014/main" id="{B2426824-7D32-4CFA-9575-F21F136600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0" y="2364"/>
                <a:ext cx="117" cy="345"/>
              </a:xfrm>
              <a:custGeom>
                <a:avLst/>
                <a:gdLst>
                  <a:gd name="T0" fmla="*/ 0 w 117"/>
                  <a:gd name="T1" fmla="*/ 0 h 345"/>
                  <a:gd name="T2" fmla="*/ 117 w 117"/>
                  <a:gd name="T3" fmla="*/ 345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7" h="345">
                    <a:moveTo>
                      <a:pt x="0" y="0"/>
                    </a:moveTo>
                    <a:lnTo>
                      <a:pt x="117" y="345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Freeform 202">
                <a:extLst>
                  <a:ext uri="{FF2B5EF4-FFF2-40B4-BE49-F238E27FC236}">
                    <a16:creationId xmlns:a16="http://schemas.microsoft.com/office/drawing/2014/main" id="{5552E3AF-5A4C-4A83-991D-7297BE24E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3" y="2376"/>
                <a:ext cx="108" cy="333"/>
              </a:xfrm>
              <a:custGeom>
                <a:avLst/>
                <a:gdLst>
                  <a:gd name="T0" fmla="*/ 108 w 108"/>
                  <a:gd name="T1" fmla="*/ 0 h 333"/>
                  <a:gd name="T2" fmla="*/ 0 w 108"/>
                  <a:gd name="T3" fmla="*/ 33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8" h="333">
                    <a:moveTo>
                      <a:pt x="108" y="0"/>
                    </a:moveTo>
                    <a:lnTo>
                      <a:pt x="0" y="333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Freeform 203">
                <a:extLst>
                  <a:ext uri="{FF2B5EF4-FFF2-40B4-BE49-F238E27FC236}">
                    <a16:creationId xmlns:a16="http://schemas.microsoft.com/office/drawing/2014/main" id="{1FEB256D-3EC3-488F-B9B4-AEE4C575AA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6" y="2340"/>
                <a:ext cx="342" cy="3"/>
              </a:xfrm>
              <a:custGeom>
                <a:avLst/>
                <a:gdLst>
                  <a:gd name="T0" fmla="*/ 0 w 342"/>
                  <a:gd name="T1" fmla="*/ 3 h 3"/>
                  <a:gd name="T2" fmla="*/ 342 w 342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42" h="3">
                    <a:moveTo>
                      <a:pt x="0" y="3"/>
                    </a:moveTo>
                    <a:lnTo>
                      <a:pt x="342" y="0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Freeform 204">
                <a:extLst>
                  <a:ext uri="{FF2B5EF4-FFF2-40B4-BE49-F238E27FC236}">
                    <a16:creationId xmlns:a16="http://schemas.microsoft.com/office/drawing/2014/main" id="{38C9B0B8-8053-4F9D-9093-4B59C1D7B9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4" y="1904"/>
                <a:ext cx="156" cy="208"/>
              </a:xfrm>
              <a:custGeom>
                <a:avLst/>
                <a:gdLst>
                  <a:gd name="T0" fmla="*/ 0 w 156"/>
                  <a:gd name="T1" fmla="*/ 0 h 208"/>
                  <a:gd name="T2" fmla="*/ 156 w 156"/>
                  <a:gd name="T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6" h="208">
                    <a:moveTo>
                      <a:pt x="0" y="0"/>
                    </a:moveTo>
                    <a:lnTo>
                      <a:pt x="156" y="208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Freeform 205">
                <a:extLst>
                  <a:ext uri="{FF2B5EF4-FFF2-40B4-BE49-F238E27FC236}">
                    <a16:creationId xmlns:a16="http://schemas.microsoft.com/office/drawing/2014/main" id="{3C9A6541-6028-4A9C-85DC-DF975A054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8" y="2352"/>
                <a:ext cx="132" cy="16"/>
              </a:xfrm>
              <a:custGeom>
                <a:avLst/>
                <a:gdLst>
                  <a:gd name="T0" fmla="*/ 0 w 132"/>
                  <a:gd name="T1" fmla="*/ 16 h 16"/>
                  <a:gd name="T2" fmla="*/ 132 w 132"/>
                  <a:gd name="T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2" h="16">
                    <a:moveTo>
                      <a:pt x="0" y="16"/>
                    </a:moveTo>
                    <a:lnTo>
                      <a:pt x="132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Freeform 206">
                <a:extLst>
                  <a:ext uri="{FF2B5EF4-FFF2-40B4-BE49-F238E27FC236}">
                    <a16:creationId xmlns:a16="http://schemas.microsoft.com/office/drawing/2014/main" id="{CBA9143F-1DA4-43E0-AECC-B7907D45C6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4" y="2352"/>
                <a:ext cx="428" cy="24"/>
              </a:xfrm>
              <a:custGeom>
                <a:avLst/>
                <a:gdLst>
                  <a:gd name="T0" fmla="*/ 0 w 428"/>
                  <a:gd name="T1" fmla="*/ 0 h 24"/>
                  <a:gd name="T2" fmla="*/ 428 w 428"/>
                  <a:gd name="T3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28" h="24">
                    <a:moveTo>
                      <a:pt x="0" y="0"/>
                    </a:moveTo>
                    <a:lnTo>
                      <a:pt x="428" y="2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Freeform 207">
                <a:extLst>
                  <a:ext uri="{FF2B5EF4-FFF2-40B4-BE49-F238E27FC236}">
                    <a16:creationId xmlns:a16="http://schemas.microsoft.com/office/drawing/2014/main" id="{0EB05E7C-B203-402A-848E-F499935053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6" y="2776"/>
                <a:ext cx="332" cy="312"/>
              </a:xfrm>
              <a:custGeom>
                <a:avLst/>
                <a:gdLst>
                  <a:gd name="T0" fmla="*/ 332 w 332"/>
                  <a:gd name="T1" fmla="*/ 0 h 312"/>
                  <a:gd name="T2" fmla="*/ 0 w 332"/>
                  <a:gd name="T3" fmla="*/ 312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32" h="312">
                    <a:moveTo>
                      <a:pt x="332" y="0"/>
                    </a:moveTo>
                    <a:lnTo>
                      <a:pt x="0" y="312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Freeform 208">
                <a:extLst>
                  <a:ext uri="{FF2B5EF4-FFF2-40B4-BE49-F238E27FC236}">
                    <a16:creationId xmlns:a16="http://schemas.microsoft.com/office/drawing/2014/main" id="{E6F02A79-96D9-4BC8-8362-6C5EFBDEE1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2" y="2776"/>
                <a:ext cx="32" cy="308"/>
              </a:xfrm>
              <a:custGeom>
                <a:avLst/>
                <a:gdLst>
                  <a:gd name="T0" fmla="*/ 0 w 32"/>
                  <a:gd name="T1" fmla="*/ 0 h 308"/>
                  <a:gd name="T2" fmla="*/ 32 w 32"/>
                  <a:gd name="T3" fmla="*/ 308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2" h="308">
                    <a:moveTo>
                      <a:pt x="0" y="0"/>
                    </a:moveTo>
                    <a:lnTo>
                      <a:pt x="32" y="308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Freeform 209">
                <a:extLst>
                  <a:ext uri="{FF2B5EF4-FFF2-40B4-BE49-F238E27FC236}">
                    <a16:creationId xmlns:a16="http://schemas.microsoft.com/office/drawing/2014/main" id="{A1EE9687-908D-4513-83C4-08F8374C0C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2" y="2024"/>
                <a:ext cx="336" cy="304"/>
              </a:xfrm>
              <a:custGeom>
                <a:avLst/>
                <a:gdLst>
                  <a:gd name="T0" fmla="*/ 0 w 336"/>
                  <a:gd name="T1" fmla="*/ 304 h 304"/>
                  <a:gd name="T2" fmla="*/ 336 w 336"/>
                  <a:gd name="T3" fmla="*/ 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36" h="304">
                    <a:moveTo>
                      <a:pt x="0" y="304"/>
                    </a:moveTo>
                    <a:lnTo>
                      <a:pt x="336" y="0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Freeform 210">
                <a:extLst>
                  <a:ext uri="{FF2B5EF4-FFF2-40B4-BE49-F238E27FC236}">
                    <a16:creationId xmlns:a16="http://schemas.microsoft.com/office/drawing/2014/main" id="{C6DFFE3D-4826-459A-9F31-98D7B63D75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2028"/>
                <a:ext cx="24" cy="304"/>
              </a:xfrm>
              <a:custGeom>
                <a:avLst/>
                <a:gdLst>
                  <a:gd name="T0" fmla="*/ 0 w 24"/>
                  <a:gd name="T1" fmla="*/ 0 h 304"/>
                  <a:gd name="T2" fmla="*/ 24 w 24"/>
                  <a:gd name="T3" fmla="*/ 304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4" h="304">
                    <a:moveTo>
                      <a:pt x="0" y="0"/>
                    </a:moveTo>
                    <a:lnTo>
                      <a:pt x="24" y="304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Freeform 211">
                <a:extLst>
                  <a:ext uri="{FF2B5EF4-FFF2-40B4-BE49-F238E27FC236}">
                    <a16:creationId xmlns:a16="http://schemas.microsoft.com/office/drawing/2014/main" id="{1821D09C-5BF2-46E6-AD13-271C7C0F5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0" y="2736"/>
                <a:ext cx="112" cy="16"/>
              </a:xfrm>
              <a:custGeom>
                <a:avLst/>
                <a:gdLst>
                  <a:gd name="T0" fmla="*/ 0 w 112"/>
                  <a:gd name="T1" fmla="*/ 16 h 16"/>
                  <a:gd name="T2" fmla="*/ 112 w 112"/>
                  <a:gd name="T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2" h="16">
                    <a:moveTo>
                      <a:pt x="0" y="16"/>
                    </a:moveTo>
                    <a:lnTo>
                      <a:pt x="112" y="0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Freeform 212">
                <a:extLst>
                  <a:ext uri="{FF2B5EF4-FFF2-40B4-BE49-F238E27FC236}">
                    <a16:creationId xmlns:a16="http://schemas.microsoft.com/office/drawing/2014/main" id="{B716F772-F473-4FDB-8035-88E996721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" y="2992"/>
                <a:ext cx="144" cy="220"/>
              </a:xfrm>
              <a:custGeom>
                <a:avLst/>
                <a:gdLst>
                  <a:gd name="T0" fmla="*/ 0 w 144"/>
                  <a:gd name="T1" fmla="*/ 0 h 220"/>
                  <a:gd name="T2" fmla="*/ 144 w 144"/>
                  <a:gd name="T3" fmla="*/ 220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4" h="220">
                    <a:moveTo>
                      <a:pt x="0" y="0"/>
                    </a:moveTo>
                    <a:lnTo>
                      <a:pt x="144" y="220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Freeform 213">
                <a:extLst>
                  <a:ext uri="{FF2B5EF4-FFF2-40B4-BE49-F238E27FC236}">
                    <a16:creationId xmlns:a16="http://schemas.microsoft.com/office/drawing/2014/main" id="{10B27357-0B4A-4B23-8124-B1C158C374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0" y="2736"/>
                <a:ext cx="456" cy="36"/>
              </a:xfrm>
              <a:custGeom>
                <a:avLst/>
                <a:gdLst>
                  <a:gd name="T0" fmla="*/ 0 w 456"/>
                  <a:gd name="T1" fmla="*/ 0 h 36"/>
                  <a:gd name="T2" fmla="*/ 456 w 456"/>
                  <a:gd name="T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56" h="36">
                    <a:moveTo>
                      <a:pt x="0" y="0"/>
                    </a:moveTo>
                    <a:lnTo>
                      <a:pt x="456" y="36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9" name="Text Box 214">
              <a:extLst>
                <a:ext uri="{FF2B5EF4-FFF2-40B4-BE49-F238E27FC236}">
                  <a16:creationId xmlns:a16="http://schemas.microsoft.com/office/drawing/2014/main" id="{E967D00B-EBC2-42B5-8A23-B0650C955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8" y="3327"/>
              <a:ext cx="864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>
              <a:spAutoFit/>
            </a:bodyPr>
            <a:lstStyle/>
            <a:p>
              <a:r>
                <a:rPr lang="zh-CN" altLang="en-US" sz="2000" b="0" dirty="0"/>
                <a:t>正十二面体</a:t>
              </a:r>
            </a:p>
            <a:p>
              <a:r>
                <a:rPr lang="zh-CN" altLang="en-US" sz="2000" b="0" dirty="0"/>
                <a:t>　   </a:t>
              </a:r>
            </a:p>
          </p:txBody>
        </p:sp>
      </p:grpSp>
      <p:grpSp>
        <p:nvGrpSpPr>
          <p:cNvPr id="14" name="Group 320">
            <a:extLst>
              <a:ext uri="{FF2B5EF4-FFF2-40B4-BE49-F238E27FC236}">
                <a16:creationId xmlns:a16="http://schemas.microsoft.com/office/drawing/2014/main" id="{B7181AC2-E087-4927-829F-383F13743665}"/>
              </a:ext>
            </a:extLst>
          </p:cNvPr>
          <p:cNvGrpSpPr>
            <a:grpSpLocks/>
          </p:cNvGrpSpPr>
          <p:nvPr/>
        </p:nvGrpSpPr>
        <p:grpSpPr bwMode="auto">
          <a:xfrm>
            <a:off x="6174257" y="1527730"/>
            <a:ext cx="2362200" cy="3140075"/>
            <a:chOff x="3420" y="1392"/>
            <a:chExt cx="1488" cy="1978"/>
          </a:xfrm>
        </p:grpSpPr>
        <p:grpSp>
          <p:nvGrpSpPr>
            <p:cNvPr id="15" name="Group 317">
              <a:extLst>
                <a:ext uri="{FF2B5EF4-FFF2-40B4-BE49-F238E27FC236}">
                  <a16:creationId xmlns:a16="http://schemas.microsoft.com/office/drawing/2014/main" id="{C4743553-A50B-4E7A-887F-A62944438C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6" y="1392"/>
              <a:ext cx="1382" cy="1324"/>
              <a:chOff x="2627" y="2832"/>
              <a:chExt cx="1382" cy="1324"/>
            </a:xfrm>
          </p:grpSpPr>
          <p:sp>
            <p:nvSpPr>
              <p:cNvPr id="17" name="Line 136">
                <a:extLst>
                  <a:ext uri="{FF2B5EF4-FFF2-40B4-BE49-F238E27FC236}">
                    <a16:creationId xmlns:a16="http://schemas.microsoft.com/office/drawing/2014/main" id="{6AA5B7EA-66AB-4A6D-B792-28EE0EC822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76" y="2832"/>
                <a:ext cx="294" cy="4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Oval 234">
                <a:extLst>
                  <a:ext uri="{FF2B5EF4-FFF2-40B4-BE49-F238E27FC236}">
                    <a16:creationId xmlns:a16="http://schemas.microsoft.com/office/drawing/2014/main" id="{FA8DC386-0F7D-4E4C-B4EC-0D708EA882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6" y="3054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Oval 235">
                <a:extLst>
                  <a:ext uri="{FF2B5EF4-FFF2-40B4-BE49-F238E27FC236}">
                    <a16:creationId xmlns:a16="http://schemas.microsoft.com/office/drawing/2014/main" id="{4698E60B-E12F-4293-9C29-C33C2C556A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4" y="3375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Oval 236">
                <a:extLst>
                  <a:ext uri="{FF2B5EF4-FFF2-40B4-BE49-F238E27FC236}">
                    <a16:creationId xmlns:a16="http://schemas.microsoft.com/office/drawing/2014/main" id="{B99F7A6C-980C-4490-8FF2-1D62C6B09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5" y="3368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Oval 237">
                <a:extLst>
                  <a:ext uri="{FF2B5EF4-FFF2-40B4-BE49-F238E27FC236}">
                    <a16:creationId xmlns:a16="http://schemas.microsoft.com/office/drawing/2014/main" id="{CD3915D0-78E7-40B1-BC73-BC566A6E47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7" y="3876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Oval 238">
                <a:extLst>
                  <a:ext uri="{FF2B5EF4-FFF2-40B4-BE49-F238E27FC236}">
                    <a16:creationId xmlns:a16="http://schemas.microsoft.com/office/drawing/2014/main" id="{14BA0CE6-18F8-43C9-AF8E-59ACB9F9BC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5" y="3875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Oval 240">
                <a:extLst>
                  <a:ext uri="{FF2B5EF4-FFF2-40B4-BE49-F238E27FC236}">
                    <a16:creationId xmlns:a16="http://schemas.microsoft.com/office/drawing/2014/main" id="{A5AB8D30-47E1-4336-B8CB-926C20609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5" y="2835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Oval 241">
                <a:extLst>
                  <a:ext uri="{FF2B5EF4-FFF2-40B4-BE49-F238E27FC236}">
                    <a16:creationId xmlns:a16="http://schemas.microsoft.com/office/drawing/2014/main" id="{E0B364BB-2A5D-495C-B6A5-F48C7A472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8" y="3300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Oval 242">
                <a:extLst>
                  <a:ext uri="{FF2B5EF4-FFF2-40B4-BE49-F238E27FC236}">
                    <a16:creationId xmlns:a16="http://schemas.microsoft.com/office/drawing/2014/main" id="{F6945F25-92FA-4722-A300-8F7608D907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" y="3309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Oval 243">
                <a:extLst>
                  <a:ext uri="{FF2B5EF4-FFF2-40B4-BE49-F238E27FC236}">
                    <a16:creationId xmlns:a16="http://schemas.microsoft.com/office/drawing/2014/main" id="{E9981A8E-9EC6-42C5-8B6F-B08B6C9F43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9" y="4064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Oval 244">
                <a:extLst>
                  <a:ext uri="{FF2B5EF4-FFF2-40B4-BE49-F238E27FC236}">
                    <a16:creationId xmlns:a16="http://schemas.microsoft.com/office/drawing/2014/main" id="{6574BF01-7E8A-4E9A-A2CB-816411DEFD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5" y="4065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Oval 229">
                <a:extLst>
                  <a:ext uri="{FF2B5EF4-FFF2-40B4-BE49-F238E27FC236}">
                    <a16:creationId xmlns:a16="http://schemas.microsoft.com/office/drawing/2014/main" id="{D4CA7E11-9AE5-4DAA-8228-FC5D8B954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5" y="3334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Oval 230">
                <a:extLst>
                  <a:ext uri="{FF2B5EF4-FFF2-40B4-BE49-F238E27FC236}">
                    <a16:creationId xmlns:a16="http://schemas.microsoft.com/office/drawing/2014/main" id="{6A850655-3213-43C0-9215-B5F41C19F4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2" y="3332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Oval 231">
                <a:extLst>
                  <a:ext uri="{FF2B5EF4-FFF2-40B4-BE49-F238E27FC236}">
                    <a16:creationId xmlns:a16="http://schemas.microsoft.com/office/drawing/2014/main" id="{F1673631-B724-45A0-9726-5788A557C3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3" y="3587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Oval 232">
                <a:extLst>
                  <a:ext uri="{FF2B5EF4-FFF2-40B4-BE49-F238E27FC236}">
                    <a16:creationId xmlns:a16="http://schemas.microsoft.com/office/drawing/2014/main" id="{4E18AEB6-8D74-4587-861A-460D4409A1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7" y="3587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Oval 233">
                <a:extLst>
                  <a:ext uri="{FF2B5EF4-FFF2-40B4-BE49-F238E27FC236}">
                    <a16:creationId xmlns:a16="http://schemas.microsoft.com/office/drawing/2014/main" id="{8D2A10FE-7729-4472-B02C-57CB9CCFF1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6" y="3737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Freeform 257">
                <a:extLst>
                  <a:ext uri="{FF2B5EF4-FFF2-40B4-BE49-F238E27FC236}">
                    <a16:creationId xmlns:a16="http://schemas.microsoft.com/office/drawing/2014/main" id="{B422E0C4-0A9A-44BE-B5C8-557C0EF756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0" y="3414"/>
                <a:ext cx="54" cy="174"/>
              </a:xfrm>
              <a:custGeom>
                <a:avLst/>
                <a:gdLst>
                  <a:gd name="T0" fmla="*/ 54 w 54"/>
                  <a:gd name="T1" fmla="*/ 0 h 174"/>
                  <a:gd name="T2" fmla="*/ 0 w 54"/>
                  <a:gd name="T3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174">
                    <a:moveTo>
                      <a:pt x="54" y="0"/>
                    </a:moveTo>
                    <a:lnTo>
                      <a:pt x="0" y="174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258">
                <a:extLst>
                  <a:ext uri="{FF2B5EF4-FFF2-40B4-BE49-F238E27FC236}">
                    <a16:creationId xmlns:a16="http://schemas.microsoft.com/office/drawing/2014/main" id="{71C9DF92-9CE4-4E6D-88A9-28B7EC46B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6" y="3674"/>
                <a:ext cx="150" cy="100"/>
              </a:xfrm>
              <a:custGeom>
                <a:avLst/>
                <a:gdLst>
                  <a:gd name="T0" fmla="*/ 0 w 150"/>
                  <a:gd name="T1" fmla="*/ 0 h 100"/>
                  <a:gd name="T2" fmla="*/ 150 w 150"/>
                  <a:gd name="T3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0" h="100">
                    <a:moveTo>
                      <a:pt x="0" y="0"/>
                    </a:moveTo>
                    <a:lnTo>
                      <a:pt x="150" y="100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259">
                <a:extLst>
                  <a:ext uri="{FF2B5EF4-FFF2-40B4-BE49-F238E27FC236}">
                    <a16:creationId xmlns:a16="http://schemas.microsoft.com/office/drawing/2014/main" id="{53B16512-BE6A-4393-AB1E-8B2FF360E4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0" y="3676"/>
                <a:ext cx="142" cy="102"/>
              </a:xfrm>
              <a:custGeom>
                <a:avLst/>
                <a:gdLst>
                  <a:gd name="T0" fmla="*/ 142 w 142"/>
                  <a:gd name="T1" fmla="*/ 0 h 102"/>
                  <a:gd name="T2" fmla="*/ 0 w 142"/>
                  <a:gd name="T3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2" h="102">
                    <a:moveTo>
                      <a:pt x="142" y="0"/>
                    </a:moveTo>
                    <a:lnTo>
                      <a:pt x="0" y="102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260">
                <a:extLst>
                  <a:ext uri="{FF2B5EF4-FFF2-40B4-BE49-F238E27FC236}">
                    <a16:creationId xmlns:a16="http://schemas.microsoft.com/office/drawing/2014/main" id="{A415687C-71A5-4A18-9A5D-A3ED190F93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4" y="3416"/>
                <a:ext cx="48" cy="170"/>
              </a:xfrm>
              <a:custGeom>
                <a:avLst/>
                <a:gdLst>
                  <a:gd name="T0" fmla="*/ 0 w 48"/>
                  <a:gd name="T1" fmla="*/ 0 h 170"/>
                  <a:gd name="T2" fmla="*/ 48 w 48"/>
                  <a:gd name="T3" fmla="*/ 17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8" h="170">
                    <a:moveTo>
                      <a:pt x="0" y="0"/>
                    </a:moveTo>
                    <a:lnTo>
                      <a:pt x="48" y="170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261">
                <a:extLst>
                  <a:ext uri="{FF2B5EF4-FFF2-40B4-BE49-F238E27FC236}">
                    <a16:creationId xmlns:a16="http://schemas.microsoft.com/office/drawing/2014/main" id="{93F13044-6DCE-42D6-93DF-1FDC277897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0" y="3356"/>
                <a:ext cx="188" cy="1"/>
              </a:xfrm>
              <a:custGeom>
                <a:avLst/>
                <a:gdLst>
                  <a:gd name="T0" fmla="*/ 0 w 188"/>
                  <a:gd name="T1" fmla="*/ 0 h 1"/>
                  <a:gd name="T2" fmla="*/ 188 w 188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88" h="1">
                    <a:moveTo>
                      <a:pt x="0" y="0"/>
                    </a:moveTo>
                    <a:lnTo>
                      <a:pt x="188" y="0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282">
                <a:extLst>
                  <a:ext uri="{FF2B5EF4-FFF2-40B4-BE49-F238E27FC236}">
                    <a16:creationId xmlns:a16="http://schemas.microsoft.com/office/drawing/2014/main" id="{B8B0BB3B-94B0-4E2D-8EE2-8FAAB17118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4" y="3476"/>
                <a:ext cx="56" cy="172"/>
              </a:xfrm>
              <a:custGeom>
                <a:avLst/>
                <a:gdLst>
                  <a:gd name="T0" fmla="*/ 0 w 56"/>
                  <a:gd name="T1" fmla="*/ 0 h 172"/>
                  <a:gd name="T2" fmla="*/ 56 w 56"/>
                  <a:gd name="T3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6" h="172">
                    <a:moveTo>
                      <a:pt x="0" y="0"/>
                    </a:moveTo>
                    <a:lnTo>
                      <a:pt x="56" y="172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283">
                <a:extLst>
                  <a:ext uri="{FF2B5EF4-FFF2-40B4-BE49-F238E27FC236}">
                    <a16:creationId xmlns:a16="http://schemas.microsoft.com/office/drawing/2014/main" id="{337608F3-D50D-491F-9E4D-8BBCEA6455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4" y="3932"/>
                <a:ext cx="176" cy="16"/>
              </a:xfrm>
              <a:custGeom>
                <a:avLst/>
                <a:gdLst>
                  <a:gd name="T0" fmla="*/ 0 w 176"/>
                  <a:gd name="T1" fmla="*/ 0 h 16"/>
                  <a:gd name="T2" fmla="*/ 176 w 176"/>
                  <a:gd name="T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76" h="16">
                    <a:moveTo>
                      <a:pt x="0" y="0"/>
                    </a:moveTo>
                    <a:lnTo>
                      <a:pt x="176" y="16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284">
                <a:extLst>
                  <a:ext uri="{FF2B5EF4-FFF2-40B4-BE49-F238E27FC236}">
                    <a16:creationId xmlns:a16="http://schemas.microsoft.com/office/drawing/2014/main" id="{E976F3FE-071F-4261-9771-B73603A21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2" y="3464"/>
                <a:ext cx="68" cy="180"/>
              </a:xfrm>
              <a:custGeom>
                <a:avLst/>
                <a:gdLst>
                  <a:gd name="T0" fmla="*/ 68 w 68"/>
                  <a:gd name="T1" fmla="*/ 0 h 180"/>
                  <a:gd name="T2" fmla="*/ 0 w 68"/>
                  <a:gd name="T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8" h="180">
                    <a:moveTo>
                      <a:pt x="68" y="0"/>
                    </a:moveTo>
                    <a:lnTo>
                      <a:pt x="0" y="180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Freeform 285">
                <a:extLst>
                  <a:ext uri="{FF2B5EF4-FFF2-40B4-BE49-F238E27FC236}">
                    <a16:creationId xmlns:a16="http://schemas.microsoft.com/office/drawing/2014/main" id="{50452AD5-327C-4849-960A-D3F1624039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3108"/>
                <a:ext cx="152" cy="128"/>
              </a:xfrm>
              <a:custGeom>
                <a:avLst/>
                <a:gdLst>
                  <a:gd name="T0" fmla="*/ 0 w 152"/>
                  <a:gd name="T1" fmla="*/ 0 h 128"/>
                  <a:gd name="T2" fmla="*/ 152 w 152"/>
                  <a:gd name="T3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2" h="128">
                    <a:moveTo>
                      <a:pt x="0" y="0"/>
                    </a:moveTo>
                    <a:lnTo>
                      <a:pt x="152" y="128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Freeform 286">
                <a:extLst>
                  <a:ext uri="{FF2B5EF4-FFF2-40B4-BE49-F238E27FC236}">
                    <a16:creationId xmlns:a16="http://schemas.microsoft.com/office/drawing/2014/main" id="{74DDBE73-0E32-4934-BC2D-9EB11A3270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4" y="3112"/>
                <a:ext cx="144" cy="108"/>
              </a:xfrm>
              <a:custGeom>
                <a:avLst/>
                <a:gdLst>
                  <a:gd name="T0" fmla="*/ 144 w 144"/>
                  <a:gd name="T1" fmla="*/ 0 h 108"/>
                  <a:gd name="T2" fmla="*/ 0 w 144"/>
                  <a:gd name="T3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4" h="108">
                    <a:moveTo>
                      <a:pt x="144" y="0"/>
                    </a:moveTo>
                    <a:lnTo>
                      <a:pt x="0" y="108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287">
                <a:extLst>
                  <a:ext uri="{FF2B5EF4-FFF2-40B4-BE49-F238E27FC236}">
                    <a16:creationId xmlns:a16="http://schemas.microsoft.com/office/drawing/2014/main" id="{94FA5222-560C-46DA-A328-500BABF019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4" y="3404"/>
                <a:ext cx="216" cy="668"/>
              </a:xfrm>
              <a:custGeom>
                <a:avLst/>
                <a:gdLst>
                  <a:gd name="T0" fmla="*/ 0 w 216"/>
                  <a:gd name="T1" fmla="*/ 0 h 668"/>
                  <a:gd name="T2" fmla="*/ 216 w 216"/>
                  <a:gd name="T3" fmla="*/ 668 h 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6" h="668">
                    <a:moveTo>
                      <a:pt x="0" y="0"/>
                    </a:moveTo>
                    <a:lnTo>
                      <a:pt x="216" y="668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288">
                <a:extLst>
                  <a:ext uri="{FF2B5EF4-FFF2-40B4-BE49-F238E27FC236}">
                    <a16:creationId xmlns:a16="http://schemas.microsoft.com/office/drawing/2014/main" id="{ED6446F1-9A51-4104-A09C-84B58DBA8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6" y="4112"/>
                <a:ext cx="704" cy="1"/>
              </a:xfrm>
              <a:custGeom>
                <a:avLst/>
                <a:gdLst>
                  <a:gd name="T0" fmla="*/ 0 w 704"/>
                  <a:gd name="T1" fmla="*/ 0 h 1"/>
                  <a:gd name="T2" fmla="*/ 704 w 704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04" h="1">
                    <a:moveTo>
                      <a:pt x="0" y="0"/>
                    </a:moveTo>
                    <a:lnTo>
                      <a:pt x="704" y="0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289">
                <a:extLst>
                  <a:ext uri="{FF2B5EF4-FFF2-40B4-BE49-F238E27FC236}">
                    <a16:creationId xmlns:a16="http://schemas.microsoft.com/office/drawing/2014/main" id="{FBE0551E-6223-4D09-9DEF-BE368CCA3B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3396"/>
                <a:ext cx="212" cy="684"/>
              </a:xfrm>
              <a:custGeom>
                <a:avLst/>
                <a:gdLst>
                  <a:gd name="T0" fmla="*/ 212 w 212"/>
                  <a:gd name="T1" fmla="*/ 0 h 684"/>
                  <a:gd name="T2" fmla="*/ 0 w 212"/>
                  <a:gd name="T3" fmla="*/ 684 h 6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2" h="684">
                    <a:moveTo>
                      <a:pt x="212" y="0"/>
                    </a:moveTo>
                    <a:lnTo>
                      <a:pt x="0" y="684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290">
                <a:extLst>
                  <a:ext uri="{FF2B5EF4-FFF2-40B4-BE49-F238E27FC236}">
                    <a16:creationId xmlns:a16="http://schemas.microsoft.com/office/drawing/2014/main" id="{6321CECF-CCBF-4C2A-8EA9-506C5F16FF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2880"/>
                <a:ext cx="584" cy="424"/>
              </a:xfrm>
              <a:custGeom>
                <a:avLst/>
                <a:gdLst>
                  <a:gd name="T0" fmla="*/ 0 w 584"/>
                  <a:gd name="T1" fmla="*/ 0 h 424"/>
                  <a:gd name="T2" fmla="*/ 584 w 584"/>
                  <a:gd name="T3" fmla="*/ 424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84" h="424">
                    <a:moveTo>
                      <a:pt x="0" y="0"/>
                    </a:moveTo>
                    <a:lnTo>
                      <a:pt x="584" y="424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291">
                <a:extLst>
                  <a:ext uri="{FF2B5EF4-FFF2-40B4-BE49-F238E27FC236}">
                    <a16:creationId xmlns:a16="http://schemas.microsoft.com/office/drawing/2014/main" id="{307DB7DB-98BA-47BA-AD94-4DC31BEF1A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2880"/>
                <a:ext cx="580" cy="432"/>
              </a:xfrm>
              <a:custGeom>
                <a:avLst/>
                <a:gdLst>
                  <a:gd name="T0" fmla="*/ 580 w 580"/>
                  <a:gd name="T1" fmla="*/ 0 h 432"/>
                  <a:gd name="T2" fmla="*/ 0 w 580"/>
                  <a:gd name="T3" fmla="*/ 43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80" h="432">
                    <a:moveTo>
                      <a:pt x="580" y="0"/>
                    </a:moveTo>
                    <a:lnTo>
                      <a:pt x="0" y="432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292">
                <a:extLst>
                  <a:ext uri="{FF2B5EF4-FFF2-40B4-BE49-F238E27FC236}">
                    <a16:creationId xmlns:a16="http://schemas.microsoft.com/office/drawing/2014/main" id="{952CBB8A-A2DD-41F7-80CB-057D0CA39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8" y="3368"/>
                <a:ext cx="116" cy="40"/>
              </a:xfrm>
              <a:custGeom>
                <a:avLst/>
                <a:gdLst>
                  <a:gd name="T0" fmla="*/ 0 w 116"/>
                  <a:gd name="T1" fmla="*/ 0 h 40"/>
                  <a:gd name="T2" fmla="*/ 116 w 116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6" h="40">
                    <a:moveTo>
                      <a:pt x="0" y="0"/>
                    </a:moveTo>
                    <a:lnTo>
                      <a:pt x="116" y="40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293">
                <a:extLst>
                  <a:ext uri="{FF2B5EF4-FFF2-40B4-BE49-F238E27FC236}">
                    <a16:creationId xmlns:a16="http://schemas.microsoft.com/office/drawing/2014/main" id="{7B3BA332-BAD4-4E9B-AABA-0B3900BAE8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3360"/>
                <a:ext cx="132" cy="36"/>
              </a:xfrm>
              <a:custGeom>
                <a:avLst/>
                <a:gdLst>
                  <a:gd name="T0" fmla="*/ 0 w 132"/>
                  <a:gd name="T1" fmla="*/ 36 h 36"/>
                  <a:gd name="T2" fmla="*/ 132 w 132"/>
                  <a:gd name="T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2" h="36">
                    <a:moveTo>
                      <a:pt x="0" y="36"/>
                    </a:moveTo>
                    <a:lnTo>
                      <a:pt x="132" y="0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294">
                <a:extLst>
                  <a:ext uri="{FF2B5EF4-FFF2-40B4-BE49-F238E27FC236}">
                    <a16:creationId xmlns:a16="http://schemas.microsoft.com/office/drawing/2014/main" id="{B43339B8-4FD3-4F18-B542-6FA45DF35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2" y="3960"/>
                <a:ext cx="80" cy="112"/>
              </a:xfrm>
              <a:custGeom>
                <a:avLst/>
                <a:gdLst>
                  <a:gd name="T0" fmla="*/ 80 w 80"/>
                  <a:gd name="T1" fmla="*/ 0 h 112"/>
                  <a:gd name="T2" fmla="*/ 0 w 80"/>
                  <a:gd name="T3" fmla="*/ 112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0" h="112">
                    <a:moveTo>
                      <a:pt x="80" y="0"/>
                    </a:moveTo>
                    <a:lnTo>
                      <a:pt x="0" y="112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295">
                <a:extLst>
                  <a:ext uri="{FF2B5EF4-FFF2-40B4-BE49-F238E27FC236}">
                    <a16:creationId xmlns:a16="http://schemas.microsoft.com/office/drawing/2014/main" id="{7F0CA44E-E187-4A16-A96A-E520D860CA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3964"/>
                <a:ext cx="76" cy="108"/>
              </a:xfrm>
              <a:custGeom>
                <a:avLst/>
                <a:gdLst>
                  <a:gd name="T0" fmla="*/ 0 w 76"/>
                  <a:gd name="T1" fmla="*/ 0 h 108"/>
                  <a:gd name="T2" fmla="*/ 76 w 76"/>
                  <a:gd name="T3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6" h="108">
                    <a:moveTo>
                      <a:pt x="0" y="0"/>
                    </a:moveTo>
                    <a:lnTo>
                      <a:pt x="76" y="108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Oval 297">
                <a:extLst>
                  <a:ext uri="{FF2B5EF4-FFF2-40B4-BE49-F238E27FC236}">
                    <a16:creationId xmlns:a16="http://schemas.microsoft.com/office/drawing/2014/main" id="{2471B865-D1B0-44EE-9B83-A90BBBFCD4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3194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" name="Oval 298">
                <a:extLst>
                  <a:ext uri="{FF2B5EF4-FFF2-40B4-BE49-F238E27FC236}">
                    <a16:creationId xmlns:a16="http://schemas.microsoft.com/office/drawing/2014/main" id="{F8280514-5EA7-4008-AA38-31C6ACDF5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" y="3215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Oval 302">
                <a:extLst>
                  <a:ext uri="{FF2B5EF4-FFF2-40B4-BE49-F238E27FC236}">
                    <a16:creationId xmlns:a16="http://schemas.microsoft.com/office/drawing/2014/main" id="{5A066DCA-4123-41B5-95EE-C7E151C944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3638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Oval 303">
                <a:extLst>
                  <a:ext uri="{FF2B5EF4-FFF2-40B4-BE49-F238E27FC236}">
                    <a16:creationId xmlns:a16="http://schemas.microsoft.com/office/drawing/2014/main" id="{49AB0C8D-2805-4F9E-BE05-12D0E3FEB1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3" y="3633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Oval 305">
                <a:extLst>
                  <a:ext uri="{FF2B5EF4-FFF2-40B4-BE49-F238E27FC236}">
                    <a16:creationId xmlns:a16="http://schemas.microsoft.com/office/drawing/2014/main" id="{18834D3C-7BFB-42BD-8F69-FDCF6158B4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1" y="3885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Freeform 306">
                <a:extLst>
                  <a:ext uri="{FF2B5EF4-FFF2-40B4-BE49-F238E27FC236}">
                    <a16:creationId xmlns:a16="http://schemas.microsoft.com/office/drawing/2014/main" id="{CBFD9296-8B58-489F-9DE0-38E2229A40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0" y="3932"/>
                <a:ext cx="164" cy="20"/>
              </a:xfrm>
              <a:custGeom>
                <a:avLst/>
                <a:gdLst>
                  <a:gd name="T0" fmla="*/ 0 w 164"/>
                  <a:gd name="T1" fmla="*/ 20 h 20"/>
                  <a:gd name="T2" fmla="*/ 164 w 164"/>
                  <a:gd name="T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64" h="20">
                    <a:moveTo>
                      <a:pt x="0" y="20"/>
                    </a:moveTo>
                    <a:lnTo>
                      <a:pt x="164" y="0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Freeform 307">
                <a:extLst>
                  <a:ext uri="{FF2B5EF4-FFF2-40B4-BE49-F238E27FC236}">
                    <a16:creationId xmlns:a16="http://schemas.microsoft.com/office/drawing/2014/main" id="{0054E374-CDFA-45D2-8DA1-D1D925A61B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2" y="3280"/>
                <a:ext cx="140" cy="100"/>
              </a:xfrm>
              <a:custGeom>
                <a:avLst/>
                <a:gdLst>
                  <a:gd name="T0" fmla="*/ 140 w 140"/>
                  <a:gd name="T1" fmla="*/ 0 h 100"/>
                  <a:gd name="T2" fmla="*/ 0 w 140"/>
                  <a:gd name="T3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0" h="100">
                    <a:moveTo>
                      <a:pt x="140" y="0"/>
                    </a:moveTo>
                    <a:lnTo>
                      <a:pt x="0" y="100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308">
                <a:extLst>
                  <a:ext uri="{FF2B5EF4-FFF2-40B4-BE49-F238E27FC236}">
                    <a16:creationId xmlns:a16="http://schemas.microsoft.com/office/drawing/2014/main" id="{74700AEB-7DF6-458B-BD5F-67B90E4B4F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6" y="3296"/>
                <a:ext cx="136" cy="80"/>
              </a:xfrm>
              <a:custGeom>
                <a:avLst/>
                <a:gdLst>
                  <a:gd name="T0" fmla="*/ 0 w 136"/>
                  <a:gd name="T1" fmla="*/ 0 h 80"/>
                  <a:gd name="T2" fmla="*/ 136 w 136"/>
                  <a:gd name="T3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6" h="80">
                    <a:moveTo>
                      <a:pt x="0" y="0"/>
                    </a:moveTo>
                    <a:lnTo>
                      <a:pt x="136" y="80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309">
                <a:extLst>
                  <a:ext uri="{FF2B5EF4-FFF2-40B4-BE49-F238E27FC236}">
                    <a16:creationId xmlns:a16="http://schemas.microsoft.com/office/drawing/2014/main" id="{F9FCF297-CFFF-4B0B-805A-8A8588783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2" y="3736"/>
                <a:ext cx="52" cy="160"/>
              </a:xfrm>
              <a:custGeom>
                <a:avLst/>
                <a:gdLst>
                  <a:gd name="T0" fmla="*/ 0 w 52"/>
                  <a:gd name="T1" fmla="*/ 0 h 160"/>
                  <a:gd name="T2" fmla="*/ 52 w 52"/>
                  <a:gd name="T3" fmla="*/ 16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2" h="160">
                    <a:moveTo>
                      <a:pt x="0" y="0"/>
                    </a:moveTo>
                    <a:lnTo>
                      <a:pt x="52" y="160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310">
                <a:extLst>
                  <a:ext uri="{FF2B5EF4-FFF2-40B4-BE49-F238E27FC236}">
                    <a16:creationId xmlns:a16="http://schemas.microsoft.com/office/drawing/2014/main" id="{223B2B14-A55A-4B3C-B7C8-551F31EE0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0" y="3728"/>
                <a:ext cx="36" cy="176"/>
              </a:xfrm>
              <a:custGeom>
                <a:avLst/>
                <a:gdLst>
                  <a:gd name="T0" fmla="*/ 36 w 36"/>
                  <a:gd name="T1" fmla="*/ 0 h 176"/>
                  <a:gd name="T2" fmla="*/ 0 w 36"/>
                  <a:gd name="T3" fmla="*/ 176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" h="176">
                    <a:moveTo>
                      <a:pt x="36" y="0"/>
                    </a:moveTo>
                    <a:lnTo>
                      <a:pt x="0" y="176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Freeform 311">
                <a:extLst>
                  <a:ext uri="{FF2B5EF4-FFF2-40B4-BE49-F238E27FC236}">
                    <a16:creationId xmlns:a16="http://schemas.microsoft.com/office/drawing/2014/main" id="{EF088AE1-0F86-40BA-A4FD-0F313F8552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2928"/>
                <a:ext cx="1" cy="120"/>
              </a:xfrm>
              <a:custGeom>
                <a:avLst/>
                <a:gdLst>
                  <a:gd name="T0" fmla="*/ 0 w 1"/>
                  <a:gd name="T1" fmla="*/ 0 h 120"/>
                  <a:gd name="T2" fmla="*/ 0 w 1"/>
                  <a:gd name="T3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Freeform 312">
                <a:extLst>
                  <a:ext uri="{FF2B5EF4-FFF2-40B4-BE49-F238E27FC236}">
                    <a16:creationId xmlns:a16="http://schemas.microsoft.com/office/drawing/2014/main" id="{95791501-86F9-489F-BCC5-1C3B3CD6DF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0" y="3832"/>
                <a:ext cx="1" cy="56"/>
              </a:xfrm>
              <a:custGeom>
                <a:avLst/>
                <a:gdLst>
                  <a:gd name="T0" fmla="*/ 0 w 1"/>
                  <a:gd name="T1" fmla="*/ 0 h 56"/>
                  <a:gd name="T2" fmla="*/ 1 w 1"/>
                  <a:gd name="T3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56">
                    <a:moveTo>
                      <a:pt x="0" y="0"/>
                    </a:moveTo>
                    <a:lnTo>
                      <a:pt x="1" y="56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Freeform 313">
                <a:extLst>
                  <a:ext uri="{FF2B5EF4-FFF2-40B4-BE49-F238E27FC236}">
                    <a16:creationId xmlns:a16="http://schemas.microsoft.com/office/drawing/2014/main" id="{0B6C7F21-85CE-484F-830E-60D7DE3F2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" y="3652"/>
                <a:ext cx="64" cy="24"/>
              </a:xfrm>
              <a:custGeom>
                <a:avLst/>
                <a:gdLst>
                  <a:gd name="T0" fmla="*/ 0 w 64"/>
                  <a:gd name="T1" fmla="*/ 24 h 24"/>
                  <a:gd name="T2" fmla="*/ 64 w 64"/>
                  <a:gd name="T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4" h="24">
                    <a:moveTo>
                      <a:pt x="0" y="24"/>
                    </a:moveTo>
                    <a:lnTo>
                      <a:pt x="64" y="0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314">
                <a:extLst>
                  <a:ext uri="{FF2B5EF4-FFF2-40B4-BE49-F238E27FC236}">
                    <a16:creationId xmlns:a16="http://schemas.microsoft.com/office/drawing/2014/main" id="{066096D5-C13C-4E59-9141-9BDFE4659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6" y="3288"/>
                <a:ext cx="44" cy="56"/>
              </a:xfrm>
              <a:custGeom>
                <a:avLst/>
                <a:gdLst>
                  <a:gd name="T0" fmla="*/ 0 w 44"/>
                  <a:gd name="T1" fmla="*/ 0 h 56"/>
                  <a:gd name="T2" fmla="*/ 44 w 44"/>
                  <a:gd name="T3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4" h="56">
                    <a:moveTo>
                      <a:pt x="0" y="0"/>
                    </a:moveTo>
                    <a:lnTo>
                      <a:pt x="44" y="56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Freeform 315">
                <a:extLst>
                  <a:ext uri="{FF2B5EF4-FFF2-40B4-BE49-F238E27FC236}">
                    <a16:creationId xmlns:a16="http://schemas.microsoft.com/office/drawing/2014/main" id="{5E44C53E-3E05-4165-B072-308562904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6" y="3300"/>
                <a:ext cx="36" cy="48"/>
              </a:xfrm>
              <a:custGeom>
                <a:avLst/>
                <a:gdLst>
                  <a:gd name="T0" fmla="*/ 36 w 36"/>
                  <a:gd name="T1" fmla="*/ 0 h 48"/>
                  <a:gd name="T2" fmla="*/ 0 w 36"/>
                  <a:gd name="T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" h="48">
                    <a:moveTo>
                      <a:pt x="36" y="0"/>
                    </a:moveTo>
                    <a:lnTo>
                      <a:pt x="0" y="48"/>
                    </a:ln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Freeform 316">
                <a:extLst>
                  <a:ext uri="{FF2B5EF4-FFF2-40B4-BE49-F238E27FC236}">
                    <a16:creationId xmlns:a16="http://schemas.microsoft.com/office/drawing/2014/main" id="{B350C1DD-6DF3-4F99-9786-C429F660E3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652"/>
                <a:ext cx="48" cy="16"/>
              </a:xfrm>
              <a:custGeom>
                <a:avLst/>
                <a:gdLst>
                  <a:gd name="T0" fmla="*/ 0 w 48"/>
                  <a:gd name="T1" fmla="*/ 0 h 16"/>
                  <a:gd name="T2" fmla="*/ 48 w 48"/>
                  <a:gd name="T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8" h="16">
                    <a:moveTo>
                      <a:pt x="0" y="0"/>
                    </a:moveTo>
                    <a:lnTo>
                      <a:pt x="48" y="16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" name="Text Box 319">
              <a:extLst>
                <a:ext uri="{FF2B5EF4-FFF2-40B4-BE49-F238E27FC236}">
                  <a16:creationId xmlns:a16="http://schemas.microsoft.com/office/drawing/2014/main" id="{BE66872B-BA14-4346-947E-123695AE41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0" y="2788"/>
              <a:ext cx="1488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r>
                <a:rPr lang="zh-CN" altLang="en-US" sz="2000" b="0" dirty="0"/>
                <a:t>正十二面体的平面展开图及其哈密尔顿</a:t>
              </a:r>
              <a:r>
                <a:rPr lang="zh-CN" altLang="en-US" sz="2000" b="0" dirty="0">
                  <a:solidFill>
                    <a:srgbClr val="000000"/>
                  </a:solidFill>
                </a:rPr>
                <a:t>环</a:t>
              </a:r>
              <a:endParaRPr lang="zh-CN" altLang="en-US" sz="2000" b="0" dirty="0"/>
            </a:p>
            <a:p>
              <a:r>
                <a:rPr lang="zh-CN" altLang="en-US" sz="2000" b="0" dirty="0"/>
                <a:t>               </a:t>
              </a:r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5490958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779B513-25C5-4766-95D6-0D04CD168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898575"/>
            <a:ext cx="8569325" cy="2812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阶图，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每一对结点的度数之和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都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不小于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n–1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，那么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中有一条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哈密尔顿路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4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每一对不相邻的结点的度数之和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不小于</a:t>
            </a:r>
            <a:r>
              <a:rPr kumimoji="1" lang="en-US" altLang="zh-CN" sz="2400" b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，且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n≥3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，那么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为一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哈密尔顿图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51694" y="3986518"/>
            <a:ext cx="10941590" cy="21663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algn="just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类似的命题还有：</a:t>
            </a:r>
            <a:endParaRPr kumimoji="1" lang="en-US" altLang="zh-CN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algn="just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“若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的每一对结点的度数之和不小于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，且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n≥3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，那么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为一哈密尔顿图。”，</a:t>
            </a:r>
            <a:endParaRPr kumimoji="1" lang="en-US" altLang="zh-CN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algn="just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“若图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s-ES_tradnl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，且任意结点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度数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deg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(v)</a:t>
            </a:r>
            <a:r>
              <a:rPr kumimoji="1" lang="es-ES_tradnl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n/2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是哈密尔顿图。”</a:t>
            </a:r>
            <a:endParaRPr kumimoji="1" lang="en-US" altLang="zh-CN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algn="just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这些命题都可作为判定哈密尔顿图的充分条件，但并非必要条件。  </a:t>
            </a:r>
          </a:p>
        </p:txBody>
      </p:sp>
    </p:spTree>
    <p:extLst>
      <p:ext uri="{BB962C8B-B14F-4D97-AF65-F5344CB8AC3E}">
        <p14:creationId xmlns:p14="http://schemas.microsoft.com/office/powerpoint/2010/main" val="187334359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34" name="文本占位符 28674">
            <a:extLst>
              <a:ext uri="{FF2B5EF4-FFF2-40B4-BE49-F238E27FC236}">
                <a16:creationId xmlns:a16="http://schemas.microsoft.com/office/drawing/2014/main" id="{E901637C-0B61-4568-AD3D-AEF843D3DBC7}"/>
              </a:ext>
            </a:extLst>
          </p:cNvPr>
          <p:cNvSpPr txBox="1">
            <a:spLocks/>
          </p:cNvSpPr>
          <p:nvPr/>
        </p:nvSpPr>
        <p:spPr>
          <a:xfrm>
            <a:off x="1833489" y="809670"/>
            <a:ext cx="8229600" cy="646068"/>
          </a:xfrm>
          <a:prstGeom prst="rect">
            <a:avLst/>
          </a:prstGeom>
          <a:ln>
            <a:miter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2400" noProof="1">
                <a:solidFill>
                  <a:schemeClr val="accent2"/>
                </a:solidFill>
                <a:latin typeface="Microsoft YaHei" panose="020B0503020204020204" charset="-122"/>
                <a:ea typeface="Microsoft YaHei" panose="020B0503020204020204" charset="-122"/>
              </a:rPr>
              <a:t>判定定理</a:t>
            </a:r>
            <a:r>
              <a:rPr lang="en-US" altLang="zh-CN" sz="2400" noProof="1">
                <a:solidFill>
                  <a:schemeClr val="accent2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zh-CN" altLang="en-US" sz="2400" noProof="1">
                <a:solidFill>
                  <a:schemeClr val="accent2"/>
                </a:solidFill>
                <a:latin typeface="Microsoft YaHei" panose="020B0503020204020204" charset="-122"/>
                <a:ea typeface="Microsoft YaHei" panose="020B0503020204020204" charset="-122"/>
              </a:rPr>
              <a:t>的证明</a:t>
            </a:r>
            <a:endParaRPr lang="zh-CN" altLang="en-US" noProof="1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0" indent="0" fontAlgn="base">
              <a:lnSpc>
                <a:spcPct val="140000"/>
              </a:lnSpc>
              <a:buFont typeface="Arial" panose="020B0604020202020204" pitchFamily="34" charset="0"/>
              <a:buNone/>
            </a:pPr>
            <a:endParaRPr lang="zh-CN" altLang="en-US" sz="2000" noProof="1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88229" y="948038"/>
            <a:ext cx="7363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每一对结点的度数之和</a:t>
            </a:r>
            <a:r>
              <a:rPr kumimoji="1"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都</a:t>
            </a:r>
            <a:r>
              <a:rPr kumimoji="1" lang="zh-CN" altLang="en-US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不小于</a:t>
            </a:r>
            <a:r>
              <a:rPr kumimoji="1" lang="en-US" altLang="zh-CN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n–1</a:t>
            </a:r>
            <a:r>
              <a:rPr kumimoji="1"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，那么</a:t>
            </a:r>
            <a:r>
              <a:rPr kumimoji="1"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中有一条</a:t>
            </a:r>
            <a:r>
              <a:rPr kumimoji="1" lang="zh-CN" altLang="en-US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哈密尔顿路</a:t>
            </a:r>
            <a:r>
              <a:rPr kumimoji="1"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971714" y="1626266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证明思路：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384628" y="2005175"/>
            <a:ext cx="552587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04800" fontAlgn="base">
              <a:lnSpc>
                <a:spcPct val="150000"/>
              </a:lnSpc>
            </a:pP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）首先证明满足条件时，该图为连通图</a:t>
            </a:r>
            <a:r>
              <a:rPr lang="zh-CN" altLang="en-US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000" b="1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17486" y="2625952"/>
            <a:ext cx="70246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）任取图中一条路，反复扩充该路，直至所有结点加入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33489" y="3244334"/>
            <a:ext cx="63223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① 反复对当前</a:t>
            </a:r>
            <a:r>
              <a:rPr lang="zh-CN" altLang="en-US" dirty="0">
                <a:ea typeface="宋体" panose="02010600030101010101" pitchFamily="2" charset="-122"/>
                <a:cs typeface="Times New Roman" panose="02020603050405020304" pitchFamily="18" charset="0"/>
              </a:rPr>
              <a:t>路径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两端点加入和它们相邻且不在通路上的点；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459110" y="3741412"/>
            <a:ext cx="6904614" cy="876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fontAlgn="base">
              <a:lnSpc>
                <a:spcPct val="150000"/>
              </a:lnSpc>
            </a:pP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② 直至无</a:t>
            </a:r>
            <a:r>
              <a:rPr lang="zh-CN" altLang="en-US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路径</a:t>
            </a: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外结点与当前通路端点相邻时，证明当前该</a:t>
            </a:r>
            <a:r>
              <a:rPr lang="zh-CN" altLang="en-US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路径</a:t>
            </a: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上结点必存在环；</a:t>
            </a:r>
            <a:endParaRPr lang="zh-CN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74199" y="4708867"/>
            <a:ext cx="6096000" cy="4609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 fontAlgn="base">
              <a:lnSpc>
                <a:spcPct val="150000"/>
              </a:lnSpc>
            </a:pP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 破开环，加入新结点，构成新的路</a:t>
            </a:r>
            <a:r>
              <a:rPr lang="zh-CN" altLang="en-US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/>
          <p:cNvPicPr/>
          <p:nvPr/>
        </p:nvPicPr>
        <p:blipFill>
          <a:blip r:embed="rId4"/>
          <a:stretch>
            <a:fillRect/>
          </a:stretch>
        </p:blipFill>
        <p:spPr>
          <a:xfrm>
            <a:off x="7958056" y="3244334"/>
            <a:ext cx="4210066" cy="1468638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5"/>
          <a:stretch>
            <a:fillRect/>
          </a:stretch>
        </p:blipFill>
        <p:spPr>
          <a:xfrm>
            <a:off x="7940723" y="4795905"/>
            <a:ext cx="4287915" cy="1613773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474198" y="5311736"/>
            <a:ext cx="6681627" cy="876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fontAlgn="base">
              <a:lnSpc>
                <a:spcPct val="150000"/>
              </a:lnSpc>
            </a:pP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由结点的度数关系可知该过程一定成立。</a:t>
            </a:r>
            <a:r>
              <a:rPr lang="zh-CN" altLang="en-US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重复以上过程，</a:t>
            </a:r>
            <a:r>
              <a:rPr lang="zh-CN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直至加入图中所有结点。</a:t>
            </a:r>
            <a:endParaRPr lang="zh-CN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9206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779B513-25C5-4766-95D6-0D04CD168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1348" y="889720"/>
            <a:ext cx="9070705" cy="2812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设图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阶图，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1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每一对结点的度数之和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都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不小于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n–1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，那么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中有一条哈密尔顿路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18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的每一对不相邻的结点的度数之和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不小于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，且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n≥3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，那么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为一哈密尔顿图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Clr>
                <a:srgbClr val="6600FF"/>
              </a:buClr>
              <a:defRPr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类似的命题还有：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Clr>
                <a:srgbClr val="6600FF"/>
              </a:buClr>
              <a:defRPr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“若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的每一对结点的度数之和不小于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，且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n≥3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，那么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为一哈密尔顿图。”，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Clr>
                <a:srgbClr val="6600FF"/>
              </a:buClr>
              <a:defRPr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“若图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s-ES_tradnl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，且任意结点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度数</a:t>
            </a:r>
            <a:r>
              <a:rPr lang="en-US" altLang="zh-CN" sz="18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deg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(v)</a:t>
            </a:r>
            <a:r>
              <a:rPr lang="es-ES_tradnl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n/2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是哈密尔顿图。”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37296" y="3777578"/>
            <a:ext cx="9239869" cy="504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algn="just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defRPr/>
            </a:pPr>
            <a:r>
              <a:rPr kumimoji="1"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这些命题都可作为判定哈密尔顿图的充分条件，但并非必要条件。  </a:t>
            </a:r>
          </a:p>
        </p:txBody>
      </p:sp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6677847" y="4571167"/>
            <a:ext cx="1838325" cy="1739265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5"/>
          <a:stretch>
            <a:fillRect/>
          </a:stretch>
        </p:blipFill>
        <p:spPr>
          <a:xfrm>
            <a:off x="2113526" y="4357440"/>
            <a:ext cx="2396638" cy="203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85435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19" name="内容占位符 24578">
            <a:extLst>
              <a:ext uri="{FF2B5EF4-FFF2-40B4-BE49-F238E27FC236}">
                <a16:creationId xmlns:a16="http://schemas.microsoft.com/office/drawing/2014/main" id="{301D8186-C629-4F2D-9AE4-9B480B8F0395}"/>
              </a:ext>
            </a:extLst>
          </p:cNvPr>
          <p:cNvSpPr txBox="1">
            <a:spLocks/>
          </p:cNvSpPr>
          <p:nvPr/>
        </p:nvSpPr>
        <p:spPr>
          <a:xfrm>
            <a:off x="2181497" y="1166018"/>
            <a:ext cx="8229600" cy="452596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Microsoft YaHei" panose="020B0503020204020204" charset="-122"/>
                <a:ea typeface="Microsoft YaHei" panose="020B0503020204020204" charset="-122"/>
              </a:rPr>
              <a:t>哈密尔顿图性质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2000" b="1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若图G=(V，E) 具有哈密尔顿回路，则对于结点集V的每一个非空子集S均有</a:t>
            </a:r>
            <a:r>
              <a:rPr lang="el-GR" altLang="en-US" sz="2000" u="sng" dirty="0">
                <a:latin typeface="Microsoft YaHei" panose="020B0503020204020204" charset="-122"/>
                <a:ea typeface="Microsoft YaHei" panose="020B0503020204020204" charset="-122"/>
              </a:rPr>
              <a:t>ω</a:t>
            </a:r>
            <a:r>
              <a:rPr lang="zh-CN" altLang="en-US" sz="2000" u="sng" dirty="0">
                <a:latin typeface="Microsoft YaHei" panose="020B0503020204020204" charset="-122"/>
                <a:ea typeface="Microsoft YaHei" panose="020B0503020204020204" charset="-122"/>
              </a:rPr>
              <a:t>(G－S)≤|S|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成立。其中</a:t>
            </a:r>
            <a:r>
              <a:rPr lang="el-GR" altLang="en-US" sz="2000" dirty="0">
                <a:latin typeface="Microsoft YaHei" panose="020B0503020204020204" charset="-122"/>
                <a:ea typeface="Microsoft YaHei" panose="020B0503020204020204" charset="-122"/>
              </a:rPr>
              <a:t>ω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(G－S)是G－S中连通分支数。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20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Microsoft YaHei" panose="020B0503020204020204" charset="-122"/>
                <a:ea typeface="Microsoft YaHei" panose="020B0503020204020204" charset="-122"/>
              </a:rPr>
              <a:t>——哈密尔顿图的</a:t>
            </a:r>
            <a:r>
              <a:rPr lang="zh-CN" altLang="en-US" sz="2000" b="1" dirty="0">
                <a:solidFill>
                  <a:srgbClr val="006666"/>
                </a:solidFill>
                <a:latin typeface="Microsoft YaHei" panose="020B0503020204020204" charset="-122"/>
                <a:ea typeface="Microsoft YaHei" panose="020B0503020204020204" charset="-122"/>
              </a:rPr>
              <a:t>必要条件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Microsoft YaHei" panose="020B0503020204020204" charset="-122"/>
                <a:ea typeface="Microsoft YaHei" panose="020B0503020204020204" charset="-122"/>
              </a:rPr>
              <a:t>——也是判定</a:t>
            </a:r>
            <a:r>
              <a:rPr lang="zh-CN" altLang="en-US" sz="2000" b="1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非</a:t>
            </a:r>
            <a:r>
              <a:rPr lang="zh-CN" altLang="en-US" sz="2000" b="1" dirty="0">
                <a:solidFill>
                  <a:schemeClr val="accent2"/>
                </a:solidFill>
                <a:latin typeface="Microsoft YaHei" panose="020B0503020204020204" charset="-122"/>
                <a:ea typeface="Microsoft YaHei" panose="020B0503020204020204" charset="-122"/>
              </a:rPr>
              <a:t>哈密尔顿图的</a:t>
            </a:r>
            <a:r>
              <a:rPr lang="zh-CN" altLang="en-US" sz="2000" b="1" dirty="0">
                <a:solidFill>
                  <a:srgbClr val="006666"/>
                </a:solidFill>
                <a:latin typeface="Microsoft YaHei" panose="020B0503020204020204" charset="-122"/>
                <a:ea typeface="Microsoft YaHei" panose="020B0503020204020204" charset="-122"/>
              </a:rPr>
              <a:t>充分条件</a:t>
            </a:r>
          </a:p>
          <a:p>
            <a:pPr marL="0" indent="0"/>
            <a:endParaRPr lang="zh-CN" altLang="en-US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936421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658E22-EA70-470E-ACC9-FB52533D4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9090" y="1881142"/>
            <a:ext cx="7447915" cy="373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15686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32215CE2-9947-42FA-A279-186A84F4B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1060902"/>
            <a:ext cx="9015281" cy="547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是哈密顿图，则对于任意非空真子集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V(G)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，均有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ω(G-S)≤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｜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｜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其中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, ω(G-S)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为从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中去掉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中的结点及与这些结点关联的边后得到的图之分图数目。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上述定理同时提供了一个判定非哈密尔顿图的充分条件，因为对于割点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构成的子集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S={2}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ω(G-S)=2</a:t>
            </a:r>
            <a:r>
              <a:rPr kumimoji="1" lang="es-ES_tradnl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≥</a:t>
            </a:r>
            <a:r>
              <a:rPr kumimoji="1" lang="zh-CN" altLang="es-ES_tradnl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｜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｜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=1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。事实上有如下命题：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如果图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包含一割点，则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不是哈密尔顿图。  </a:t>
            </a:r>
          </a:p>
        </p:txBody>
      </p:sp>
    </p:spTree>
    <p:extLst>
      <p:ext uri="{BB962C8B-B14F-4D97-AF65-F5344CB8AC3E}">
        <p14:creationId xmlns:p14="http://schemas.microsoft.com/office/powerpoint/2010/main" val="174586273"/>
      </p:ext>
    </p:extLst>
  </p:cSld>
  <p:clrMapOvr>
    <a:masterClrMapping/>
  </p:clrMapOvr>
  <p:transition spd="slow" advTm="0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pSp>
        <p:nvGrpSpPr>
          <p:cNvPr id="6" name="Group 147">
            <a:extLst>
              <a:ext uri="{FF2B5EF4-FFF2-40B4-BE49-F238E27FC236}">
                <a16:creationId xmlns:a16="http://schemas.microsoft.com/office/drawing/2014/main" id="{9BA7893D-16C7-473C-9807-5A595315373E}"/>
              </a:ext>
            </a:extLst>
          </p:cNvPr>
          <p:cNvGrpSpPr>
            <a:grpSpLocks/>
          </p:cNvGrpSpPr>
          <p:nvPr/>
        </p:nvGrpSpPr>
        <p:grpSpPr bwMode="auto">
          <a:xfrm>
            <a:off x="1796143" y="1733550"/>
            <a:ext cx="7467600" cy="3295650"/>
            <a:chOff x="936" y="2160"/>
            <a:chExt cx="4704" cy="2076"/>
          </a:xfrm>
        </p:grpSpPr>
        <p:grpSp>
          <p:nvGrpSpPr>
            <p:cNvPr id="8" name="Group 85">
              <a:extLst>
                <a:ext uri="{FF2B5EF4-FFF2-40B4-BE49-F238E27FC236}">
                  <a16:creationId xmlns:a16="http://schemas.microsoft.com/office/drawing/2014/main" id="{3CBB61D6-2948-4BA0-B84D-24803D5E86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6" y="2160"/>
              <a:ext cx="2340" cy="2076"/>
              <a:chOff x="3360" y="1380"/>
              <a:chExt cx="2340" cy="2076"/>
            </a:xfrm>
          </p:grpSpPr>
          <p:sp>
            <p:nvSpPr>
              <p:cNvPr id="26" name="Text Box 86">
                <a:extLst>
                  <a:ext uri="{FF2B5EF4-FFF2-40B4-BE49-F238E27FC236}">
                    <a16:creationId xmlns:a16="http://schemas.microsoft.com/office/drawing/2014/main" id="{D9766959-773F-4F0F-AEA3-93F6F07610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3" y="3264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pPr algn="ctr"/>
                <a:r>
                  <a:rPr lang="zh-CN" altLang="en-US" sz="2000" b="0" dirty="0"/>
                  <a:t>(</a:t>
                </a:r>
                <a:r>
                  <a:rPr lang="en-US" altLang="zh-CN" sz="2000" b="0" dirty="0"/>
                  <a:t>a)</a:t>
                </a:r>
              </a:p>
            </p:txBody>
          </p:sp>
          <p:grpSp>
            <p:nvGrpSpPr>
              <p:cNvPr id="27" name="Group 87">
                <a:extLst>
                  <a:ext uri="{FF2B5EF4-FFF2-40B4-BE49-F238E27FC236}">
                    <a16:creationId xmlns:a16="http://schemas.microsoft.com/office/drawing/2014/main" id="{2AD84276-18E1-4B21-B2EB-85EFB87FCF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46" y="1586"/>
                <a:ext cx="1953" cy="1711"/>
                <a:chOff x="3546" y="1586"/>
                <a:chExt cx="1953" cy="1711"/>
              </a:xfrm>
            </p:grpSpPr>
            <p:sp>
              <p:nvSpPr>
                <p:cNvPr id="37" name="Oval 88">
                  <a:extLst>
                    <a:ext uri="{FF2B5EF4-FFF2-40B4-BE49-F238E27FC236}">
                      <a16:creationId xmlns:a16="http://schemas.microsoft.com/office/drawing/2014/main" id="{7571AC8A-2F25-482B-B63F-066A79017E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73" y="3005"/>
                  <a:ext cx="91" cy="91"/>
                </a:xfrm>
                <a:prstGeom prst="ellipse">
                  <a:avLst/>
                </a:prstGeom>
                <a:solidFill>
                  <a:schemeClr val="accent2"/>
                </a:solidFill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" name="Oval 89">
                  <a:extLst>
                    <a:ext uri="{FF2B5EF4-FFF2-40B4-BE49-F238E27FC236}">
                      <a16:creationId xmlns:a16="http://schemas.microsoft.com/office/drawing/2014/main" id="{3A71E93C-3EC1-4E7A-94F8-4974D7CA92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79" y="1989"/>
                  <a:ext cx="91" cy="91"/>
                </a:xfrm>
                <a:prstGeom prst="ellipse">
                  <a:avLst/>
                </a:prstGeom>
                <a:solidFill>
                  <a:schemeClr val="accent2"/>
                </a:solidFill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Oval 90">
                  <a:extLst>
                    <a:ext uri="{FF2B5EF4-FFF2-40B4-BE49-F238E27FC236}">
                      <a16:creationId xmlns:a16="http://schemas.microsoft.com/office/drawing/2014/main" id="{76A3C4F2-8AB7-41DF-9924-BD5CD6A357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0" y="3005"/>
                  <a:ext cx="91" cy="91"/>
                </a:xfrm>
                <a:prstGeom prst="ellipse">
                  <a:avLst/>
                </a:prstGeom>
                <a:solidFill>
                  <a:schemeClr val="accent2"/>
                </a:solidFill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Oval 91">
                  <a:extLst>
                    <a:ext uri="{FF2B5EF4-FFF2-40B4-BE49-F238E27FC236}">
                      <a16:creationId xmlns:a16="http://schemas.microsoft.com/office/drawing/2014/main" id="{3B3D86C1-2576-4B7F-ABF6-8B869E2278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72" y="2837"/>
                  <a:ext cx="91" cy="91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Oval 92">
                  <a:extLst>
                    <a:ext uri="{FF2B5EF4-FFF2-40B4-BE49-F238E27FC236}">
                      <a16:creationId xmlns:a16="http://schemas.microsoft.com/office/drawing/2014/main" id="{25B3C609-727F-424B-AFED-D28ABD8A24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1" y="2840"/>
                  <a:ext cx="91" cy="91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Oval 93">
                  <a:extLst>
                    <a:ext uri="{FF2B5EF4-FFF2-40B4-BE49-F238E27FC236}">
                      <a16:creationId xmlns:a16="http://schemas.microsoft.com/office/drawing/2014/main" id="{530DD966-1F13-4783-B4D2-761ADA0CC3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78" y="2331"/>
                  <a:ext cx="91" cy="91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" name="Oval 94">
                  <a:extLst>
                    <a:ext uri="{FF2B5EF4-FFF2-40B4-BE49-F238E27FC236}">
                      <a16:creationId xmlns:a16="http://schemas.microsoft.com/office/drawing/2014/main" id="{8B138935-3682-45FE-885F-0E5EC4C494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08" y="3200"/>
                  <a:ext cx="91" cy="91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" name="Oval 95">
                  <a:extLst>
                    <a:ext uri="{FF2B5EF4-FFF2-40B4-BE49-F238E27FC236}">
                      <a16:creationId xmlns:a16="http://schemas.microsoft.com/office/drawing/2014/main" id="{2D375AE7-F733-4F5C-9132-DC1B787C58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46" y="3206"/>
                  <a:ext cx="91" cy="91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" name="Oval 96">
                  <a:extLst>
                    <a:ext uri="{FF2B5EF4-FFF2-40B4-BE49-F238E27FC236}">
                      <a16:creationId xmlns:a16="http://schemas.microsoft.com/office/drawing/2014/main" id="{025EBF0F-EEB6-4C0C-AD1D-CF5424609E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78" y="1586"/>
                  <a:ext cx="91" cy="91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97">
                  <a:extLst>
                    <a:ext uri="{FF2B5EF4-FFF2-40B4-BE49-F238E27FC236}">
                      <a16:creationId xmlns:a16="http://schemas.microsoft.com/office/drawing/2014/main" id="{8FD75377-3AB5-4B3B-AC8A-E22EECE4B0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45" y="2412"/>
                  <a:ext cx="249" cy="435"/>
                </a:xfrm>
                <a:custGeom>
                  <a:avLst/>
                  <a:gdLst>
                    <a:gd name="T0" fmla="*/ 249 w 249"/>
                    <a:gd name="T1" fmla="*/ 0 h 435"/>
                    <a:gd name="T2" fmla="*/ 0 w 249"/>
                    <a:gd name="T3" fmla="*/ 435 h 4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49" h="435">
                      <a:moveTo>
                        <a:pt x="249" y="0"/>
                      </a:moveTo>
                      <a:lnTo>
                        <a:pt x="0" y="435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" name="Freeform 98">
                  <a:extLst>
                    <a:ext uri="{FF2B5EF4-FFF2-40B4-BE49-F238E27FC236}">
                      <a16:creationId xmlns:a16="http://schemas.microsoft.com/office/drawing/2014/main" id="{FF956DF1-C05A-49A8-A312-418CC84F9B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57" y="2418"/>
                  <a:ext cx="237" cy="426"/>
                </a:xfrm>
                <a:custGeom>
                  <a:avLst/>
                  <a:gdLst>
                    <a:gd name="T0" fmla="*/ 0 w 237"/>
                    <a:gd name="T1" fmla="*/ 0 h 426"/>
                    <a:gd name="T2" fmla="*/ 237 w 237"/>
                    <a:gd name="T3" fmla="*/ 426 h 4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37" h="426">
                      <a:moveTo>
                        <a:pt x="0" y="0"/>
                      </a:moveTo>
                      <a:lnTo>
                        <a:pt x="237" y="426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" name="Freeform 99">
                  <a:extLst>
                    <a:ext uri="{FF2B5EF4-FFF2-40B4-BE49-F238E27FC236}">
                      <a16:creationId xmlns:a16="http://schemas.microsoft.com/office/drawing/2014/main" id="{ADA5FFE4-8424-4A01-8C4B-BBCA5B529B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75" y="2889"/>
                  <a:ext cx="498" cy="1"/>
                </a:xfrm>
                <a:custGeom>
                  <a:avLst/>
                  <a:gdLst>
                    <a:gd name="T0" fmla="*/ 0 w 498"/>
                    <a:gd name="T1" fmla="*/ 0 h 1"/>
                    <a:gd name="T2" fmla="*/ 498 w 498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98" h="1">
                      <a:moveTo>
                        <a:pt x="0" y="0"/>
                      </a:moveTo>
                      <a:lnTo>
                        <a:pt x="498" y="0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" name="Freeform 100">
                  <a:extLst>
                    <a:ext uri="{FF2B5EF4-FFF2-40B4-BE49-F238E27FC236}">
                      <a16:creationId xmlns:a16="http://schemas.microsoft.com/office/drawing/2014/main" id="{83F8589D-E9D6-4966-9A3E-FF9E1E6832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42" y="2064"/>
                  <a:ext cx="543" cy="945"/>
                </a:xfrm>
                <a:custGeom>
                  <a:avLst/>
                  <a:gdLst>
                    <a:gd name="T0" fmla="*/ 543 w 543"/>
                    <a:gd name="T1" fmla="*/ 0 h 945"/>
                    <a:gd name="T2" fmla="*/ 0 w 543"/>
                    <a:gd name="T3" fmla="*/ 945 h 9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43" h="945">
                      <a:moveTo>
                        <a:pt x="543" y="0"/>
                      </a:moveTo>
                      <a:lnTo>
                        <a:pt x="0" y="945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" name="Freeform 101">
                  <a:extLst>
                    <a:ext uri="{FF2B5EF4-FFF2-40B4-BE49-F238E27FC236}">
                      <a16:creationId xmlns:a16="http://schemas.microsoft.com/office/drawing/2014/main" id="{168FE611-7284-42EE-9315-F2CFDE77A1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8" y="3072"/>
                  <a:ext cx="1095" cy="1"/>
                </a:xfrm>
                <a:custGeom>
                  <a:avLst/>
                  <a:gdLst>
                    <a:gd name="T0" fmla="*/ 0 w 1095"/>
                    <a:gd name="T1" fmla="*/ 0 h 1"/>
                    <a:gd name="T2" fmla="*/ 1095 w 1095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095" h="1">
                      <a:moveTo>
                        <a:pt x="0" y="0"/>
                      </a:moveTo>
                      <a:lnTo>
                        <a:pt x="1095" y="0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Freeform 102">
                  <a:extLst>
                    <a:ext uri="{FF2B5EF4-FFF2-40B4-BE49-F238E27FC236}">
                      <a16:creationId xmlns:a16="http://schemas.microsoft.com/office/drawing/2014/main" id="{F7383AAE-51D3-40BF-A175-2B85031FFC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0" y="2064"/>
                  <a:ext cx="555" cy="945"/>
                </a:xfrm>
                <a:custGeom>
                  <a:avLst/>
                  <a:gdLst>
                    <a:gd name="T0" fmla="*/ 0 w 555"/>
                    <a:gd name="T1" fmla="*/ 0 h 945"/>
                    <a:gd name="T2" fmla="*/ 555 w 555"/>
                    <a:gd name="T3" fmla="*/ 945 h 9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55" h="945">
                      <a:moveTo>
                        <a:pt x="0" y="0"/>
                      </a:moveTo>
                      <a:lnTo>
                        <a:pt x="555" y="945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03">
                  <a:extLst>
                    <a:ext uri="{FF2B5EF4-FFF2-40B4-BE49-F238E27FC236}">
                      <a16:creationId xmlns:a16="http://schemas.microsoft.com/office/drawing/2014/main" id="{F0DD6123-A378-4EE5-B369-D7F8130141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3" y="2382"/>
                  <a:ext cx="516" cy="636"/>
                </a:xfrm>
                <a:custGeom>
                  <a:avLst/>
                  <a:gdLst>
                    <a:gd name="T0" fmla="*/ 516 w 516"/>
                    <a:gd name="T1" fmla="*/ 0 h 636"/>
                    <a:gd name="T2" fmla="*/ 0 w 516"/>
                    <a:gd name="T3" fmla="*/ 636 h 6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16" h="636">
                      <a:moveTo>
                        <a:pt x="516" y="0"/>
                      </a:moveTo>
                      <a:lnTo>
                        <a:pt x="0" y="636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4">
                  <a:extLst>
                    <a:ext uri="{FF2B5EF4-FFF2-40B4-BE49-F238E27FC236}">
                      <a16:creationId xmlns:a16="http://schemas.microsoft.com/office/drawing/2014/main" id="{5363FD28-DB36-4FAB-ABB6-130BBC9FDA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9" y="2079"/>
                  <a:ext cx="294" cy="768"/>
                </a:xfrm>
                <a:custGeom>
                  <a:avLst/>
                  <a:gdLst>
                    <a:gd name="T0" fmla="*/ 294 w 294"/>
                    <a:gd name="T1" fmla="*/ 0 h 768"/>
                    <a:gd name="T2" fmla="*/ 0 w 294"/>
                    <a:gd name="T3" fmla="*/ 768 h 7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94" h="768">
                      <a:moveTo>
                        <a:pt x="294" y="0"/>
                      </a:moveTo>
                      <a:lnTo>
                        <a:pt x="0" y="768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5">
                  <a:extLst>
                    <a:ext uri="{FF2B5EF4-FFF2-40B4-BE49-F238E27FC236}">
                      <a16:creationId xmlns:a16="http://schemas.microsoft.com/office/drawing/2014/main" id="{66F672BD-C68C-4AD3-A9FA-9B64AA0D8F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6" y="2040"/>
                  <a:ext cx="900" cy="1176"/>
                </a:xfrm>
                <a:custGeom>
                  <a:avLst/>
                  <a:gdLst>
                    <a:gd name="T0" fmla="*/ 900 w 900"/>
                    <a:gd name="T1" fmla="*/ 0 h 1176"/>
                    <a:gd name="T2" fmla="*/ 0 w 900"/>
                    <a:gd name="T3" fmla="*/ 1176 h 11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00" h="1176">
                      <a:moveTo>
                        <a:pt x="900" y="0"/>
                      </a:moveTo>
                      <a:lnTo>
                        <a:pt x="0" y="1176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" name="Freeform 106">
                  <a:extLst>
                    <a:ext uri="{FF2B5EF4-FFF2-40B4-BE49-F238E27FC236}">
                      <a16:creationId xmlns:a16="http://schemas.microsoft.com/office/drawing/2014/main" id="{344E986E-6CC7-4AF0-A0FD-F34A0D10BA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54" y="2922"/>
                  <a:ext cx="816" cy="129"/>
                </a:xfrm>
                <a:custGeom>
                  <a:avLst/>
                  <a:gdLst>
                    <a:gd name="T0" fmla="*/ 0 w 816"/>
                    <a:gd name="T1" fmla="*/ 0 h 129"/>
                    <a:gd name="T2" fmla="*/ 816 w 816"/>
                    <a:gd name="T3" fmla="*/ 129 h 1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816" h="129">
                      <a:moveTo>
                        <a:pt x="0" y="0"/>
                      </a:moveTo>
                      <a:lnTo>
                        <a:pt x="816" y="129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" name="Freeform 107">
                  <a:extLst>
                    <a:ext uri="{FF2B5EF4-FFF2-40B4-BE49-F238E27FC236}">
                      <a16:creationId xmlns:a16="http://schemas.microsoft.com/office/drawing/2014/main" id="{6A290439-5195-4D6A-83EC-0C4FD37D4C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4" y="2919"/>
                  <a:ext cx="816" cy="132"/>
                </a:xfrm>
                <a:custGeom>
                  <a:avLst/>
                  <a:gdLst>
                    <a:gd name="T0" fmla="*/ 816 w 816"/>
                    <a:gd name="T1" fmla="*/ 9 h 132"/>
                    <a:gd name="T2" fmla="*/ 804 w 816"/>
                    <a:gd name="T3" fmla="*/ 0 h 132"/>
                    <a:gd name="T4" fmla="*/ 0 w 816"/>
                    <a:gd name="T5" fmla="*/ 132 h 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16" h="132">
                      <a:moveTo>
                        <a:pt x="816" y="9"/>
                      </a:moveTo>
                      <a:lnTo>
                        <a:pt x="804" y="0"/>
                      </a:lnTo>
                      <a:lnTo>
                        <a:pt x="0" y="132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" name="Freeform 108">
                  <a:extLst>
                    <a:ext uri="{FF2B5EF4-FFF2-40B4-BE49-F238E27FC236}">
                      <a16:creationId xmlns:a16="http://schemas.microsoft.com/office/drawing/2014/main" id="{FDF8EDE5-00BA-4FDF-8D71-D67661150A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3" y="3090"/>
                  <a:ext cx="1467" cy="192"/>
                </a:xfrm>
                <a:custGeom>
                  <a:avLst/>
                  <a:gdLst>
                    <a:gd name="T0" fmla="*/ 0 w 1467"/>
                    <a:gd name="T1" fmla="*/ 0 h 192"/>
                    <a:gd name="T2" fmla="*/ 1467 w 1467"/>
                    <a:gd name="T3" fmla="*/ 192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467" h="192">
                      <a:moveTo>
                        <a:pt x="0" y="0"/>
                      </a:moveTo>
                      <a:lnTo>
                        <a:pt x="1467" y="192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" name="Freeform 109">
                  <a:extLst>
                    <a:ext uri="{FF2B5EF4-FFF2-40B4-BE49-F238E27FC236}">
                      <a16:creationId xmlns:a16="http://schemas.microsoft.com/office/drawing/2014/main" id="{21F93F22-03DD-4914-8C93-BC22ED3A2B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8" y="3090"/>
                  <a:ext cx="1479" cy="198"/>
                </a:xfrm>
                <a:custGeom>
                  <a:avLst/>
                  <a:gdLst>
                    <a:gd name="T0" fmla="*/ 1479 w 1479"/>
                    <a:gd name="T1" fmla="*/ 0 h 198"/>
                    <a:gd name="T2" fmla="*/ 0 w 1479"/>
                    <a:gd name="T3" fmla="*/ 198 h 1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479" h="198">
                      <a:moveTo>
                        <a:pt x="1479" y="0"/>
                      </a:moveTo>
                      <a:lnTo>
                        <a:pt x="0" y="198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" name="Freeform 110">
                  <a:extLst>
                    <a:ext uri="{FF2B5EF4-FFF2-40B4-BE49-F238E27FC236}">
                      <a16:creationId xmlns:a16="http://schemas.microsoft.com/office/drawing/2014/main" id="{04CE91D3-D8D0-4394-8A11-241BCACDEB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2" y="2385"/>
                  <a:ext cx="516" cy="627"/>
                </a:xfrm>
                <a:custGeom>
                  <a:avLst/>
                  <a:gdLst>
                    <a:gd name="T0" fmla="*/ 0 w 516"/>
                    <a:gd name="T1" fmla="*/ 0 h 627"/>
                    <a:gd name="T2" fmla="*/ 516 w 516"/>
                    <a:gd name="T3" fmla="*/ 627 h 6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16" h="627">
                      <a:moveTo>
                        <a:pt x="0" y="0"/>
                      </a:moveTo>
                      <a:lnTo>
                        <a:pt x="516" y="627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" name="Freeform 111">
                  <a:extLst>
                    <a:ext uri="{FF2B5EF4-FFF2-40B4-BE49-F238E27FC236}">
                      <a16:creationId xmlns:a16="http://schemas.microsoft.com/office/drawing/2014/main" id="{BFA8612E-1AB6-4E52-9850-5F89A08EA9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2" y="1641"/>
                  <a:ext cx="567" cy="1368"/>
                </a:xfrm>
                <a:custGeom>
                  <a:avLst/>
                  <a:gdLst>
                    <a:gd name="T0" fmla="*/ 0 w 567"/>
                    <a:gd name="T1" fmla="*/ 0 h 1368"/>
                    <a:gd name="T2" fmla="*/ 567 w 567"/>
                    <a:gd name="T3" fmla="*/ 1368 h 1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67" h="1368">
                      <a:moveTo>
                        <a:pt x="0" y="0"/>
                      </a:moveTo>
                      <a:lnTo>
                        <a:pt x="567" y="1368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12">
                  <a:extLst>
                    <a:ext uri="{FF2B5EF4-FFF2-40B4-BE49-F238E27FC236}">
                      <a16:creationId xmlns:a16="http://schemas.microsoft.com/office/drawing/2014/main" id="{C5D36AFA-8E2B-4768-BA68-4FF262CC1F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21" y="1638"/>
                  <a:ext cx="561" cy="1371"/>
                </a:xfrm>
                <a:custGeom>
                  <a:avLst/>
                  <a:gdLst>
                    <a:gd name="T0" fmla="*/ 561 w 561"/>
                    <a:gd name="T1" fmla="*/ 0 h 1371"/>
                    <a:gd name="T2" fmla="*/ 0 w 561"/>
                    <a:gd name="T3" fmla="*/ 1371 h 1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61" h="1371">
                      <a:moveTo>
                        <a:pt x="561" y="0"/>
                      </a:moveTo>
                      <a:lnTo>
                        <a:pt x="0" y="1371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" name="Freeform 113">
                  <a:extLst>
                    <a:ext uri="{FF2B5EF4-FFF2-40B4-BE49-F238E27FC236}">
                      <a16:creationId xmlns:a16="http://schemas.microsoft.com/office/drawing/2014/main" id="{55E384BB-FF24-4ED5-9D61-200436096F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6" y="2034"/>
                  <a:ext cx="912" cy="1179"/>
                </a:xfrm>
                <a:custGeom>
                  <a:avLst/>
                  <a:gdLst>
                    <a:gd name="T0" fmla="*/ 0 w 912"/>
                    <a:gd name="T1" fmla="*/ 0 h 1179"/>
                    <a:gd name="T2" fmla="*/ 912 w 912"/>
                    <a:gd name="T3" fmla="*/ 1179 h 1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12" h="1179">
                      <a:moveTo>
                        <a:pt x="0" y="0"/>
                      </a:moveTo>
                      <a:lnTo>
                        <a:pt x="912" y="1179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" name="Freeform 114">
                  <a:extLst>
                    <a:ext uri="{FF2B5EF4-FFF2-40B4-BE49-F238E27FC236}">
                      <a16:creationId xmlns:a16="http://schemas.microsoft.com/office/drawing/2014/main" id="{145AC6EE-6C43-409E-B196-20B64ADC53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45" y="2079"/>
                  <a:ext cx="285" cy="765"/>
                </a:xfrm>
                <a:custGeom>
                  <a:avLst/>
                  <a:gdLst>
                    <a:gd name="T0" fmla="*/ 0 w 285"/>
                    <a:gd name="T1" fmla="*/ 0 h 765"/>
                    <a:gd name="T2" fmla="*/ 285 w 285"/>
                    <a:gd name="T3" fmla="*/ 765 h 7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85" h="765">
                      <a:moveTo>
                        <a:pt x="0" y="0"/>
                      </a:moveTo>
                      <a:lnTo>
                        <a:pt x="285" y="765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" name="Freeform 115">
                  <a:extLst>
                    <a:ext uri="{FF2B5EF4-FFF2-40B4-BE49-F238E27FC236}">
                      <a16:creationId xmlns:a16="http://schemas.microsoft.com/office/drawing/2014/main" id="{B1EEC199-16A8-43DC-B703-72159E7D8B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33" y="3075"/>
                  <a:ext cx="255" cy="156"/>
                </a:xfrm>
                <a:custGeom>
                  <a:avLst/>
                  <a:gdLst>
                    <a:gd name="T0" fmla="*/ 255 w 255"/>
                    <a:gd name="T1" fmla="*/ 0 h 156"/>
                    <a:gd name="T2" fmla="*/ 0 w 255"/>
                    <a:gd name="T3" fmla="*/ 156 h 1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55" h="156">
                      <a:moveTo>
                        <a:pt x="255" y="0"/>
                      </a:moveTo>
                      <a:lnTo>
                        <a:pt x="0" y="156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16">
                  <a:extLst>
                    <a:ext uri="{FF2B5EF4-FFF2-40B4-BE49-F238E27FC236}">
                      <a16:creationId xmlns:a16="http://schemas.microsoft.com/office/drawing/2014/main" id="{F04D160C-5129-4B7C-A984-3D08E2C2C1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1" y="2910"/>
                  <a:ext cx="207" cy="120"/>
                </a:xfrm>
                <a:custGeom>
                  <a:avLst/>
                  <a:gdLst>
                    <a:gd name="T0" fmla="*/ 207 w 207"/>
                    <a:gd name="T1" fmla="*/ 0 h 120"/>
                    <a:gd name="T2" fmla="*/ 0 w 207"/>
                    <a:gd name="T3" fmla="*/ 120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07" h="120">
                      <a:moveTo>
                        <a:pt x="207" y="0"/>
                      </a:moveTo>
                      <a:lnTo>
                        <a:pt x="0" y="120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" name="Freeform 117">
                  <a:extLst>
                    <a:ext uri="{FF2B5EF4-FFF2-40B4-BE49-F238E27FC236}">
                      <a16:creationId xmlns:a16="http://schemas.microsoft.com/office/drawing/2014/main" id="{7600CFC6-A534-464C-B9E1-5EA3B7CBAE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57" y="3078"/>
                  <a:ext cx="258" cy="150"/>
                </a:xfrm>
                <a:custGeom>
                  <a:avLst/>
                  <a:gdLst>
                    <a:gd name="T0" fmla="*/ 0 w 258"/>
                    <a:gd name="T1" fmla="*/ 0 h 150"/>
                    <a:gd name="T2" fmla="*/ 258 w 258"/>
                    <a:gd name="T3" fmla="*/ 150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58" h="150">
                      <a:moveTo>
                        <a:pt x="0" y="0"/>
                      </a:moveTo>
                      <a:lnTo>
                        <a:pt x="258" y="150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" name="Freeform 118">
                  <a:extLst>
                    <a:ext uri="{FF2B5EF4-FFF2-40B4-BE49-F238E27FC236}">
                      <a16:creationId xmlns:a16="http://schemas.microsoft.com/office/drawing/2014/main" id="{7B541BAE-9E41-4B57-B888-61D000B245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9" y="2907"/>
                  <a:ext cx="213" cy="126"/>
                </a:xfrm>
                <a:custGeom>
                  <a:avLst/>
                  <a:gdLst>
                    <a:gd name="T0" fmla="*/ 0 w 213"/>
                    <a:gd name="T1" fmla="*/ 0 h 126"/>
                    <a:gd name="T2" fmla="*/ 213 w 213"/>
                    <a:gd name="T3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13" h="126">
                      <a:moveTo>
                        <a:pt x="0" y="0"/>
                      </a:moveTo>
                      <a:lnTo>
                        <a:pt x="213" y="126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" name="Freeform 119">
                  <a:extLst>
                    <a:ext uri="{FF2B5EF4-FFF2-40B4-BE49-F238E27FC236}">
                      <a16:creationId xmlns:a16="http://schemas.microsoft.com/office/drawing/2014/main" id="{BD92BD67-23B8-4541-89B5-3551F91B68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4" y="2085"/>
                  <a:ext cx="1" cy="249"/>
                </a:xfrm>
                <a:custGeom>
                  <a:avLst/>
                  <a:gdLst>
                    <a:gd name="T0" fmla="*/ 0 w 1"/>
                    <a:gd name="T1" fmla="*/ 0 h 249"/>
                    <a:gd name="T2" fmla="*/ 0 w 1"/>
                    <a:gd name="T3" fmla="*/ 249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49">
                      <a:moveTo>
                        <a:pt x="0" y="0"/>
                      </a:moveTo>
                      <a:lnTo>
                        <a:pt x="0" y="249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0">
                  <a:extLst>
                    <a:ext uri="{FF2B5EF4-FFF2-40B4-BE49-F238E27FC236}">
                      <a16:creationId xmlns:a16="http://schemas.microsoft.com/office/drawing/2014/main" id="{D9B0D8E9-E0CC-4FA1-872C-CEC6AB08EF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4" y="1680"/>
                  <a:ext cx="1" cy="309"/>
                </a:xfrm>
                <a:custGeom>
                  <a:avLst/>
                  <a:gdLst>
                    <a:gd name="T0" fmla="*/ 0 w 1"/>
                    <a:gd name="T1" fmla="*/ 0 h 309"/>
                    <a:gd name="T2" fmla="*/ 0 w 1"/>
                    <a:gd name="T3" fmla="*/ 309 h 3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09">
                      <a:moveTo>
                        <a:pt x="0" y="0"/>
                      </a:moveTo>
                      <a:lnTo>
                        <a:pt x="0" y="309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" name="Text Box 121">
                <a:extLst>
                  <a:ext uri="{FF2B5EF4-FFF2-40B4-BE49-F238E27FC236}">
                    <a16:creationId xmlns:a16="http://schemas.microsoft.com/office/drawing/2014/main" id="{D3717CC2-9CAF-4C56-A550-C7F3E126BF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2" y="1380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pPr algn="ctr"/>
                <a:r>
                  <a:rPr lang="en-US" altLang="zh-CN" sz="2000" b="0" i="1"/>
                  <a:t>v</a:t>
                </a:r>
                <a:r>
                  <a:rPr lang="en-US" altLang="zh-CN" sz="2000" b="0" baseline="-25000"/>
                  <a:t>1</a:t>
                </a:r>
                <a:endParaRPr lang="en-US" altLang="zh-CN" sz="2000" b="0"/>
              </a:p>
            </p:txBody>
          </p:sp>
          <p:sp>
            <p:nvSpPr>
              <p:cNvPr id="29" name="Text Box 122">
                <a:extLst>
                  <a:ext uri="{FF2B5EF4-FFF2-40B4-BE49-F238E27FC236}">
                    <a16:creationId xmlns:a16="http://schemas.microsoft.com/office/drawing/2014/main" id="{289DB960-9484-4397-A8CE-4F8F8DE174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3144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pPr algn="ctr"/>
                <a:r>
                  <a:rPr lang="en-US" altLang="zh-CN" sz="2000" b="0" i="1"/>
                  <a:t>v</a:t>
                </a:r>
                <a:r>
                  <a:rPr lang="en-US" altLang="zh-CN" sz="2000" b="0" baseline="-25000"/>
                  <a:t>2</a:t>
                </a:r>
                <a:endParaRPr lang="en-US" altLang="zh-CN" sz="2000" b="0"/>
              </a:p>
            </p:txBody>
          </p:sp>
          <p:sp>
            <p:nvSpPr>
              <p:cNvPr id="30" name="Text Box 123">
                <a:extLst>
                  <a:ext uri="{FF2B5EF4-FFF2-40B4-BE49-F238E27FC236}">
                    <a16:creationId xmlns:a16="http://schemas.microsoft.com/office/drawing/2014/main" id="{102C256F-D732-481E-80EA-DA4187F24B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97" y="3144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pPr algn="ctr"/>
                <a:r>
                  <a:rPr lang="en-US" altLang="zh-CN" sz="2000" b="0" i="1"/>
                  <a:t>v</a:t>
                </a:r>
                <a:r>
                  <a:rPr lang="en-US" altLang="zh-CN" sz="2000" b="0" baseline="-25000"/>
                  <a:t>3</a:t>
                </a:r>
                <a:endParaRPr lang="en-US" altLang="zh-CN" sz="2000" b="0"/>
              </a:p>
            </p:txBody>
          </p:sp>
          <p:sp>
            <p:nvSpPr>
              <p:cNvPr id="31" name="Text Box 124">
                <a:extLst>
                  <a:ext uri="{FF2B5EF4-FFF2-40B4-BE49-F238E27FC236}">
                    <a16:creationId xmlns:a16="http://schemas.microsoft.com/office/drawing/2014/main" id="{96A6CEC6-5688-4C9C-B9FD-0FB0EDB616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48" y="1872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pPr algn="ctr"/>
                <a:r>
                  <a:rPr lang="en-US" altLang="zh-CN" sz="2000" b="0" i="1"/>
                  <a:t>v</a:t>
                </a:r>
                <a:r>
                  <a:rPr lang="en-US" altLang="zh-CN" sz="2000" b="0" baseline="-25000"/>
                  <a:t>4</a:t>
                </a:r>
                <a:endParaRPr lang="en-US" altLang="zh-CN" sz="2000" b="0"/>
              </a:p>
            </p:txBody>
          </p:sp>
          <p:sp>
            <p:nvSpPr>
              <p:cNvPr id="32" name="Text Box 125">
                <a:extLst>
                  <a:ext uri="{FF2B5EF4-FFF2-40B4-BE49-F238E27FC236}">
                    <a16:creationId xmlns:a16="http://schemas.microsoft.com/office/drawing/2014/main" id="{FE06C03C-E38D-4D03-B9D5-C7EAED0731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2" y="2880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pPr algn="ctr"/>
                <a:r>
                  <a:rPr lang="en-US" altLang="zh-CN" sz="2000" b="0" i="1"/>
                  <a:t>v</a:t>
                </a:r>
                <a:r>
                  <a:rPr lang="en-US" altLang="zh-CN" sz="2000" b="0" baseline="-25000"/>
                  <a:t>5</a:t>
                </a:r>
                <a:endParaRPr lang="en-US" altLang="zh-CN" sz="2000" b="0"/>
              </a:p>
            </p:txBody>
          </p:sp>
          <p:sp>
            <p:nvSpPr>
              <p:cNvPr id="33" name="Text Box 126">
                <a:extLst>
                  <a:ext uri="{FF2B5EF4-FFF2-40B4-BE49-F238E27FC236}">
                    <a16:creationId xmlns:a16="http://schemas.microsoft.com/office/drawing/2014/main" id="{15BFA357-BBC3-416C-B800-82CE26DF31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49" y="2904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pPr algn="ctr"/>
                <a:r>
                  <a:rPr lang="en-US" altLang="zh-CN" sz="2000" b="0" i="1"/>
                  <a:t>v</a:t>
                </a:r>
                <a:r>
                  <a:rPr lang="en-US" altLang="zh-CN" sz="2000" b="0" baseline="-25000"/>
                  <a:t>6</a:t>
                </a:r>
                <a:endParaRPr lang="en-US" altLang="zh-CN" sz="2000" b="0"/>
              </a:p>
            </p:txBody>
          </p:sp>
          <p:sp>
            <p:nvSpPr>
              <p:cNvPr id="34" name="Text Box 127">
                <a:extLst>
                  <a:ext uri="{FF2B5EF4-FFF2-40B4-BE49-F238E27FC236}">
                    <a16:creationId xmlns:a16="http://schemas.microsoft.com/office/drawing/2014/main" id="{BB404B54-082F-4CA7-8DA3-93F3925C08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40" y="2388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pPr algn="ctr"/>
                <a:r>
                  <a:rPr lang="en-US" altLang="zh-CN" sz="2000" b="0" i="1"/>
                  <a:t>v</a:t>
                </a:r>
                <a:r>
                  <a:rPr lang="en-US" altLang="zh-CN" sz="2000" b="0" baseline="-25000"/>
                  <a:t>7</a:t>
                </a:r>
                <a:endParaRPr lang="en-US" altLang="zh-CN" sz="2000" b="0"/>
              </a:p>
            </p:txBody>
          </p:sp>
          <p:sp>
            <p:nvSpPr>
              <p:cNvPr id="35" name="Text Box 128">
                <a:extLst>
                  <a:ext uri="{FF2B5EF4-FFF2-40B4-BE49-F238E27FC236}">
                    <a16:creationId xmlns:a16="http://schemas.microsoft.com/office/drawing/2014/main" id="{1804BAB9-1895-49D7-906A-BFFCB228FF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3" y="2700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pPr algn="ctr"/>
                <a:r>
                  <a:rPr lang="en-US" altLang="zh-CN" sz="2000" b="0" i="1"/>
                  <a:t>v</a:t>
                </a:r>
                <a:r>
                  <a:rPr lang="en-US" altLang="zh-CN" sz="2000" b="0" baseline="-25000"/>
                  <a:t>8</a:t>
                </a:r>
                <a:endParaRPr lang="en-US" altLang="zh-CN" sz="2000" b="0"/>
              </a:p>
            </p:txBody>
          </p:sp>
          <p:sp>
            <p:nvSpPr>
              <p:cNvPr id="36" name="Text Box 129">
                <a:extLst>
                  <a:ext uri="{FF2B5EF4-FFF2-40B4-BE49-F238E27FC236}">
                    <a16:creationId xmlns:a16="http://schemas.microsoft.com/office/drawing/2014/main" id="{007F5759-5393-4540-81F8-65C6C46E09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96" y="2700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pPr algn="ctr"/>
                <a:r>
                  <a:rPr lang="en-US" altLang="zh-CN" sz="2000" b="0" i="1"/>
                  <a:t>v</a:t>
                </a:r>
                <a:r>
                  <a:rPr lang="en-US" altLang="zh-CN" sz="2000" b="0" baseline="-25000"/>
                  <a:t>9</a:t>
                </a:r>
                <a:endParaRPr lang="en-US" altLang="zh-CN" sz="2000" b="0"/>
              </a:p>
            </p:txBody>
          </p:sp>
        </p:grpSp>
        <p:grpSp>
          <p:nvGrpSpPr>
            <p:cNvPr id="9" name="Group 130">
              <a:extLst>
                <a:ext uri="{FF2B5EF4-FFF2-40B4-BE49-F238E27FC236}">
                  <a16:creationId xmlns:a16="http://schemas.microsoft.com/office/drawing/2014/main" id="{7A87CA33-5CE7-491D-A275-6B653B7292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0" y="2160"/>
              <a:ext cx="2340" cy="2076"/>
              <a:chOff x="3276" y="624"/>
              <a:chExt cx="2340" cy="2076"/>
            </a:xfrm>
          </p:grpSpPr>
          <p:sp>
            <p:nvSpPr>
              <p:cNvPr id="10" name="Text Box 131">
                <a:extLst>
                  <a:ext uri="{FF2B5EF4-FFF2-40B4-BE49-F238E27FC236}">
                    <a16:creationId xmlns:a16="http://schemas.microsoft.com/office/drawing/2014/main" id="{37DA0B23-4AA6-4028-818A-5BD20D162C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9" y="2508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pPr algn="ctr"/>
                <a:r>
                  <a:rPr lang="zh-CN" altLang="en-US" sz="2000" b="0"/>
                  <a:t>(</a:t>
                </a:r>
                <a:r>
                  <a:rPr lang="en-US" altLang="zh-CN" sz="2000" b="0"/>
                  <a:t>b)</a:t>
                </a:r>
              </a:p>
            </p:txBody>
          </p:sp>
          <p:sp>
            <p:nvSpPr>
              <p:cNvPr id="11" name="Oval 132">
                <a:extLst>
                  <a:ext uri="{FF2B5EF4-FFF2-40B4-BE49-F238E27FC236}">
                    <a16:creationId xmlns:a16="http://schemas.microsoft.com/office/drawing/2014/main" id="{57F7A70B-89C7-45D1-9F21-5CBF9AD38C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8" y="2081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Oval 133">
                <a:extLst>
                  <a:ext uri="{FF2B5EF4-FFF2-40B4-BE49-F238E27FC236}">
                    <a16:creationId xmlns:a16="http://schemas.microsoft.com/office/drawing/2014/main" id="{82D78C85-F0CF-4EA7-A736-8794372F23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7" y="2084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Oval 134">
                <a:extLst>
                  <a:ext uri="{FF2B5EF4-FFF2-40B4-BE49-F238E27FC236}">
                    <a16:creationId xmlns:a16="http://schemas.microsoft.com/office/drawing/2014/main" id="{34B588CE-7123-4600-BCB8-49806B59F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" y="1575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Oval 135">
                <a:extLst>
                  <a:ext uri="{FF2B5EF4-FFF2-40B4-BE49-F238E27FC236}">
                    <a16:creationId xmlns:a16="http://schemas.microsoft.com/office/drawing/2014/main" id="{DE74A056-3435-49A9-A991-56384CABCB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4" y="2444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Oval 136">
                <a:extLst>
                  <a:ext uri="{FF2B5EF4-FFF2-40B4-BE49-F238E27FC236}">
                    <a16:creationId xmlns:a16="http://schemas.microsoft.com/office/drawing/2014/main" id="{A151B0BA-C42D-4611-83B4-0F81496F34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2" y="2450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Oval 137">
                <a:extLst>
                  <a:ext uri="{FF2B5EF4-FFF2-40B4-BE49-F238E27FC236}">
                    <a16:creationId xmlns:a16="http://schemas.microsoft.com/office/drawing/2014/main" id="{97698622-A20F-4429-A239-9015FC963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" y="830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Freeform 138">
                <a:extLst>
                  <a:ext uri="{FF2B5EF4-FFF2-40B4-BE49-F238E27FC236}">
                    <a16:creationId xmlns:a16="http://schemas.microsoft.com/office/drawing/2014/main" id="{883A4C1C-1A23-4D48-A89E-1F7F54A2D7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1" y="1656"/>
                <a:ext cx="249" cy="435"/>
              </a:xfrm>
              <a:custGeom>
                <a:avLst/>
                <a:gdLst>
                  <a:gd name="T0" fmla="*/ 249 w 249"/>
                  <a:gd name="T1" fmla="*/ 0 h 435"/>
                  <a:gd name="T2" fmla="*/ 0 w 249"/>
                  <a:gd name="T3" fmla="*/ 435 h 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49" h="435">
                    <a:moveTo>
                      <a:pt x="249" y="0"/>
                    </a:moveTo>
                    <a:lnTo>
                      <a:pt x="0" y="435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39">
                <a:extLst>
                  <a:ext uri="{FF2B5EF4-FFF2-40B4-BE49-F238E27FC236}">
                    <a16:creationId xmlns:a16="http://schemas.microsoft.com/office/drawing/2014/main" id="{6BC685DB-C877-4C7F-AA85-6B9B42118C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3" y="1662"/>
                <a:ext cx="237" cy="426"/>
              </a:xfrm>
              <a:custGeom>
                <a:avLst/>
                <a:gdLst>
                  <a:gd name="T0" fmla="*/ 0 w 237"/>
                  <a:gd name="T1" fmla="*/ 0 h 426"/>
                  <a:gd name="T2" fmla="*/ 237 w 237"/>
                  <a:gd name="T3" fmla="*/ 426 h 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37" h="426">
                    <a:moveTo>
                      <a:pt x="0" y="0"/>
                    </a:moveTo>
                    <a:lnTo>
                      <a:pt x="237" y="426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40">
                <a:extLst>
                  <a:ext uri="{FF2B5EF4-FFF2-40B4-BE49-F238E27FC236}">
                    <a16:creationId xmlns:a16="http://schemas.microsoft.com/office/drawing/2014/main" id="{D4D32FF7-D809-4056-8E74-48F1CBA486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1" y="2133"/>
                <a:ext cx="498" cy="1"/>
              </a:xfrm>
              <a:custGeom>
                <a:avLst/>
                <a:gdLst>
                  <a:gd name="T0" fmla="*/ 0 w 498"/>
                  <a:gd name="T1" fmla="*/ 0 h 1"/>
                  <a:gd name="T2" fmla="*/ 498 w 498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98" h="1">
                    <a:moveTo>
                      <a:pt x="0" y="0"/>
                    </a:moveTo>
                    <a:lnTo>
                      <a:pt x="498" y="0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Text Box 141">
                <a:extLst>
                  <a:ext uri="{FF2B5EF4-FFF2-40B4-BE49-F238E27FC236}">
                    <a16:creationId xmlns:a16="http://schemas.microsoft.com/office/drawing/2014/main" id="{A06ED465-0323-4127-B166-BB7B3E6CB7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8" y="624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pPr algn="ctr"/>
                <a:r>
                  <a:rPr lang="en-US" altLang="zh-CN" sz="2000" b="0" i="1"/>
                  <a:t>v</a:t>
                </a:r>
                <a:r>
                  <a:rPr lang="en-US" altLang="zh-CN" sz="2000" b="0" baseline="-25000"/>
                  <a:t>1</a:t>
                </a:r>
                <a:endParaRPr lang="en-US" altLang="zh-CN" sz="2000" b="0"/>
              </a:p>
            </p:txBody>
          </p:sp>
          <p:sp>
            <p:nvSpPr>
              <p:cNvPr id="21" name="Text Box 142">
                <a:extLst>
                  <a:ext uri="{FF2B5EF4-FFF2-40B4-BE49-F238E27FC236}">
                    <a16:creationId xmlns:a16="http://schemas.microsoft.com/office/drawing/2014/main" id="{8B65FC05-125B-45B1-9D55-F07F9C7B99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6" y="2388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pPr algn="ctr"/>
                <a:r>
                  <a:rPr lang="en-US" altLang="zh-CN" sz="2000" b="0" i="1"/>
                  <a:t>v</a:t>
                </a:r>
                <a:r>
                  <a:rPr lang="en-US" altLang="zh-CN" sz="2000" b="0" baseline="-25000"/>
                  <a:t>2</a:t>
                </a:r>
                <a:endParaRPr lang="en-US" altLang="zh-CN" sz="2000" b="0"/>
              </a:p>
            </p:txBody>
          </p:sp>
          <p:sp>
            <p:nvSpPr>
              <p:cNvPr id="22" name="Text Box 143">
                <a:extLst>
                  <a:ext uri="{FF2B5EF4-FFF2-40B4-BE49-F238E27FC236}">
                    <a16:creationId xmlns:a16="http://schemas.microsoft.com/office/drawing/2014/main" id="{F10EB98A-9A8D-4D0F-8D58-863E8C04BF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3" y="2388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pPr algn="ctr"/>
                <a:r>
                  <a:rPr lang="en-US" altLang="zh-CN" sz="2000" b="0" i="1"/>
                  <a:t>v</a:t>
                </a:r>
                <a:r>
                  <a:rPr lang="en-US" altLang="zh-CN" sz="2000" b="0" baseline="-25000"/>
                  <a:t>3</a:t>
                </a:r>
                <a:endParaRPr lang="en-US" altLang="zh-CN" sz="2000" b="0"/>
              </a:p>
            </p:txBody>
          </p:sp>
          <p:sp>
            <p:nvSpPr>
              <p:cNvPr id="23" name="Text Box 144">
                <a:extLst>
                  <a:ext uri="{FF2B5EF4-FFF2-40B4-BE49-F238E27FC236}">
                    <a16:creationId xmlns:a16="http://schemas.microsoft.com/office/drawing/2014/main" id="{D36A46E4-E0A5-44BC-B669-32FA5D6CB9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6" y="1632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pPr algn="ctr"/>
                <a:r>
                  <a:rPr lang="en-US" altLang="zh-CN" sz="2000" b="0" i="1"/>
                  <a:t>v</a:t>
                </a:r>
                <a:r>
                  <a:rPr lang="en-US" altLang="zh-CN" sz="2000" b="0" baseline="-25000"/>
                  <a:t>7</a:t>
                </a:r>
                <a:endParaRPr lang="en-US" altLang="zh-CN" sz="2000" b="0"/>
              </a:p>
            </p:txBody>
          </p:sp>
          <p:sp>
            <p:nvSpPr>
              <p:cNvPr id="24" name="Text Box 145">
                <a:extLst>
                  <a:ext uri="{FF2B5EF4-FFF2-40B4-BE49-F238E27FC236}">
                    <a16:creationId xmlns:a16="http://schemas.microsoft.com/office/drawing/2014/main" id="{DAB11F64-44CF-4477-827D-A549CAB583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9" y="1944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pPr algn="ctr"/>
                <a:r>
                  <a:rPr lang="en-US" altLang="zh-CN" sz="2000" b="0" i="1"/>
                  <a:t>v</a:t>
                </a:r>
                <a:r>
                  <a:rPr lang="en-US" altLang="zh-CN" sz="2000" b="0" baseline="-25000"/>
                  <a:t>8</a:t>
                </a:r>
                <a:endParaRPr lang="en-US" altLang="zh-CN" sz="2000" b="0"/>
              </a:p>
            </p:txBody>
          </p:sp>
          <p:sp>
            <p:nvSpPr>
              <p:cNvPr id="25" name="Text Box 146">
                <a:extLst>
                  <a:ext uri="{FF2B5EF4-FFF2-40B4-BE49-F238E27FC236}">
                    <a16:creationId xmlns:a16="http://schemas.microsoft.com/office/drawing/2014/main" id="{52021519-35C5-48E7-8A54-3C78B4D172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1944"/>
                <a:ext cx="203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pPr algn="ctr"/>
                <a:r>
                  <a:rPr lang="en-US" altLang="zh-CN" sz="2000" b="0" i="1"/>
                  <a:t>v</a:t>
                </a:r>
                <a:r>
                  <a:rPr lang="en-US" altLang="zh-CN" sz="2000" b="0" baseline="-25000"/>
                  <a:t>9</a:t>
                </a:r>
                <a:endParaRPr lang="en-US" altLang="zh-CN" sz="2000" b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18527610"/>
      </p:ext>
    </p:extLst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pSp>
        <p:nvGrpSpPr>
          <p:cNvPr id="6" name="Group 97">
            <a:extLst>
              <a:ext uri="{FF2B5EF4-FFF2-40B4-BE49-F238E27FC236}">
                <a16:creationId xmlns:a16="http://schemas.microsoft.com/office/drawing/2014/main" id="{0FB90A36-C630-4B34-8604-0F2B18CC90E5}"/>
              </a:ext>
            </a:extLst>
          </p:cNvPr>
          <p:cNvGrpSpPr>
            <a:grpSpLocks/>
          </p:cNvGrpSpPr>
          <p:nvPr/>
        </p:nvGrpSpPr>
        <p:grpSpPr bwMode="auto">
          <a:xfrm>
            <a:off x="1999631" y="2019300"/>
            <a:ext cx="7315200" cy="2819400"/>
            <a:chOff x="960" y="2160"/>
            <a:chExt cx="4608" cy="1776"/>
          </a:xfrm>
        </p:grpSpPr>
        <p:grpSp>
          <p:nvGrpSpPr>
            <p:cNvPr id="7" name="Group 94">
              <a:extLst>
                <a:ext uri="{FF2B5EF4-FFF2-40B4-BE49-F238E27FC236}">
                  <a16:creationId xmlns:a16="http://schemas.microsoft.com/office/drawing/2014/main" id="{B98B86EA-C664-4B56-BF54-C53351DCAD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2176"/>
              <a:ext cx="1381" cy="1520"/>
              <a:chOff x="2592" y="2176"/>
              <a:chExt cx="1381" cy="1520"/>
            </a:xfrm>
          </p:grpSpPr>
          <p:sp>
            <p:nvSpPr>
              <p:cNvPr id="52" name="Freeform 10">
                <a:extLst>
                  <a:ext uri="{FF2B5EF4-FFF2-40B4-BE49-F238E27FC236}">
                    <a16:creationId xmlns:a16="http://schemas.microsoft.com/office/drawing/2014/main" id="{7A5C67A5-7C42-4F8B-9CA3-E0012DE0B2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5" y="2710"/>
                <a:ext cx="183" cy="57"/>
              </a:xfrm>
              <a:custGeom>
                <a:avLst/>
                <a:gdLst>
                  <a:gd name="T0" fmla="*/ 0 w 183"/>
                  <a:gd name="T1" fmla="*/ 0 h 57"/>
                  <a:gd name="T2" fmla="*/ 183 w 183"/>
                  <a:gd name="T3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83" h="57">
                    <a:moveTo>
                      <a:pt x="0" y="0"/>
                    </a:moveTo>
                    <a:lnTo>
                      <a:pt x="183" y="57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11">
                <a:extLst>
                  <a:ext uri="{FF2B5EF4-FFF2-40B4-BE49-F238E27FC236}">
                    <a16:creationId xmlns:a16="http://schemas.microsoft.com/office/drawing/2014/main" id="{B7B87399-53A7-46DD-BE89-A8598F2E70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3265"/>
                <a:ext cx="111" cy="150"/>
              </a:xfrm>
              <a:custGeom>
                <a:avLst/>
                <a:gdLst>
                  <a:gd name="T0" fmla="*/ 0 w 111"/>
                  <a:gd name="T1" fmla="*/ 150 h 150"/>
                  <a:gd name="T2" fmla="*/ 111 w 111"/>
                  <a:gd name="T3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1" h="150">
                    <a:moveTo>
                      <a:pt x="0" y="150"/>
                    </a:moveTo>
                    <a:lnTo>
                      <a:pt x="111" y="0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Oval 13">
                <a:extLst>
                  <a:ext uri="{FF2B5EF4-FFF2-40B4-BE49-F238E27FC236}">
                    <a16:creationId xmlns:a16="http://schemas.microsoft.com/office/drawing/2014/main" id="{BADE2D79-DD31-46AC-BDE6-340DC8DBEB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0" y="2176"/>
                <a:ext cx="91" cy="91"/>
              </a:xfrm>
              <a:prstGeom prst="ellipse">
                <a:avLst/>
              </a:prstGeom>
              <a:solidFill>
                <a:schemeClr val="accent2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Oval 14">
                <a:extLst>
                  <a:ext uri="{FF2B5EF4-FFF2-40B4-BE49-F238E27FC236}">
                    <a16:creationId xmlns:a16="http://schemas.microsoft.com/office/drawing/2014/main" id="{708265CD-B775-417E-9214-66F27DF60B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0" y="2461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Oval 15">
                <a:extLst>
                  <a:ext uri="{FF2B5EF4-FFF2-40B4-BE49-F238E27FC236}">
                    <a16:creationId xmlns:a16="http://schemas.microsoft.com/office/drawing/2014/main" id="{C86086C2-A08D-4ADA-8F73-DC261F53CC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5" y="2734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Oval 16">
                <a:extLst>
                  <a:ext uri="{FF2B5EF4-FFF2-40B4-BE49-F238E27FC236}">
                    <a16:creationId xmlns:a16="http://schemas.microsoft.com/office/drawing/2014/main" id="{0EDB65DD-11CE-44F6-B36C-BC3FDE8DC8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646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Oval 17">
                <a:extLst>
                  <a:ext uri="{FF2B5EF4-FFF2-40B4-BE49-F238E27FC236}">
                    <a16:creationId xmlns:a16="http://schemas.microsoft.com/office/drawing/2014/main" id="{43B83EEB-5369-4F7B-8771-1F3F52EBF2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5" y="2731"/>
                <a:ext cx="91" cy="91"/>
              </a:xfrm>
              <a:prstGeom prst="ellipse">
                <a:avLst/>
              </a:prstGeom>
              <a:solidFill>
                <a:schemeClr val="accent2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Oval 18">
                <a:extLst>
                  <a:ext uri="{FF2B5EF4-FFF2-40B4-BE49-F238E27FC236}">
                    <a16:creationId xmlns:a16="http://schemas.microsoft.com/office/drawing/2014/main" id="{9272399F-EF1B-430D-B864-E465DFE495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2" y="2640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Oval 19">
                <a:extLst>
                  <a:ext uri="{FF2B5EF4-FFF2-40B4-BE49-F238E27FC236}">
                    <a16:creationId xmlns:a16="http://schemas.microsoft.com/office/drawing/2014/main" id="{8AAB49DD-C0DF-4890-B1B8-E3781AB1CF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" y="3403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Oval 20">
                <a:extLst>
                  <a:ext uri="{FF2B5EF4-FFF2-40B4-BE49-F238E27FC236}">
                    <a16:creationId xmlns:a16="http://schemas.microsoft.com/office/drawing/2014/main" id="{1F29351A-6131-486B-90CA-EB369B2C8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6" y="3406"/>
                <a:ext cx="91" cy="91"/>
              </a:xfrm>
              <a:prstGeom prst="ellipse">
                <a:avLst/>
              </a:prstGeom>
              <a:solidFill>
                <a:schemeClr val="accent2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Oval 21">
                <a:extLst>
                  <a:ext uri="{FF2B5EF4-FFF2-40B4-BE49-F238E27FC236}">
                    <a16:creationId xmlns:a16="http://schemas.microsoft.com/office/drawing/2014/main" id="{99C972B0-20E2-4DCD-A122-86BF4C1D31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6" y="3180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Oval 22">
                <a:extLst>
                  <a:ext uri="{FF2B5EF4-FFF2-40B4-BE49-F238E27FC236}">
                    <a16:creationId xmlns:a16="http://schemas.microsoft.com/office/drawing/2014/main" id="{D781BA2C-9D94-416B-9194-B669A3AA9F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4" y="3174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Freeform 24">
                <a:extLst>
                  <a:ext uri="{FF2B5EF4-FFF2-40B4-BE49-F238E27FC236}">
                    <a16:creationId xmlns:a16="http://schemas.microsoft.com/office/drawing/2014/main" id="{D7D179E9-DA44-4053-B5BF-4D70BD5848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8" y="2740"/>
                <a:ext cx="219" cy="693"/>
              </a:xfrm>
              <a:custGeom>
                <a:avLst/>
                <a:gdLst>
                  <a:gd name="T0" fmla="*/ 0 w 219"/>
                  <a:gd name="T1" fmla="*/ 0 h 693"/>
                  <a:gd name="T2" fmla="*/ 219 w 219"/>
                  <a:gd name="T3" fmla="*/ 693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9" h="693">
                    <a:moveTo>
                      <a:pt x="0" y="0"/>
                    </a:moveTo>
                    <a:lnTo>
                      <a:pt x="219" y="693"/>
                    </a:lnTo>
                  </a:path>
                </a:pathLst>
              </a:cu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28">
                <a:extLst>
                  <a:ext uri="{FF2B5EF4-FFF2-40B4-BE49-F238E27FC236}">
                    <a16:creationId xmlns:a16="http://schemas.microsoft.com/office/drawing/2014/main" id="{03E54C89-A6DC-40D5-9022-5A30B032F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515"/>
                <a:ext cx="222" cy="684"/>
              </a:xfrm>
              <a:custGeom>
                <a:avLst/>
                <a:gdLst>
                  <a:gd name="T0" fmla="*/ 222 w 222"/>
                  <a:gd name="T1" fmla="*/ 0 h 684"/>
                  <a:gd name="T2" fmla="*/ 0 w 222"/>
                  <a:gd name="T3" fmla="*/ 684 h 6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22" h="684">
                    <a:moveTo>
                      <a:pt x="222" y="0"/>
                    </a:moveTo>
                    <a:lnTo>
                      <a:pt x="0" y="684"/>
                    </a:lnTo>
                  </a:path>
                </a:pathLst>
              </a:cu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67C5A6FC-628D-43F4-87D6-CC6205AAFC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6" y="2509"/>
                <a:ext cx="219" cy="684"/>
              </a:xfrm>
              <a:custGeom>
                <a:avLst/>
                <a:gdLst>
                  <a:gd name="T0" fmla="*/ 0 w 219"/>
                  <a:gd name="T1" fmla="*/ 0 h 684"/>
                  <a:gd name="T2" fmla="*/ 219 w 219"/>
                  <a:gd name="T3" fmla="*/ 684 h 6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9" h="684">
                    <a:moveTo>
                      <a:pt x="0" y="0"/>
                    </a:moveTo>
                    <a:lnTo>
                      <a:pt x="219" y="684"/>
                    </a:lnTo>
                  </a:path>
                </a:pathLst>
              </a:cu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Freeform 32">
                <a:extLst>
                  <a:ext uri="{FF2B5EF4-FFF2-40B4-BE49-F238E27FC236}">
                    <a16:creationId xmlns:a16="http://schemas.microsoft.com/office/drawing/2014/main" id="{4FA64825-A308-4E8F-A8E6-F60F34F84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2827"/>
                <a:ext cx="582" cy="417"/>
              </a:xfrm>
              <a:custGeom>
                <a:avLst/>
                <a:gdLst>
                  <a:gd name="T0" fmla="*/ 0 w 582"/>
                  <a:gd name="T1" fmla="*/ 0 h 417"/>
                  <a:gd name="T2" fmla="*/ 582 w 582"/>
                  <a:gd name="T3" fmla="*/ 417 h 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82" h="417">
                    <a:moveTo>
                      <a:pt x="0" y="0"/>
                    </a:moveTo>
                    <a:lnTo>
                      <a:pt x="582" y="417"/>
                    </a:lnTo>
                  </a:path>
                </a:pathLst>
              </a:cu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Text Box 35">
                <a:extLst>
                  <a:ext uri="{FF2B5EF4-FFF2-40B4-BE49-F238E27FC236}">
                    <a16:creationId xmlns:a16="http://schemas.microsoft.com/office/drawing/2014/main" id="{BF55F2CC-113C-4A33-9363-639BC52326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3504"/>
                <a:ext cx="14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r>
                  <a:rPr lang="zh-CN" altLang="en-US" sz="2000" b="0"/>
                  <a:t>(</a:t>
                </a:r>
                <a:r>
                  <a:rPr lang="en-US" altLang="zh-CN" sz="2000" b="0"/>
                  <a:t>b)</a:t>
                </a:r>
              </a:p>
            </p:txBody>
          </p:sp>
        </p:grpSp>
        <p:grpSp>
          <p:nvGrpSpPr>
            <p:cNvPr id="8" name="Group 37">
              <a:extLst>
                <a:ext uri="{FF2B5EF4-FFF2-40B4-BE49-F238E27FC236}">
                  <a16:creationId xmlns:a16="http://schemas.microsoft.com/office/drawing/2014/main" id="{D256E57D-504C-42B2-8241-9E9FB4BAFC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2160"/>
              <a:ext cx="1381" cy="1520"/>
              <a:chOff x="1140" y="2160"/>
              <a:chExt cx="1381" cy="1520"/>
            </a:xfrm>
          </p:grpSpPr>
          <p:grpSp>
            <p:nvGrpSpPr>
              <p:cNvPr id="25" name="Group 38">
                <a:extLst>
                  <a:ext uri="{FF2B5EF4-FFF2-40B4-BE49-F238E27FC236}">
                    <a16:creationId xmlns:a16="http://schemas.microsoft.com/office/drawing/2014/main" id="{83858B95-93D6-4BC0-A589-E1DF58F14C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40" y="2160"/>
                <a:ext cx="1381" cy="1321"/>
                <a:chOff x="1140" y="2355"/>
                <a:chExt cx="1381" cy="1321"/>
              </a:xfrm>
            </p:grpSpPr>
            <p:sp>
              <p:nvSpPr>
                <p:cNvPr id="27" name="Freeform 39">
                  <a:extLst>
                    <a:ext uri="{FF2B5EF4-FFF2-40B4-BE49-F238E27FC236}">
                      <a16:creationId xmlns:a16="http://schemas.microsoft.com/office/drawing/2014/main" id="{8B6DEE10-8726-41C9-BE24-84B16020E6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3" y="2451"/>
                  <a:ext cx="1" cy="189"/>
                </a:xfrm>
                <a:custGeom>
                  <a:avLst/>
                  <a:gdLst>
                    <a:gd name="T0" fmla="*/ 0 w 1"/>
                    <a:gd name="T1" fmla="*/ 0 h 189"/>
                    <a:gd name="T2" fmla="*/ 0 w 1"/>
                    <a:gd name="T3" fmla="*/ 189 h 1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89">
                      <a:moveTo>
                        <a:pt x="0" y="0"/>
                      </a:moveTo>
                      <a:lnTo>
                        <a:pt x="0" y="189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" name="Freeform 40">
                  <a:extLst>
                    <a:ext uri="{FF2B5EF4-FFF2-40B4-BE49-F238E27FC236}">
                      <a16:creationId xmlns:a16="http://schemas.microsoft.com/office/drawing/2014/main" id="{4697194B-C1B9-4E6F-B18A-9C38C973CA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3" y="2883"/>
                  <a:ext cx="177" cy="57"/>
                </a:xfrm>
                <a:custGeom>
                  <a:avLst/>
                  <a:gdLst>
                    <a:gd name="T0" fmla="*/ 0 w 177"/>
                    <a:gd name="T1" fmla="*/ 57 h 57"/>
                    <a:gd name="T2" fmla="*/ 177 w 177"/>
                    <a:gd name="T3" fmla="*/ 0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77" h="57">
                      <a:moveTo>
                        <a:pt x="0" y="57"/>
                      </a:moveTo>
                      <a:lnTo>
                        <a:pt x="177" y="0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" name="Freeform 41">
                  <a:extLst>
                    <a:ext uri="{FF2B5EF4-FFF2-40B4-BE49-F238E27FC236}">
                      <a16:creationId xmlns:a16="http://schemas.microsoft.com/office/drawing/2014/main" id="{86025129-A6F4-4B0D-AAB9-FD632976F2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33" y="2889"/>
                  <a:ext cx="183" cy="57"/>
                </a:xfrm>
                <a:custGeom>
                  <a:avLst/>
                  <a:gdLst>
                    <a:gd name="T0" fmla="*/ 0 w 183"/>
                    <a:gd name="T1" fmla="*/ 0 h 57"/>
                    <a:gd name="T2" fmla="*/ 183 w 183"/>
                    <a:gd name="T3" fmla="*/ 57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83" h="57">
                      <a:moveTo>
                        <a:pt x="0" y="0"/>
                      </a:moveTo>
                      <a:lnTo>
                        <a:pt x="183" y="57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" name="Freeform 42">
                  <a:extLst>
                    <a:ext uri="{FF2B5EF4-FFF2-40B4-BE49-F238E27FC236}">
                      <a16:creationId xmlns:a16="http://schemas.microsoft.com/office/drawing/2014/main" id="{A9099B03-866C-49BB-8EBA-C7F9FA84F2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1" y="3444"/>
                  <a:ext cx="111" cy="150"/>
                </a:xfrm>
                <a:custGeom>
                  <a:avLst/>
                  <a:gdLst>
                    <a:gd name="T0" fmla="*/ 0 w 111"/>
                    <a:gd name="T1" fmla="*/ 150 h 150"/>
                    <a:gd name="T2" fmla="*/ 111 w 111"/>
                    <a:gd name="T3" fmla="*/ 0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11" h="150">
                      <a:moveTo>
                        <a:pt x="0" y="15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" name="Freeform 43">
                  <a:extLst>
                    <a:ext uri="{FF2B5EF4-FFF2-40B4-BE49-F238E27FC236}">
                      <a16:creationId xmlns:a16="http://schemas.microsoft.com/office/drawing/2014/main" id="{5183001A-11AF-4BDE-B6AD-287294263E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4" y="3438"/>
                  <a:ext cx="111" cy="162"/>
                </a:xfrm>
                <a:custGeom>
                  <a:avLst/>
                  <a:gdLst>
                    <a:gd name="T0" fmla="*/ 0 w 111"/>
                    <a:gd name="T1" fmla="*/ 0 h 162"/>
                    <a:gd name="T2" fmla="*/ 111 w 111"/>
                    <a:gd name="T3" fmla="*/ 162 h 1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11" h="162">
                      <a:moveTo>
                        <a:pt x="0" y="0"/>
                      </a:moveTo>
                      <a:lnTo>
                        <a:pt x="111" y="162"/>
                      </a:lnTo>
                    </a:path>
                  </a:pathLst>
                </a:custGeom>
                <a:noFill/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Oval 44">
                  <a:extLst>
                    <a:ext uri="{FF2B5EF4-FFF2-40B4-BE49-F238E27FC236}">
                      <a16:creationId xmlns:a16="http://schemas.microsoft.com/office/drawing/2014/main" id="{5366BDFC-8AC0-4BF8-9F82-B9093B6A7A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88" y="2355"/>
                  <a:ext cx="91" cy="91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Oval 45">
                  <a:extLst>
                    <a:ext uri="{FF2B5EF4-FFF2-40B4-BE49-F238E27FC236}">
                      <a16:creationId xmlns:a16="http://schemas.microsoft.com/office/drawing/2014/main" id="{9C7DB275-79AA-4D01-8F39-3E9FBA4339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88" y="2640"/>
                  <a:ext cx="91" cy="91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" name="Oval 46">
                  <a:extLst>
                    <a:ext uri="{FF2B5EF4-FFF2-40B4-BE49-F238E27FC236}">
                      <a16:creationId xmlns:a16="http://schemas.microsoft.com/office/drawing/2014/main" id="{0E9690AF-82EB-485C-8607-DCA83286DE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13" y="2913"/>
                  <a:ext cx="91" cy="91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Oval 47">
                  <a:extLst>
                    <a:ext uri="{FF2B5EF4-FFF2-40B4-BE49-F238E27FC236}">
                      <a16:creationId xmlns:a16="http://schemas.microsoft.com/office/drawing/2014/main" id="{8DA0A233-6CA0-4148-B205-54936D584C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" y="2825"/>
                  <a:ext cx="91" cy="91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Oval 48">
                  <a:extLst>
                    <a:ext uri="{FF2B5EF4-FFF2-40B4-BE49-F238E27FC236}">
                      <a16:creationId xmlns:a16="http://schemas.microsoft.com/office/drawing/2014/main" id="{E46B3DE2-86BA-45D7-B621-83E6A6C22D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3" y="2910"/>
                  <a:ext cx="91" cy="91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Oval 49">
                  <a:extLst>
                    <a:ext uri="{FF2B5EF4-FFF2-40B4-BE49-F238E27FC236}">
                      <a16:creationId xmlns:a16="http://schemas.microsoft.com/office/drawing/2014/main" id="{5D2DA51A-96D3-43E1-92BC-46D2D2102F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0" y="2819"/>
                  <a:ext cx="91" cy="91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" name="Oval 50">
                  <a:extLst>
                    <a:ext uri="{FF2B5EF4-FFF2-40B4-BE49-F238E27FC236}">
                      <a16:creationId xmlns:a16="http://schemas.microsoft.com/office/drawing/2014/main" id="{4ED8288E-2680-4518-8165-2F875DA721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89" y="3582"/>
                  <a:ext cx="91" cy="91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Oval 51">
                  <a:extLst>
                    <a:ext uri="{FF2B5EF4-FFF2-40B4-BE49-F238E27FC236}">
                      <a16:creationId xmlns:a16="http://schemas.microsoft.com/office/drawing/2014/main" id="{B374CF91-C06E-474F-B379-1990C0CDA6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4" y="3585"/>
                  <a:ext cx="91" cy="91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Oval 52">
                  <a:extLst>
                    <a:ext uri="{FF2B5EF4-FFF2-40B4-BE49-F238E27FC236}">
                      <a16:creationId xmlns:a16="http://schemas.microsoft.com/office/drawing/2014/main" id="{8F58E7F4-ACB0-4549-946D-9DFC29C518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4" y="3359"/>
                  <a:ext cx="91" cy="91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Oval 53">
                  <a:extLst>
                    <a:ext uri="{FF2B5EF4-FFF2-40B4-BE49-F238E27FC236}">
                      <a16:creationId xmlns:a16="http://schemas.microsoft.com/office/drawing/2014/main" id="{190F381D-549A-49F7-8C07-48770B5AC8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22" y="3353"/>
                  <a:ext cx="91" cy="91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54">
                  <a:extLst>
                    <a:ext uri="{FF2B5EF4-FFF2-40B4-BE49-F238E27FC236}">
                      <a16:creationId xmlns:a16="http://schemas.microsoft.com/office/drawing/2014/main" id="{DA5E2FC4-A482-4BFE-8DA2-F5B167A182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00" y="2403"/>
                  <a:ext cx="588" cy="429"/>
                </a:xfrm>
                <a:custGeom>
                  <a:avLst/>
                  <a:gdLst>
                    <a:gd name="T0" fmla="*/ 588 w 588"/>
                    <a:gd name="T1" fmla="*/ 0 h 429"/>
                    <a:gd name="T2" fmla="*/ 0 w 588"/>
                    <a:gd name="T3" fmla="*/ 429 h 4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88" h="429">
                      <a:moveTo>
                        <a:pt x="588" y="0"/>
                      </a:moveTo>
                      <a:lnTo>
                        <a:pt x="0" y="429"/>
                      </a:ln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Freeform 55">
                  <a:extLst>
                    <a:ext uri="{FF2B5EF4-FFF2-40B4-BE49-F238E27FC236}">
                      <a16:creationId xmlns:a16="http://schemas.microsoft.com/office/drawing/2014/main" id="{E22B7A87-C2E0-47E9-A8D4-489E0C1C5B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76" y="2919"/>
                  <a:ext cx="219" cy="693"/>
                </a:xfrm>
                <a:custGeom>
                  <a:avLst/>
                  <a:gdLst>
                    <a:gd name="T0" fmla="*/ 0 w 219"/>
                    <a:gd name="T1" fmla="*/ 0 h 693"/>
                    <a:gd name="T2" fmla="*/ 219 w 219"/>
                    <a:gd name="T3" fmla="*/ 693 h 6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19" h="693">
                      <a:moveTo>
                        <a:pt x="0" y="0"/>
                      </a:moveTo>
                      <a:lnTo>
                        <a:pt x="219" y="693"/>
                      </a:ln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" name="Freeform 56">
                  <a:extLst>
                    <a:ext uri="{FF2B5EF4-FFF2-40B4-BE49-F238E27FC236}">
                      <a16:creationId xmlns:a16="http://schemas.microsoft.com/office/drawing/2014/main" id="{D89BCBD4-2614-4DE4-886B-85EDD1D59B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70" y="3657"/>
                  <a:ext cx="723" cy="1"/>
                </a:xfrm>
                <a:custGeom>
                  <a:avLst/>
                  <a:gdLst>
                    <a:gd name="T0" fmla="*/ 0 w 723"/>
                    <a:gd name="T1" fmla="*/ 0 h 1"/>
                    <a:gd name="T2" fmla="*/ 723 w 72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23" h="1">
                      <a:moveTo>
                        <a:pt x="0" y="0"/>
                      </a:moveTo>
                      <a:lnTo>
                        <a:pt x="723" y="0"/>
                      </a:ln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" name="Freeform 57">
                  <a:extLst>
                    <a:ext uri="{FF2B5EF4-FFF2-40B4-BE49-F238E27FC236}">
                      <a16:creationId xmlns:a16="http://schemas.microsoft.com/office/drawing/2014/main" id="{F3A347E0-940D-4426-8FBF-E59526F22C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65" y="2907"/>
                  <a:ext cx="225" cy="705"/>
                </a:xfrm>
                <a:custGeom>
                  <a:avLst/>
                  <a:gdLst>
                    <a:gd name="T0" fmla="*/ 225 w 225"/>
                    <a:gd name="T1" fmla="*/ 0 h 705"/>
                    <a:gd name="T2" fmla="*/ 0 w 225"/>
                    <a:gd name="T3" fmla="*/ 705 h 7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25" h="705">
                      <a:moveTo>
                        <a:pt x="225" y="0"/>
                      </a:moveTo>
                      <a:lnTo>
                        <a:pt x="0" y="705"/>
                      </a:ln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" name="Freeform 58">
                  <a:extLst>
                    <a:ext uri="{FF2B5EF4-FFF2-40B4-BE49-F238E27FC236}">
                      <a16:creationId xmlns:a16="http://schemas.microsoft.com/office/drawing/2014/main" id="{5E244587-79E6-45CE-90D6-D0E3B2221C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78" y="2400"/>
                  <a:ext cx="579" cy="426"/>
                </a:xfrm>
                <a:custGeom>
                  <a:avLst/>
                  <a:gdLst>
                    <a:gd name="T0" fmla="*/ 0 w 579"/>
                    <a:gd name="T1" fmla="*/ 0 h 426"/>
                    <a:gd name="T2" fmla="*/ 579 w 579"/>
                    <a:gd name="T3" fmla="*/ 426 h 4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79" h="426">
                      <a:moveTo>
                        <a:pt x="0" y="0"/>
                      </a:moveTo>
                      <a:lnTo>
                        <a:pt x="579" y="426"/>
                      </a:ln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" name="Freeform 59">
                  <a:extLst>
                    <a:ext uri="{FF2B5EF4-FFF2-40B4-BE49-F238E27FC236}">
                      <a16:creationId xmlns:a16="http://schemas.microsoft.com/office/drawing/2014/main" id="{05C7BB75-3392-44FD-9EAF-3FB32FDC1C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66" y="2694"/>
                  <a:ext cx="222" cy="684"/>
                </a:xfrm>
                <a:custGeom>
                  <a:avLst/>
                  <a:gdLst>
                    <a:gd name="T0" fmla="*/ 222 w 222"/>
                    <a:gd name="T1" fmla="*/ 0 h 684"/>
                    <a:gd name="T2" fmla="*/ 0 w 222"/>
                    <a:gd name="T3" fmla="*/ 684 h 6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22" h="684">
                      <a:moveTo>
                        <a:pt x="222" y="0"/>
                      </a:moveTo>
                      <a:lnTo>
                        <a:pt x="0" y="684"/>
                      </a:ln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" name="Freeform 60">
                  <a:extLst>
                    <a:ext uri="{FF2B5EF4-FFF2-40B4-BE49-F238E27FC236}">
                      <a16:creationId xmlns:a16="http://schemas.microsoft.com/office/drawing/2014/main" id="{B2337667-FF7A-4BEE-A066-576D6049A8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84" y="2688"/>
                  <a:ext cx="219" cy="684"/>
                </a:xfrm>
                <a:custGeom>
                  <a:avLst/>
                  <a:gdLst>
                    <a:gd name="T0" fmla="*/ 0 w 219"/>
                    <a:gd name="T1" fmla="*/ 0 h 684"/>
                    <a:gd name="T2" fmla="*/ 219 w 219"/>
                    <a:gd name="T3" fmla="*/ 684 h 6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19" h="684">
                      <a:moveTo>
                        <a:pt x="0" y="0"/>
                      </a:moveTo>
                      <a:lnTo>
                        <a:pt x="219" y="684"/>
                      </a:ln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" name="Freeform 61">
                  <a:extLst>
                    <a:ext uri="{FF2B5EF4-FFF2-40B4-BE49-F238E27FC236}">
                      <a16:creationId xmlns:a16="http://schemas.microsoft.com/office/drawing/2014/main" id="{33516B02-D4A4-4264-97BC-9E45358063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73" y="2919"/>
                  <a:ext cx="726" cy="1"/>
                </a:xfrm>
                <a:custGeom>
                  <a:avLst/>
                  <a:gdLst>
                    <a:gd name="T0" fmla="*/ 0 w 726"/>
                    <a:gd name="T1" fmla="*/ 0 h 1"/>
                    <a:gd name="T2" fmla="*/ 726 w 726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26" h="1">
                      <a:moveTo>
                        <a:pt x="0" y="0"/>
                      </a:moveTo>
                      <a:lnTo>
                        <a:pt x="726" y="0"/>
                      </a:ln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" name="Freeform 62">
                  <a:extLst>
                    <a:ext uri="{FF2B5EF4-FFF2-40B4-BE49-F238E27FC236}">
                      <a16:creationId xmlns:a16="http://schemas.microsoft.com/office/drawing/2014/main" id="{8448EF1C-14ED-400A-8AAB-83A9F59AF6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38" y="3000"/>
                  <a:ext cx="582" cy="429"/>
                </a:xfrm>
                <a:custGeom>
                  <a:avLst/>
                  <a:gdLst>
                    <a:gd name="T0" fmla="*/ 582 w 582"/>
                    <a:gd name="T1" fmla="*/ 0 h 429"/>
                    <a:gd name="T2" fmla="*/ 0 w 582"/>
                    <a:gd name="T3" fmla="*/ 429 h 4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82" h="429">
                      <a:moveTo>
                        <a:pt x="582" y="0"/>
                      </a:moveTo>
                      <a:lnTo>
                        <a:pt x="0" y="429"/>
                      </a:ln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Freeform 63">
                  <a:extLst>
                    <a:ext uri="{FF2B5EF4-FFF2-40B4-BE49-F238E27FC236}">
                      <a16:creationId xmlns:a16="http://schemas.microsoft.com/office/drawing/2014/main" id="{0612E7A8-CFDB-46FD-80F5-56847C814F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6" y="3006"/>
                  <a:ext cx="582" cy="417"/>
                </a:xfrm>
                <a:custGeom>
                  <a:avLst/>
                  <a:gdLst>
                    <a:gd name="T0" fmla="*/ 0 w 582"/>
                    <a:gd name="T1" fmla="*/ 0 h 417"/>
                    <a:gd name="T2" fmla="*/ 582 w 582"/>
                    <a:gd name="T3" fmla="*/ 417 h 4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82" h="417">
                      <a:moveTo>
                        <a:pt x="0" y="0"/>
                      </a:moveTo>
                      <a:lnTo>
                        <a:pt x="582" y="417"/>
                      </a:ln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6" name="Text Box 64">
                <a:extLst>
                  <a:ext uri="{FF2B5EF4-FFF2-40B4-BE49-F238E27FC236}">
                    <a16:creationId xmlns:a16="http://schemas.microsoft.com/office/drawing/2014/main" id="{BF31DC89-8459-4366-ABD4-8F67AC79B2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64" y="3488"/>
                <a:ext cx="14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r>
                  <a:rPr lang="zh-CN" altLang="en-US" sz="2000" b="0"/>
                  <a:t>(</a:t>
                </a:r>
                <a:r>
                  <a:rPr lang="en-US" altLang="zh-CN" sz="2000" b="0"/>
                  <a:t>a)</a:t>
                </a:r>
              </a:p>
            </p:txBody>
          </p:sp>
        </p:grpSp>
        <p:grpSp>
          <p:nvGrpSpPr>
            <p:cNvPr id="9" name="Group 95">
              <a:extLst>
                <a:ext uri="{FF2B5EF4-FFF2-40B4-BE49-F238E27FC236}">
                  <a16:creationId xmlns:a16="http://schemas.microsoft.com/office/drawing/2014/main" id="{32221AA5-9E03-4D91-90EC-BBD01D4957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7" y="2176"/>
              <a:ext cx="1381" cy="1520"/>
              <a:chOff x="4187" y="2176"/>
              <a:chExt cx="1381" cy="1520"/>
            </a:xfrm>
          </p:grpSpPr>
          <p:sp>
            <p:nvSpPr>
              <p:cNvPr id="11" name="Freeform 67">
                <a:extLst>
                  <a:ext uri="{FF2B5EF4-FFF2-40B4-BE49-F238E27FC236}">
                    <a16:creationId xmlns:a16="http://schemas.microsoft.com/office/drawing/2014/main" id="{D97EDFBC-4923-420A-B450-269AFA33C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80" y="2272"/>
                <a:ext cx="1" cy="189"/>
              </a:xfrm>
              <a:custGeom>
                <a:avLst/>
                <a:gdLst>
                  <a:gd name="T0" fmla="*/ 0 w 1"/>
                  <a:gd name="T1" fmla="*/ 0 h 189"/>
                  <a:gd name="T2" fmla="*/ 0 w 1"/>
                  <a:gd name="T3" fmla="*/ 18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89">
                    <a:moveTo>
                      <a:pt x="0" y="0"/>
                    </a:moveTo>
                    <a:lnTo>
                      <a:pt x="0" y="189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Oval 72">
                <a:extLst>
                  <a:ext uri="{FF2B5EF4-FFF2-40B4-BE49-F238E27FC236}">
                    <a16:creationId xmlns:a16="http://schemas.microsoft.com/office/drawing/2014/main" id="{09C68602-A0C3-49F9-9632-5C7972981F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5" y="2176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Oval 73">
                <a:extLst>
                  <a:ext uri="{FF2B5EF4-FFF2-40B4-BE49-F238E27FC236}">
                    <a16:creationId xmlns:a16="http://schemas.microsoft.com/office/drawing/2014/main" id="{F71609AB-6677-493A-9EF6-65CE71EF2E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5" y="2461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Oval 74">
                <a:extLst>
                  <a:ext uri="{FF2B5EF4-FFF2-40B4-BE49-F238E27FC236}">
                    <a16:creationId xmlns:a16="http://schemas.microsoft.com/office/drawing/2014/main" id="{46E3642B-0003-4A9C-93B4-C5EA792C34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0" y="2734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Oval 75">
                <a:extLst>
                  <a:ext uri="{FF2B5EF4-FFF2-40B4-BE49-F238E27FC236}">
                    <a16:creationId xmlns:a16="http://schemas.microsoft.com/office/drawing/2014/main" id="{749A1F4F-7599-4D03-8F05-96B8F0E87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7" y="2646"/>
                <a:ext cx="91" cy="91"/>
              </a:xfrm>
              <a:prstGeom prst="ellipse">
                <a:avLst/>
              </a:prstGeom>
              <a:solidFill>
                <a:schemeClr val="accent2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Oval 76">
                <a:extLst>
                  <a:ext uri="{FF2B5EF4-FFF2-40B4-BE49-F238E27FC236}">
                    <a16:creationId xmlns:a16="http://schemas.microsoft.com/office/drawing/2014/main" id="{FD3F7091-AA89-41E7-87FD-7265AC78E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10" y="2731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Oval 77">
                <a:extLst>
                  <a:ext uri="{FF2B5EF4-FFF2-40B4-BE49-F238E27FC236}">
                    <a16:creationId xmlns:a16="http://schemas.microsoft.com/office/drawing/2014/main" id="{3C909A4C-7CAA-4D62-9346-B3D292BB64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77" y="2640"/>
                <a:ext cx="91" cy="91"/>
              </a:xfrm>
              <a:prstGeom prst="ellipse">
                <a:avLst/>
              </a:prstGeom>
              <a:solidFill>
                <a:schemeClr val="accent2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Oval 78">
                <a:extLst>
                  <a:ext uri="{FF2B5EF4-FFF2-40B4-BE49-F238E27FC236}">
                    <a16:creationId xmlns:a16="http://schemas.microsoft.com/office/drawing/2014/main" id="{DD57AD19-4136-47FD-9318-EDE7C3271E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6" y="3403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Oval 79">
                <a:extLst>
                  <a:ext uri="{FF2B5EF4-FFF2-40B4-BE49-F238E27FC236}">
                    <a16:creationId xmlns:a16="http://schemas.microsoft.com/office/drawing/2014/main" id="{638427A7-4B60-4632-9C65-4F5A55AC8E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1" y="3406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Oval 80">
                <a:extLst>
                  <a:ext uri="{FF2B5EF4-FFF2-40B4-BE49-F238E27FC236}">
                    <a16:creationId xmlns:a16="http://schemas.microsoft.com/office/drawing/2014/main" id="{78E5B900-4A14-44BC-B4AE-D72A053752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1" y="3180"/>
                <a:ext cx="91" cy="91"/>
              </a:xfrm>
              <a:prstGeom prst="ellipse">
                <a:avLst/>
              </a:prstGeom>
              <a:solidFill>
                <a:schemeClr val="accent2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Oval 81">
                <a:extLst>
                  <a:ext uri="{FF2B5EF4-FFF2-40B4-BE49-F238E27FC236}">
                    <a16:creationId xmlns:a16="http://schemas.microsoft.com/office/drawing/2014/main" id="{82539AC0-198E-45A5-9DCA-ACC503A44D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9" y="3174"/>
                <a:ext cx="91" cy="91"/>
              </a:xfrm>
              <a:prstGeom prst="ellipse">
                <a:avLst/>
              </a:prstGeom>
              <a:solidFill>
                <a:schemeClr val="accent2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Freeform 84">
                <a:extLst>
                  <a:ext uri="{FF2B5EF4-FFF2-40B4-BE49-F238E27FC236}">
                    <a16:creationId xmlns:a16="http://schemas.microsoft.com/office/drawing/2014/main" id="{6405B788-A6DE-4456-9760-10EA231CF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7" y="3478"/>
                <a:ext cx="723" cy="1"/>
              </a:xfrm>
              <a:custGeom>
                <a:avLst/>
                <a:gdLst>
                  <a:gd name="T0" fmla="*/ 0 w 723"/>
                  <a:gd name="T1" fmla="*/ 0 h 1"/>
                  <a:gd name="T2" fmla="*/ 723 w 723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3" h="1">
                    <a:moveTo>
                      <a:pt x="0" y="0"/>
                    </a:moveTo>
                    <a:lnTo>
                      <a:pt x="723" y="0"/>
                    </a:lnTo>
                  </a:path>
                </a:pathLst>
              </a:cu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89">
                <a:extLst>
                  <a:ext uri="{FF2B5EF4-FFF2-40B4-BE49-F238E27FC236}">
                    <a16:creationId xmlns:a16="http://schemas.microsoft.com/office/drawing/2014/main" id="{CF6D4A54-22F9-4DE4-9CBF-71B8816B4F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0" y="2740"/>
                <a:ext cx="726" cy="1"/>
              </a:xfrm>
              <a:custGeom>
                <a:avLst/>
                <a:gdLst>
                  <a:gd name="T0" fmla="*/ 0 w 726"/>
                  <a:gd name="T1" fmla="*/ 0 h 1"/>
                  <a:gd name="T2" fmla="*/ 726 w 726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6" h="1">
                    <a:moveTo>
                      <a:pt x="0" y="0"/>
                    </a:moveTo>
                    <a:lnTo>
                      <a:pt x="726" y="0"/>
                    </a:lnTo>
                  </a:path>
                </a:pathLst>
              </a:cu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Text Box 92">
                <a:extLst>
                  <a:ext uri="{FF2B5EF4-FFF2-40B4-BE49-F238E27FC236}">
                    <a16:creationId xmlns:a16="http://schemas.microsoft.com/office/drawing/2014/main" id="{A0589BA4-B76C-4FA8-B080-285FD145E6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1" y="3504"/>
                <a:ext cx="14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/>
              <a:p>
                <a:r>
                  <a:rPr lang="zh-CN" altLang="en-US" sz="2000" b="0"/>
                  <a:t>(</a:t>
                </a:r>
                <a:r>
                  <a:rPr lang="en-US" altLang="zh-CN" sz="2000" b="0"/>
                  <a:t>c)</a:t>
                </a:r>
              </a:p>
            </p:txBody>
          </p:sp>
        </p:grpSp>
        <p:sp>
          <p:nvSpPr>
            <p:cNvPr id="10" name="Text Box 96">
              <a:extLst>
                <a:ext uri="{FF2B5EF4-FFF2-40B4-BE49-F238E27FC236}">
                  <a16:creationId xmlns:a16="http://schemas.microsoft.com/office/drawing/2014/main" id="{A299B6D6-4F3E-4199-A97A-6B8042C48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744"/>
              <a:ext cx="13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>
              <a:spAutoFit/>
            </a:bodyPr>
            <a:lstStyle/>
            <a:p>
              <a:r>
                <a:rPr lang="en-US" altLang="zh-CN" sz="2000" b="0" dirty="0"/>
                <a:t>P-</a:t>
              </a:r>
              <a:r>
                <a:rPr lang="zh-CN" altLang="en-US" sz="2000" b="0" dirty="0"/>
                <a:t>图及其子图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0295195"/>
      </p:ext>
    </p:extLst>
  </p:cSld>
  <p:clrMapOvr>
    <a:masterClrMapping/>
  </p:clrMapOvr>
  <p:transition spd="slow" advTm="0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标题 5121">
            <a:extLst>
              <a:ext uri="{FF2B5EF4-FFF2-40B4-BE49-F238E27FC236}">
                <a16:creationId xmlns:a16="http://schemas.microsoft.com/office/drawing/2014/main" id="{5A17C800-241B-4A93-8639-677019E0363C}"/>
              </a:ext>
            </a:extLst>
          </p:cNvPr>
          <p:cNvSpPr txBox="1">
            <a:spLocks/>
          </p:cNvSpPr>
          <p:nvPr/>
        </p:nvSpPr>
        <p:spPr>
          <a:xfrm>
            <a:off x="1915160" y="2860675"/>
            <a:ext cx="8361680" cy="1136650"/>
          </a:xfrm>
          <a:prstGeom prst="rect">
            <a:avLst/>
          </a:prstGeom>
          <a:ln>
            <a:noFill/>
            <a:miter/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lnSpc>
                <a:spcPct val="135000"/>
              </a:lnSpc>
            </a:pPr>
            <a:r>
              <a:rPr lang="zh-CN" altLang="en-US" sz="42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Hei" panose="02010609060101010101" pitchFamily="2" charset="-122"/>
              </a:rPr>
              <a:t>特殊图</a:t>
            </a:r>
            <a:endParaRPr lang="en-US" altLang="zh-CN" sz="4200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Hei" panose="02010609060101010101" pitchFamily="2" charset="-122"/>
            </a:endParaRPr>
          </a:p>
          <a:p>
            <a:pPr algn="ctr" fontAlgn="base">
              <a:lnSpc>
                <a:spcPct val="135000"/>
              </a:lnSpc>
            </a:pPr>
            <a:r>
              <a:rPr lang="en-US" altLang="x-none" sz="42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Special Graph </a:t>
            </a:r>
          </a:p>
        </p:txBody>
      </p:sp>
    </p:spTree>
    <p:extLst>
      <p:ext uri="{BB962C8B-B14F-4D97-AF65-F5344CB8AC3E}">
        <p14:creationId xmlns:p14="http://schemas.microsoft.com/office/powerpoint/2010/main" val="4183310964"/>
      </p:ext>
    </p:extLst>
  </p:cSld>
  <p:clrMapOvr>
    <a:masterClrMapping/>
  </p:clrMapOvr>
  <p:transition spd="slow" advTm="0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文本占位符 13314">
            <a:extLst>
              <a:ext uri="{FF2B5EF4-FFF2-40B4-BE49-F238E27FC236}">
                <a16:creationId xmlns:a16="http://schemas.microsoft.com/office/drawing/2014/main" id="{11F7F6B5-0452-4E5F-A933-5E5BA85BB93F}"/>
              </a:ext>
            </a:extLst>
          </p:cNvPr>
          <p:cNvSpPr txBox="1">
            <a:spLocks/>
          </p:cNvSpPr>
          <p:nvPr/>
        </p:nvSpPr>
        <p:spPr>
          <a:xfrm>
            <a:off x="2386668" y="1327136"/>
            <a:ext cx="5483225" cy="485775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树 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(Tree):无环的连通图</a:t>
            </a:r>
          </a:p>
          <a:p>
            <a:pPr marL="0" indent="0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森林 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(Forest)</a:t>
            </a:r>
          </a:p>
          <a:p>
            <a:pPr marL="0" indent="0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平凡树 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(Trivial Tree)</a:t>
            </a:r>
          </a:p>
          <a:p>
            <a:pPr marL="0" indent="0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树叶 (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Leaf)/</a:t>
            </a:r>
            <a:r>
              <a:rPr lang="zh-CN" altLang="en-US" sz="20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外部结点 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  <a:sym typeface="Arial" panose="020B0604020202020204" pitchFamily="34" charset="0"/>
              </a:rPr>
              <a:t>(External nodes)</a:t>
            </a:r>
          </a:p>
          <a:p>
            <a:pPr marL="0" indent="0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分支结点 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(Branched Vertex)/</a:t>
            </a:r>
            <a:r>
              <a:rPr lang="zh-CN" altLang="en-US" sz="20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  <a:sym typeface="Arial" panose="020B0604020202020204" pitchFamily="34" charset="0"/>
              </a:rPr>
              <a:t>内部结点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  <a:sym typeface="Arial" panose="020B0604020202020204" pitchFamily="34" charset="0"/>
              </a:rPr>
              <a:t>(Internal n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  <a:sym typeface="Arial" panose="020B0604020202020204" pitchFamily="34" charset="0"/>
              </a:rPr>
              <a:t>o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  <a:sym typeface="Arial" panose="020B0604020202020204" pitchFamily="34" charset="0"/>
              </a:rPr>
              <a:t>des)</a:t>
            </a:r>
          </a:p>
        </p:txBody>
      </p:sp>
      <p:graphicFrame>
        <p:nvGraphicFramePr>
          <p:cNvPr id="6" name="内容占位符 13315">
            <a:extLst>
              <a:ext uri="{FF2B5EF4-FFF2-40B4-BE49-F238E27FC236}">
                <a16:creationId xmlns:a16="http://schemas.microsoft.com/office/drawing/2014/main" id="{DC1DC1CE-63F7-42CD-8BB3-6DE7660BC4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74763" y="2325014"/>
          <a:ext cx="3684905" cy="3002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057400" imgH="1476375" progId="WPS.Doc.6">
                  <p:embed/>
                </p:oleObj>
              </mc:Choice>
              <mc:Fallback>
                <p:oleObj r:id="rId4" imgW="2057400" imgH="1476375" progId="WPS.Doc.6">
                  <p:embed/>
                  <p:pic>
                    <p:nvPicPr>
                      <p:cNvPr id="6" name="内容占位符 13315">
                        <a:extLst>
                          <a:ext uri="{FF2B5EF4-FFF2-40B4-BE49-F238E27FC236}">
                            <a16:creationId xmlns:a16="http://schemas.microsoft.com/office/drawing/2014/main" id="{DC1DC1CE-63F7-42CD-8BB3-6DE7660BC4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74763" y="2325014"/>
                        <a:ext cx="3684905" cy="300291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892496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内容占位符 14338">
            <a:extLst>
              <a:ext uri="{FF2B5EF4-FFF2-40B4-BE49-F238E27FC236}">
                <a16:creationId xmlns:a16="http://schemas.microsoft.com/office/drawing/2014/main" id="{F41A2671-9E08-4690-8976-E3D55F620AC8}"/>
              </a:ext>
            </a:extLst>
          </p:cNvPr>
          <p:cNvSpPr txBox="1">
            <a:spLocks/>
          </p:cNvSpPr>
          <p:nvPr/>
        </p:nvSpPr>
        <p:spPr>
          <a:xfrm>
            <a:off x="1717457" y="576399"/>
            <a:ext cx="8752840" cy="511302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indent="635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1000" b="1" dirty="0">
              <a:solidFill>
                <a:srgbClr val="FF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marL="263525" indent="635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性质</a:t>
            </a:r>
            <a:endParaRPr lang="zh-CN" altLang="en-US" sz="1800" b="1" dirty="0">
              <a:solidFill>
                <a:srgbClr val="FF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marL="263525" indent="6350">
              <a:lnSpc>
                <a:spcPct val="150000"/>
              </a:lnSpc>
              <a:buNone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设无向图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G = &lt;V,E&gt;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，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|V| = n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，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|E| = m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，下列各命题是等价的：</a:t>
            </a:r>
          </a:p>
          <a:p>
            <a:pPr marL="263525" indent="6350">
              <a:lnSpc>
                <a:spcPct val="150000"/>
              </a:lnSpc>
              <a:buNone/>
            </a:pP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1.G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连通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而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不含回路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(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即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是树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)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；</a:t>
            </a:r>
          </a:p>
          <a:p>
            <a:pPr marL="263525" indent="6350">
              <a:lnSpc>
                <a:spcPct val="150000"/>
              </a:lnSpc>
              <a:buNone/>
            </a:pP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2.G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中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无回路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，且</a:t>
            </a:r>
            <a:r>
              <a:rPr lang="en-US" altLang="zh-CN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m = n-1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；</a:t>
            </a:r>
          </a:p>
          <a:p>
            <a:pPr marL="263525" indent="6350">
              <a:lnSpc>
                <a:spcPct val="150000"/>
              </a:lnSpc>
              <a:buNone/>
            </a:pP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3.G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是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连通的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，且</a:t>
            </a:r>
            <a:r>
              <a:rPr lang="en-US" altLang="zh-CN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m = n-1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；</a:t>
            </a:r>
          </a:p>
          <a:p>
            <a:pPr marL="263525" indent="6350">
              <a:lnSpc>
                <a:spcPct val="150000"/>
              </a:lnSpc>
              <a:buNone/>
            </a:pP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4.G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中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无回路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，但在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中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任二结点之间增加一条新边，就得到惟一的一条基本回路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；</a:t>
            </a:r>
          </a:p>
          <a:p>
            <a:pPr marL="263525" indent="6350">
              <a:lnSpc>
                <a:spcPct val="150000"/>
              </a:lnSpc>
              <a:buNone/>
            </a:pP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5.G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是连通的，但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删除</a:t>
            </a:r>
            <a:r>
              <a:rPr lang="en-US" altLang="zh-CN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中任一条边后，便不连通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；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(n≥2)</a:t>
            </a:r>
          </a:p>
          <a:p>
            <a:pPr marL="263525" indent="6350">
              <a:lnSpc>
                <a:spcPct val="150000"/>
              </a:lnSpc>
              <a:buNone/>
            </a:pP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6.G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中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每一对结点之间有惟一一条基本通路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(n≥2)</a:t>
            </a:r>
          </a:p>
          <a:p>
            <a:pPr marL="263525" indent="635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2000" b="1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263525" indent="635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2400" b="1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263525" indent="6350" algn="just">
              <a:lnSpc>
                <a:spcPct val="110000"/>
              </a:lnSpc>
              <a:buFont typeface="Arial" panose="020B0604020202020204" pitchFamily="34" charset="0"/>
              <a:buNone/>
            </a:pPr>
            <a:endParaRPr lang="en-US" altLang="zh-CN" sz="2400" b="1" dirty="0">
              <a:solidFill>
                <a:schemeClr val="accent2"/>
              </a:solidFill>
              <a:latin typeface="Microsoft YaHei" panose="020B0503020204020204" charset="-122"/>
              <a:ea typeface="Microsoft YaHei" panose="020B0503020204020204" charset="-122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75233594"/>
      </p:ext>
    </p:extLst>
  </p:cSld>
  <p:clrMapOvr>
    <a:masterClrMapping/>
  </p:clrMapOvr>
  <p:transition spd="slow" advTm="0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7238F6-A582-43D9-A982-FC981D3B9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6411" y="1691005"/>
            <a:ext cx="8064500" cy="2584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在结点给定的无向图中，</a:t>
            </a:r>
          </a:p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树是边数最多的无回路图</a:t>
            </a:r>
          </a:p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树是边数最少的连通图</a:t>
            </a:r>
          </a:p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由此可知，在无向图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 = (n, m)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</a:p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F002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DF002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F002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DF002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F002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DF002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F002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是不连通的</a:t>
            </a:r>
          </a:p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F002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DF002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F002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DF002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F002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DF002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F002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必含回路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ECA6533-4B1F-4A7E-830C-66A2B1FF0804}"/>
              </a:ext>
            </a:extLst>
          </p:cNvPr>
          <p:cNvSpPr txBox="1"/>
          <p:nvPr/>
        </p:nvSpPr>
        <p:spPr>
          <a:xfrm>
            <a:off x="2808333" y="4667371"/>
            <a:ext cx="6143896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任意非平凡树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T = (n, m) 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，至少有两片树叶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059BF4E5-96A5-485F-9BC6-15C9B8329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453" y="910545"/>
            <a:ext cx="806450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30066"/>
                </a:solidFill>
                <a:effectLst/>
                <a:uLnTx/>
                <a:uFillTx/>
                <a:latin typeface="黑体"/>
                <a:ea typeface="黑体"/>
                <a:cs typeface="+mj-cs"/>
              </a:rPr>
              <a:t>树的特点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F28F70A-2004-402C-9BAA-1A1DA8014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453" y="4487276"/>
            <a:ext cx="94488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srgbClr val="330066"/>
                </a:solidFill>
                <a:latin typeface="黑体"/>
                <a:ea typeface="黑体"/>
              </a:rPr>
              <a:t>定理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330066"/>
              </a:solidFill>
              <a:effectLst/>
              <a:uLnTx/>
              <a:uFillTx/>
              <a:latin typeface="黑体"/>
              <a:ea typeface="黑体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1059508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占位符 16386">
            <a:extLst>
              <a:ext uri="{FF2B5EF4-FFF2-40B4-BE49-F238E27FC236}">
                <a16:creationId xmlns:a16="http://schemas.microsoft.com/office/drawing/2014/main" id="{423BC5FD-923C-4F78-96C1-DD5D801BAA6C}"/>
              </a:ext>
            </a:extLst>
          </p:cNvPr>
          <p:cNvSpPr txBox="1">
            <a:spLocks/>
          </p:cNvSpPr>
          <p:nvPr/>
        </p:nvSpPr>
        <p:spPr>
          <a:xfrm>
            <a:off x="1844992" y="1675701"/>
            <a:ext cx="8502015" cy="452628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  </a:t>
            </a:r>
            <a:r>
              <a:rPr lang="zh-CN" altLang="en-US" sz="2400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示例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 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  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树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具有</a:t>
            </a:r>
            <a:r>
              <a:rPr lang="en-US" altLang="zh-CN" sz="2000" b="1" dirty="0" err="1">
                <a:latin typeface="Microsoft YaHei" panose="020B0503020204020204" charset="-122"/>
                <a:ea typeface="Microsoft YaHei" panose="020B0503020204020204" charset="-122"/>
              </a:rPr>
              <a:t>n</a:t>
            </a:r>
            <a:r>
              <a:rPr lang="en-US" altLang="zh-CN" sz="2000" b="1" baseline="-25000" dirty="0" err="1">
                <a:latin typeface="Microsoft YaHei" panose="020B0503020204020204" charset="-122"/>
                <a:ea typeface="Microsoft YaHei" panose="020B0503020204020204" charset="-122"/>
              </a:rPr>
              <a:t>i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个度数为</a:t>
            </a:r>
            <a:r>
              <a:rPr lang="en-US" altLang="zh-CN" sz="2000" b="1" dirty="0" err="1">
                <a:latin typeface="Microsoft YaHei" panose="020B0503020204020204" charset="-122"/>
                <a:ea typeface="Microsoft YaHei" panose="020B0503020204020204" charset="-122"/>
              </a:rPr>
              <a:t>i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的结点，</a:t>
            </a:r>
            <a:r>
              <a:rPr lang="en-US" altLang="zh-CN" sz="2000" b="1" dirty="0" err="1">
                <a:latin typeface="Microsoft YaHei" panose="020B0503020204020204" charset="-122"/>
                <a:ea typeface="Microsoft YaHei" panose="020B0503020204020204" charset="-122"/>
              </a:rPr>
              <a:t>i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=2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，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，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…,k,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其余为叶子结点，问该树有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  多少叶子结点？</a:t>
            </a:r>
          </a:p>
          <a:p>
            <a:pPr>
              <a:buFont typeface="Arial" panose="020B0604020202020204" pitchFamily="34" charset="0"/>
              <a:buNone/>
            </a:pPr>
            <a:endParaRPr lang="zh-CN" altLang="en-US" sz="200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5686908"/>
      </p:ext>
    </p:extLst>
  </p:cSld>
  <p:clrMapOvr>
    <a:masterClrMapping/>
  </p:clrMapOvr>
  <p:transition spd="slow" advTm="0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内容占位符 28674">
            <a:extLst>
              <a:ext uri="{FF2B5EF4-FFF2-40B4-BE49-F238E27FC236}">
                <a16:creationId xmlns:a16="http://schemas.microsoft.com/office/drawing/2014/main" id="{B6F3E818-33FE-4718-BE1E-0545EA2E0BCE}"/>
              </a:ext>
            </a:extLst>
          </p:cNvPr>
          <p:cNvSpPr txBox="1">
            <a:spLocks/>
          </p:cNvSpPr>
          <p:nvPr/>
        </p:nvSpPr>
        <p:spPr>
          <a:xfrm>
            <a:off x="1597238" y="1279531"/>
            <a:ext cx="8455025" cy="231648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FF3300"/>
                </a:solidFill>
                <a:latin typeface="Microsoft YaHei" panose="020B0503020204020204" charset="-122"/>
                <a:ea typeface="Microsoft YaHei" panose="020B0503020204020204" charset="-122"/>
              </a:rPr>
              <a:t>生成树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若无向图的一个生成子图T是树，则称T为G的</a:t>
            </a:r>
            <a:r>
              <a:rPr lang="zh-CN" altLang="en-US" sz="2000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生成树</a:t>
            </a:r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生成树</a:t>
            </a:r>
            <a:r>
              <a:rPr lang="en-US" altLang="zh-CN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en-US" altLang="zh-CN" sz="2000" baseline="-25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中的边称为</a:t>
            </a:r>
            <a:r>
              <a:rPr lang="zh-CN" altLang="en-US" sz="2000" dirty="0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</a:rPr>
              <a:t>树枝</a:t>
            </a:r>
            <a:r>
              <a:rPr lang="en-US" altLang="zh-CN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(Branch)</a:t>
            </a:r>
            <a:r>
              <a:rPr lang="zh-CN" altLang="en-US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；</a:t>
            </a:r>
            <a:r>
              <a:rPr lang="en-US" altLang="zh-CN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中不在</a:t>
            </a:r>
            <a:r>
              <a:rPr lang="en-US" altLang="zh-CN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en-US" altLang="zh-CN" sz="2000" baseline="-25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中的边称为</a:t>
            </a:r>
            <a:r>
              <a:rPr lang="zh-CN" altLang="en-US" sz="2000" dirty="0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</a:rPr>
              <a:t>弦</a:t>
            </a:r>
            <a:r>
              <a:rPr lang="en-US" altLang="zh-CN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(Chord)</a:t>
            </a:r>
            <a:r>
              <a:rPr lang="zh-CN" altLang="en-US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；</a:t>
            </a:r>
            <a:r>
              <a:rPr lang="en-US" altLang="zh-CN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en-US" altLang="zh-CN" sz="2000" baseline="-25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的所有弦的集合称为生成树的</a:t>
            </a:r>
            <a:r>
              <a:rPr lang="zh-CN" altLang="en-US" sz="2000" dirty="0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</a:rPr>
              <a:t>补</a:t>
            </a:r>
            <a:r>
              <a:rPr lang="en-US" altLang="zh-CN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(Complement)</a:t>
            </a:r>
            <a:r>
              <a:rPr lang="zh-CN" altLang="en-US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。 </a:t>
            </a:r>
            <a:endParaRPr lang="en-US" altLang="zh-CN" sz="2000" dirty="0">
              <a:solidFill>
                <a:srgbClr val="003399"/>
              </a:solidFill>
              <a:latin typeface="Microsoft YaHei" panose="020B0503020204020204" charset="-122"/>
              <a:ea typeface="Microsoft YaHei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9A07EB-E1E2-47B6-A97C-6A4B3381BD48}"/>
              </a:ext>
            </a:extLst>
          </p:cNvPr>
          <p:cNvSpPr txBox="1"/>
          <p:nvPr/>
        </p:nvSpPr>
        <p:spPr>
          <a:xfrm>
            <a:off x="1054187" y="3429000"/>
            <a:ext cx="8420735" cy="27070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lnSpc>
                <a:spcPct val="170000"/>
              </a:lnSpc>
              <a:buNone/>
            </a:pPr>
            <a:r>
              <a:rPr lang="zh-CN" altLang="en-US" sz="2000" b="0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思考</a:t>
            </a:r>
          </a:p>
          <a:p>
            <a:pPr lvl="0">
              <a:lnSpc>
                <a:spcPct val="170000"/>
              </a:lnSpc>
              <a:buNone/>
            </a:pPr>
            <a:r>
              <a:rPr lang="zh-CN" altLang="en-US" sz="2000" b="0" dirty="0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   1) 只有连通图才有生成树?</a:t>
            </a:r>
          </a:p>
          <a:p>
            <a:pPr lvl="0">
              <a:lnSpc>
                <a:spcPct val="170000"/>
              </a:lnSpc>
              <a:buNone/>
            </a:pPr>
            <a:r>
              <a:rPr lang="zh-CN" altLang="en-US" sz="2000" b="0" dirty="0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   2) 连通图至少有一棵生成树？</a:t>
            </a:r>
          </a:p>
          <a:p>
            <a:pPr lvl="0">
              <a:lnSpc>
                <a:spcPct val="170000"/>
              </a:lnSpc>
              <a:buNone/>
            </a:pPr>
            <a:r>
              <a:rPr lang="zh-CN" altLang="en-US" sz="2000" b="0" dirty="0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   3) 设G为连通无向图，那么G的任一回路与G – </a:t>
            </a:r>
            <a:r>
              <a:rPr lang="zh-CN" altLang="en-US" sz="2000" b="0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T</a:t>
            </a:r>
            <a:r>
              <a:rPr lang="zh-CN" altLang="en-US" sz="2000" b="0" dirty="0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至少有一条公共边</a:t>
            </a:r>
            <a:r>
              <a:rPr lang="en-US" altLang="zh-CN" sz="2000" b="0" dirty="0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.</a:t>
            </a:r>
          </a:p>
          <a:p>
            <a:pPr lvl="0">
              <a:lnSpc>
                <a:spcPct val="170000"/>
              </a:lnSpc>
              <a:buNone/>
            </a:pPr>
            <a:r>
              <a:rPr lang="zh-CN" altLang="en-US" sz="2000" b="0" dirty="0">
                <a:latin typeface="Microsoft YaHei" panose="020B0503020204020204" charset="-122"/>
                <a:ea typeface="Microsoft YaHei" panose="020B0503020204020204" charset="-122"/>
                <a:sym typeface="Arial" panose="020B0604020202020204" pitchFamily="34" charset="0"/>
              </a:rPr>
              <a:t>   4</a:t>
            </a:r>
            <a:r>
              <a:rPr lang="en-US" altLang="zh-CN" sz="2000" b="0" dirty="0">
                <a:latin typeface="Microsoft YaHei" panose="020B0503020204020204" charset="-122"/>
                <a:ea typeface="Microsoft YaHei" panose="020B0503020204020204" charset="-122"/>
                <a:sym typeface="Arial" panose="020B0604020202020204" pitchFamily="34" charset="0"/>
              </a:rPr>
              <a:t>) </a:t>
            </a:r>
            <a:r>
              <a:rPr lang="zh-CN" altLang="en-US" sz="2000" b="0" dirty="0">
                <a:latin typeface="Microsoft YaHei" panose="020B0503020204020204" charset="-122"/>
                <a:ea typeface="Microsoft YaHei" panose="020B0503020204020204" charset="-122"/>
                <a:sym typeface="Arial" panose="020B0604020202020204" pitchFamily="34" charset="0"/>
              </a:rPr>
              <a:t>生成树的求解与数量问题</a:t>
            </a:r>
            <a:r>
              <a:rPr lang="en-US" altLang="zh-CN" sz="2000" b="0" dirty="0">
                <a:latin typeface="Microsoft YaHei" panose="020B0503020204020204" charset="-122"/>
                <a:ea typeface="Microsoft YaHei" panose="020B0503020204020204" charset="-122"/>
                <a:sym typeface="Arial" panose="020B0604020202020204" pitchFamily="34" charset="0"/>
              </a:rPr>
              <a:t>.</a:t>
            </a:r>
          </a:p>
        </p:txBody>
      </p:sp>
      <p:grpSp>
        <p:nvGrpSpPr>
          <p:cNvPr id="6" name="Group 72">
            <a:extLst>
              <a:ext uri="{FF2B5EF4-FFF2-40B4-BE49-F238E27FC236}">
                <a16:creationId xmlns:a16="http://schemas.microsoft.com/office/drawing/2014/main" id="{6548F6DB-4D7F-4664-B41F-831E69B83F74}"/>
              </a:ext>
            </a:extLst>
          </p:cNvPr>
          <p:cNvGrpSpPr>
            <a:grpSpLocks/>
          </p:cNvGrpSpPr>
          <p:nvPr/>
        </p:nvGrpSpPr>
        <p:grpSpPr bwMode="auto">
          <a:xfrm>
            <a:off x="8732012" y="1045593"/>
            <a:ext cx="2447925" cy="1744663"/>
            <a:chOff x="3546" y="768"/>
            <a:chExt cx="1542" cy="1099"/>
          </a:xfrm>
        </p:grpSpPr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599D3267-BDB6-45B5-B9D3-D1B5148B1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8" y="768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E53F26FE-0F4E-4E51-880A-A629BD369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3" y="768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294AF243-820D-4023-92B0-F976CEDA5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0" y="814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AAA4C966-3F8A-49A3-8750-D6DA4C9CF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3" y="768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7BDAD90-D780-413F-9BAD-AA07E77C3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814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30">
              <a:extLst>
                <a:ext uri="{FF2B5EF4-FFF2-40B4-BE49-F238E27FC236}">
                  <a16:creationId xmlns:a16="http://schemas.microsoft.com/office/drawing/2014/main" id="{A2EA8EB5-FEF4-4260-84DC-FF1E56C6931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4997" y="1184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31">
              <a:extLst>
                <a:ext uri="{FF2B5EF4-FFF2-40B4-BE49-F238E27FC236}">
                  <a16:creationId xmlns:a16="http://schemas.microsoft.com/office/drawing/2014/main" id="{DF688415-864B-46B4-8CEA-16C61B2DB868}"/>
                </a:ext>
              </a:extLst>
            </p:cNvPr>
            <p:cNvSpPr>
              <a:spLocks/>
            </p:cNvSpPr>
            <p:nvPr/>
          </p:nvSpPr>
          <p:spPr bwMode="auto">
            <a:xfrm rot="3600000">
              <a:off x="4725" y="1019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34">
              <a:extLst>
                <a:ext uri="{FF2B5EF4-FFF2-40B4-BE49-F238E27FC236}">
                  <a16:creationId xmlns:a16="http://schemas.microsoft.com/office/drawing/2014/main" id="{BE936EE5-0F78-462D-AD17-12092727E27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4518" y="1190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BF553B5B-AC14-4333-9093-8A314C0850DE}"/>
                </a:ext>
              </a:extLst>
            </p:cNvPr>
            <p:cNvSpPr>
              <a:spLocks/>
            </p:cNvSpPr>
            <p:nvPr/>
          </p:nvSpPr>
          <p:spPr bwMode="auto">
            <a:xfrm rot="3600000">
              <a:off x="4246" y="1025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38">
              <a:extLst>
                <a:ext uri="{FF2B5EF4-FFF2-40B4-BE49-F238E27FC236}">
                  <a16:creationId xmlns:a16="http://schemas.microsoft.com/office/drawing/2014/main" id="{D17CEE53-E637-46C0-9992-5FFF555F6CB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4029" y="1193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Freeform 39">
              <a:extLst>
                <a:ext uri="{FF2B5EF4-FFF2-40B4-BE49-F238E27FC236}">
                  <a16:creationId xmlns:a16="http://schemas.microsoft.com/office/drawing/2014/main" id="{4CF4F8FF-79CE-4D7F-87A0-AC5E97D388E1}"/>
                </a:ext>
              </a:extLst>
            </p:cNvPr>
            <p:cNvSpPr>
              <a:spLocks/>
            </p:cNvSpPr>
            <p:nvPr/>
          </p:nvSpPr>
          <p:spPr bwMode="auto">
            <a:xfrm rot="3600000">
              <a:off x="3757" y="1028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41">
              <a:extLst>
                <a:ext uri="{FF2B5EF4-FFF2-40B4-BE49-F238E27FC236}">
                  <a16:creationId xmlns:a16="http://schemas.microsoft.com/office/drawing/2014/main" id="{2A14C468-A658-424F-A4DC-EB1CCF46105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00000">
              <a:off x="3546" y="1186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Freeform 43">
              <a:extLst>
                <a:ext uri="{FF2B5EF4-FFF2-40B4-BE49-F238E27FC236}">
                  <a16:creationId xmlns:a16="http://schemas.microsoft.com/office/drawing/2014/main" id="{4D85E5AF-610F-4AE3-801C-408BB49A7543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3518" y="1022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Freeform 47">
              <a:extLst>
                <a:ext uri="{FF2B5EF4-FFF2-40B4-BE49-F238E27FC236}">
                  <a16:creationId xmlns:a16="http://schemas.microsoft.com/office/drawing/2014/main" id="{85E220D0-A135-498E-A01F-F20501C7EC05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4003" y="1025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606B8DA7-3F66-43F8-BF4F-96586E8918D0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4483" y="1025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55">
              <a:extLst>
                <a:ext uri="{FF2B5EF4-FFF2-40B4-BE49-F238E27FC236}">
                  <a16:creationId xmlns:a16="http://schemas.microsoft.com/office/drawing/2014/main" id="{6FEFD426-F842-4F9C-8ED9-36AB498A1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" y="1237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59">
              <a:extLst>
                <a:ext uri="{FF2B5EF4-FFF2-40B4-BE49-F238E27FC236}">
                  <a16:creationId xmlns:a16="http://schemas.microsoft.com/office/drawing/2014/main" id="{79D4EE35-1B19-4382-BF66-685FD5C16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3" y="1240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63">
              <a:extLst>
                <a:ext uri="{FF2B5EF4-FFF2-40B4-BE49-F238E27FC236}">
                  <a16:creationId xmlns:a16="http://schemas.microsoft.com/office/drawing/2014/main" id="{6AE77302-CDE5-4B57-9A2D-EE20C7EC8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" y="1231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66">
              <a:extLst>
                <a:ext uri="{FF2B5EF4-FFF2-40B4-BE49-F238E27FC236}">
                  <a16:creationId xmlns:a16="http://schemas.microsoft.com/office/drawing/2014/main" id="{DFEE2059-7D2F-4FD5-B8E9-5BAD0CF9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3" y="1776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Freeform 67">
              <a:extLst>
                <a:ext uri="{FF2B5EF4-FFF2-40B4-BE49-F238E27FC236}">
                  <a16:creationId xmlns:a16="http://schemas.microsoft.com/office/drawing/2014/main" id="{D953CD79-D154-43E8-8853-309DBC663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8" y="1278"/>
              <a:ext cx="231" cy="501"/>
            </a:xfrm>
            <a:custGeom>
              <a:avLst/>
              <a:gdLst>
                <a:gd name="T0" fmla="*/ 231 w 231"/>
                <a:gd name="T1" fmla="*/ 0 h 501"/>
                <a:gd name="T2" fmla="*/ 0 w 231"/>
                <a:gd name="T3" fmla="*/ 501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1" h="501">
                  <a:moveTo>
                    <a:pt x="231" y="0"/>
                  </a:moveTo>
                  <a:lnTo>
                    <a:pt x="0" y="501"/>
                  </a:lnTo>
                </a:path>
              </a:pathLst>
            </a:custGeom>
            <a:noFill/>
            <a:ln w="12700" cap="sq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Freeform 68">
              <a:extLst>
                <a:ext uri="{FF2B5EF4-FFF2-40B4-BE49-F238E27FC236}">
                  <a16:creationId xmlns:a16="http://schemas.microsoft.com/office/drawing/2014/main" id="{A33BD1FA-F740-4C6B-B724-A14DE6C96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1" y="1269"/>
              <a:ext cx="669" cy="540"/>
            </a:xfrm>
            <a:custGeom>
              <a:avLst/>
              <a:gdLst>
                <a:gd name="T0" fmla="*/ 669 w 669"/>
                <a:gd name="T1" fmla="*/ 0 h 540"/>
                <a:gd name="T2" fmla="*/ 0 w 669"/>
                <a:gd name="T3" fmla="*/ 54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9" h="540">
                  <a:moveTo>
                    <a:pt x="669" y="0"/>
                  </a:moveTo>
                  <a:lnTo>
                    <a:pt x="0" y="54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Freeform 69">
              <a:extLst>
                <a:ext uri="{FF2B5EF4-FFF2-40B4-BE49-F238E27FC236}">
                  <a16:creationId xmlns:a16="http://schemas.microsoft.com/office/drawing/2014/main" id="{E632097A-7629-4431-B4DD-6D55AF504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1275"/>
              <a:ext cx="678" cy="516"/>
            </a:xfrm>
            <a:custGeom>
              <a:avLst/>
              <a:gdLst>
                <a:gd name="T0" fmla="*/ 0 w 678"/>
                <a:gd name="T1" fmla="*/ 0 h 516"/>
                <a:gd name="T2" fmla="*/ 678 w 678"/>
                <a:gd name="T3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78" h="516">
                  <a:moveTo>
                    <a:pt x="0" y="0"/>
                  </a:moveTo>
                  <a:lnTo>
                    <a:pt x="678" y="516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1457272"/>
      </p:ext>
    </p:extLst>
  </p:cSld>
  <p:clrMapOvr>
    <a:masterClrMapping/>
  </p:clrMapOvr>
  <p:transition spd="slow" advTm="0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pSp>
        <p:nvGrpSpPr>
          <p:cNvPr id="5" name="Group 50">
            <a:extLst>
              <a:ext uri="{FF2B5EF4-FFF2-40B4-BE49-F238E27FC236}">
                <a16:creationId xmlns:a16="http://schemas.microsoft.com/office/drawing/2014/main" id="{C7F08D7D-8A0E-4D0E-B178-E906B4A1EA84}"/>
              </a:ext>
            </a:extLst>
          </p:cNvPr>
          <p:cNvGrpSpPr>
            <a:grpSpLocks/>
          </p:cNvGrpSpPr>
          <p:nvPr/>
        </p:nvGrpSpPr>
        <p:grpSpPr bwMode="auto">
          <a:xfrm>
            <a:off x="2320955" y="2433507"/>
            <a:ext cx="2447925" cy="1868488"/>
            <a:chOff x="3882" y="1584"/>
            <a:chExt cx="1542" cy="117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654B350-C9B5-4B6C-B727-6DB1673BC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4" y="1662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9707A40-D7E5-4FAA-B138-56FF50311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9" y="1662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4DCCB43-7417-417D-BB01-DEE34AFD6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1708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163C230-1046-4CDA-80C6-4A2D2DBED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9" y="1662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AB80B4A-2F89-4730-930A-7D062B6EC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6" y="1708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718A462-B0C5-4CB3-ADE2-BFE2523A331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5333" y="2078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E3CEFD9-FD01-43A6-8B0D-0AB077B3FEFA}"/>
                </a:ext>
              </a:extLst>
            </p:cNvPr>
            <p:cNvSpPr>
              <a:spLocks/>
            </p:cNvSpPr>
            <p:nvPr/>
          </p:nvSpPr>
          <p:spPr bwMode="auto">
            <a:xfrm rot="3600000">
              <a:off x="5061" y="1913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7C65A0-18F3-440D-9FC7-66CB56FF8F9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4854" y="2084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1A32042-04AC-4683-B9F0-C7AF467D4885}"/>
                </a:ext>
              </a:extLst>
            </p:cNvPr>
            <p:cNvSpPr>
              <a:spLocks/>
            </p:cNvSpPr>
            <p:nvPr/>
          </p:nvSpPr>
          <p:spPr bwMode="auto">
            <a:xfrm rot="3600000">
              <a:off x="4582" y="1919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4B3555B-92DA-4CF5-9568-359B2ECFAEB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4365" y="2087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87520B0-2F2E-410D-887C-521F042A4E53}"/>
                </a:ext>
              </a:extLst>
            </p:cNvPr>
            <p:cNvSpPr>
              <a:spLocks/>
            </p:cNvSpPr>
            <p:nvPr/>
          </p:nvSpPr>
          <p:spPr bwMode="auto">
            <a:xfrm rot="3600000">
              <a:off x="4093" y="1922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3EDB7D7-683B-46BC-9A36-AFA8F5AE8E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00000">
              <a:off x="3882" y="2080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BA0820D-D41E-4957-8BF3-34A801AE1691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3854" y="1916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3F732DC-35F3-44B4-927E-C70443B159DC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4339" y="1919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57BA02F-B79B-409C-8FE6-9A42314370CE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4819" y="1919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7438C6B-88F5-410B-87D9-7BEA32727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3" y="2131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E7128CA-D133-4BAC-8FED-58FEB7F4D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" y="2134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ED94AC66-C28D-4A83-9691-88C600F9F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5" y="2125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B13ADF8-CDBE-4D5E-8028-2292B455A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9" y="2670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BC812BA-928B-428F-BA78-D65879256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" y="2172"/>
              <a:ext cx="231" cy="501"/>
            </a:xfrm>
            <a:custGeom>
              <a:avLst/>
              <a:gdLst>
                <a:gd name="T0" fmla="*/ 231 w 231"/>
                <a:gd name="T1" fmla="*/ 0 h 501"/>
                <a:gd name="T2" fmla="*/ 0 w 231"/>
                <a:gd name="T3" fmla="*/ 501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1" h="501">
                  <a:moveTo>
                    <a:pt x="231" y="0"/>
                  </a:moveTo>
                  <a:lnTo>
                    <a:pt x="0" y="501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F6314FF-F6B5-4352-857F-2A3B8ACEE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7" y="2163"/>
              <a:ext cx="669" cy="540"/>
            </a:xfrm>
            <a:custGeom>
              <a:avLst/>
              <a:gdLst>
                <a:gd name="T0" fmla="*/ 669 w 669"/>
                <a:gd name="T1" fmla="*/ 0 h 540"/>
                <a:gd name="T2" fmla="*/ 0 w 669"/>
                <a:gd name="T3" fmla="*/ 54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9" h="540">
                  <a:moveTo>
                    <a:pt x="669" y="0"/>
                  </a:moveTo>
                  <a:lnTo>
                    <a:pt x="0" y="54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01C422B-916F-4D5C-817B-C5A99A5BD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169"/>
              <a:ext cx="678" cy="516"/>
            </a:xfrm>
            <a:custGeom>
              <a:avLst/>
              <a:gdLst>
                <a:gd name="T0" fmla="*/ 0 w 678"/>
                <a:gd name="T1" fmla="*/ 0 h 516"/>
                <a:gd name="T2" fmla="*/ 678 w 678"/>
                <a:gd name="T3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78" h="516">
                  <a:moveTo>
                    <a:pt x="0" y="0"/>
                  </a:moveTo>
                  <a:lnTo>
                    <a:pt x="678" y="516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9" name="Group 30">
              <a:extLst>
                <a:ext uri="{FF2B5EF4-FFF2-40B4-BE49-F238E27FC236}">
                  <a16:creationId xmlns:a16="http://schemas.microsoft.com/office/drawing/2014/main" id="{03F9BE9E-36F9-43BC-AD8E-27AEAB18B9E6}"/>
                </a:ext>
              </a:extLst>
            </p:cNvPr>
            <p:cNvGrpSpPr>
              <a:grpSpLocks/>
            </p:cNvGrpSpPr>
            <p:nvPr/>
          </p:nvGrpSpPr>
          <p:grpSpPr bwMode="auto">
            <a:xfrm rot="2400000">
              <a:off x="4188" y="2316"/>
              <a:ext cx="240" cy="258"/>
              <a:chOff x="4944" y="894"/>
              <a:chExt cx="240" cy="288"/>
            </a:xfrm>
          </p:grpSpPr>
          <p:sp>
            <p:nvSpPr>
              <p:cNvPr id="48" name="Line 28">
                <a:extLst>
                  <a:ext uri="{FF2B5EF4-FFF2-40B4-BE49-F238E27FC236}">
                    <a16:creationId xmlns:a16="http://schemas.microsoft.com/office/drawing/2014/main" id="{2107AA8D-C3B3-4F37-9FFC-FD1E3DD5B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912"/>
                <a:ext cx="240" cy="240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Line 29">
                <a:extLst>
                  <a:ext uri="{FF2B5EF4-FFF2-40B4-BE49-F238E27FC236}">
                    <a16:creationId xmlns:a16="http://schemas.microsoft.com/office/drawing/2014/main" id="{35728999-B5D8-49B7-A980-0A079065D9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894"/>
                <a:ext cx="144" cy="288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0" name="Group 31">
              <a:extLst>
                <a:ext uri="{FF2B5EF4-FFF2-40B4-BE49-F238E27FC236}">
                  <a16:creationId xmlns:a16="http://schemas.microsoft.com/office/drawing/2014/main" id="{C3D12AA3-07E5-40BE-8481-125185EAB0A2}"/>
                </a:ext>
              </a:extLst>
            </p:cNvPr>
            <p:cNvGrpSpPr>
              <a:grpSpLocks/>
            </p:cNvGrpSpPr>
            <p:nvPr/>
          </p:nvGrpSpPr>
          <p:grpSpPr bwMode="auto">
            <a:xfrm rot="3600000">
              <a:off x="4131" y="1709"/>
              <a:ext cx="240" cy="288"/>
              <a:chOff x="4944" y="894"/>
              <a:chExt cx="240" cy="288"/>
            </a:xfrm>
          </p:grpSpPr>
          <p:sp>
            <p:nvSpPr>
              <p:cNvPr id="46" name="Line 32">
                <a:extLst>
                  <a:ext uri="{FF2B5EF4-FFF2-40B4-BE49-F238E27FC236}">
                    <a16:creationId xmlns:a16="http://schemas.microsoft.com/office/drawing/2014/main" id="{1559AADE-93A6-43DC-8483-FA64F04B8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912"/>
                <a:ext cx="240" cy="240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" name="Line 33">
                <a:extLst>
                  <a:ext uri="{FF2B5EF4-FFF2-40B4-BE49-F238E27FC236}">
                    <a16:creationId xmlns:a16="http://schemas.microsoft.com/office/drawing/2014/main" id="{DC8FE359-B9EF-4634-870B-D2DF12C01B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894"/>
                <a:ext cx="144" cy="288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" name="Group 34">
              <a:extLst>
                <a:ext uri="{FF2B5EF4-FFF2-40B4-BE49-F238E27FC236}">
                  <a16:creationId xmlns:a16="http://schemas.microsoft.com/office/drawing/2014/main" id="{2F5F6A1A-367C-42C6-B727-62AADBF846DE}"/>
                </a:ext>
              </a:extLst>
            </p:cNvPr>
            <p:cNvGrpSpPr>
              <a:grpSpLocks/>
            </p:cNvGrpSpPr>
            <p:nvPr/>
          </p:nvGrpSpPr>
          <p:grpSpPr bwMode="auto">
            <a:xfrm rot="3600000">
              <a:off x="4686" y="1827"/>
              <a:ext cx="240" cy="288"/>
              <a:chOff x="4944" y="894"/>
              <a:chExt cx="240" cy="288"/>
            </a:xfrm>
          </p:grpSpPr>
          <p:sp>
            <p:nvSpPr>
              <p:cNvPr id="44" name="Line 35">
                <a:extLst>
                  <a:ext uri="{FF2B5EF4-FFF2-40B4-BE49-F238E27FC236}">
                    <a16:creationId xmlns:a16="http://schemas.microsoft.com/office/drawing/2014/main" id="{81BB4668-2D85-48D8-85E4-F068A4CB65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912"/>
                <a:ext cx="240" cy="240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Line 36">
                <a:extLst>
                  <a:ext uri="{FF2B5EF4-FFF2-40B4-BE49-F238E27FC236}">
                    <a16:creationId xmlns:a16="http://schemas.microsoft.com/office/drawing/2014/main" id="{EA30D20F-5B5B-4426-BA5C-15EE8D907B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894"/>
                <a:ext cx="144" cy="288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2" name="Group 37">
              <a:extLst>
                <a:ext uri="{FF2B5EF4-FFF2-40B4-BE49-F238E27FC236}">
                  <a16:creationId xmlns:a16="http://schemas.microsoft.com/office/drawing/2014/main" id="{661F5BF3-691D-466D-B924-245ED95619B1}"/>
                </a:ext>
              </a:extLst>
            </p:cNvPr>
            <p:cNvGrpSpPr>
              <a:grpSpLocks/>
            </p:cNvGrpSpPr>
            <p:nvPr/>
          </p:nvGrpSpPr>
          <p:grpSpPr bwMode="auto">
            <a:xfrm rot="3600000">
              <a:off x="5112" y="1734"/>
              <a:ext cx="240" cy="288"/>
              <a:chOff x="4944" y="894"/>
              <a:chExt cx="240" cy="288"/>
            </a:xfrm>
          </p:grpSpPr>
          <p:sp>
            <p:nvSpPr>
              <p:cNvPr id="42" name="Line 38">
                <a:extLst>
                  <a:ext uri="{FF2B5EF4-FFF2-40B4-BE49-F238E27FC236}">
                    <a16:creationId xmlns:a16="http://schemas.microsoft.com/office/drawing/2014/main" id="{39C71559-2CAE-4585-8259-9E62A167E9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912"/>
                <a:ext cx="240" cy="240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" name="Line 39">
                <a:extLst>
                  <a:ext uri="{FF2B5EF4-FFF2-40B4-BE49-F238E27FC236}">
                    <a16:creationId xmlns:a16="http://schemas.microsoft.com/office/drawing/2014/main" id="{DE3F1453-ECF6-4378-8199-B275171DAA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894"/>
                <a:ext cx="144" cy="288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3" name="Group 40">
              <a:extLst>
                <a:ext uri="{FF2B5EF4-FFF2-40B4-BE49-F238E27FC236}">
                  <a16:creationId xmlns:a16="http://schemas.microsoft.com/office/drawing/2014/main" id="{F4143CFB-94FF-4480-94A0-874B844E8F43}"/>
                </a:ext>
              </a:extLst>
            </p:cNvPr>
            <p:cNvGrpSpPr>
              <a:grpSpLocks/>
            </p:cNvGrpSpPr>
            <p:nvPr/>
          </p:nvGrpSpPr>
          <p:grpSpPr bwMode="auto">
            <a:xfrm rot="19200000">
              <a:off x="4908" y="2310"/>
              <a:ext cx="240" cy="258"/>
              <a:chOff x="4944" y="894"/>
              <a:chExt cx="240" cy="288"/>
            </a:xfrm>
          </p:grpSpPr>
          <p:sp>
            <p:nvSpPr>
              <p:cNvPr id="40" name="Line 41">
                <a:extLst>
                  <a:ext uri="{FF2B5EF4-FFF2-40B4-BE49-F238E27FC236}">
                    <a16:creationId xmlns:a16="http://schemas.microsoft.com/office/drawing/2014/main" id="{7C6E04BB-8241-4A59-979C-CD5576367F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912"/>
                <a:ext cx="240" cy="240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Line 42">
                <a:extLst>
                  <a:ext uri="{FF2B5EF4-FFF2-40B4-BE49-F238E27FC236}">
                    <a16:creationId xmlns:a16="http://schemas.microsoft.com/office/drawing/2014/main" id="{88C3AD2C-9E3F-4C07-A8F5-1DB2056D54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894"/>
                <a:ext cx="144" cy="288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4" name="Group 43">
              <a:extLst>
                <a:ext uri="{FF2B5EF4-FFF2-40B4-BE49-F238E27FC236}">
                  <a16:creationId xmlns:a16="http://schemas.microsoft.com/office/drawing/2014/main" id="{6549D3A7-ACB6-46DA-978B-25E3A3351C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8" y="2007"/>
              <a:ext cx="240" cy="258"/>
              <a:chOff x="4944" y="894"/>
              <a:chExt cx="240" cy="288"/>
            </a:xfrm>
          </p:grpSpPr>
          <p:sp>
            <p:nvSpPr>
              <p:cNvPr id="38" name="Line 44">
                <a:extLst>
                  <a:ext uri="{FF2B5EF4-FFF2-40B4-BE49-F238E27FC236}">
                    <a16:creationId xmlns:a16="http://schemas.microsoft.com/office/drawing/2014/main" id="{EE1C0606-59B9-4748-A689-3D80F1C6F0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912"/>
                <a:ext cx="240" cy="240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Line 45">
                <a:extLst>
                  <a:ext uri="{FF2B5EF4-FFF2-40B4-BE49-F238E27FC236}">
                    <a16:creationId xmlns:a16="http://schemas.microsoft.com/office/drawing/2014/main" id="{9A33E2D2-EADD-473B-92EE-06228E5D97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894"/>
                <a:ext cx="144" cy="288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5" name="Group 46">
              <a:extLst>
                <a:ext uri="{FF2B5EF4-FFF2-40B4-BE49-F238E27FC236}">
                  <a16:creationId xmlns:a16="http://schemas.microsoft.com/office/drawing/2014/main" id="{1AA1D7D1-F7D4-4A6B-AAFA-CC4E81C709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1584"/>
              <a:ext cx="240" cy="258"/>
              <a:chOff x="4944" y="894"/>
              <a:chExt cx="240" cy="288"/>
            </a:xfrm>
          </p:grpSpPr>
          <p:sp>
            <p:nvSpPr>
              <p:cNvPr id="36" name="Line 47">
                <a:extLst>
                  <a:ext uri="{FF2B5EF4-FFF2-40B4-BE49-F238E27FC236}">
                    <a16:creationId xmlns:a16="http://schemas.microsoft.com/office/drawing/2014/main" id="{E052884C-B408-472F-89F4-378C0926A9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912"/>
                <a:ext cx="240" cy="240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Line 48">
                <a:extLst>
                  <a:ext uri="{FF2B5EF4-FFF2-40B4-BE49-F238E27FC236}">
                    <a16:creationId xmlns:a16="http://schemas.microsoft.com/office/drawing/2014/main" id="{9F923F5B-CE10-4260-B7E4-5C10771E38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894"/>
                <a:ext cx="144" cy="288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0" name="Group 87">
            <a:extLst>
              <a:ext uri="{FF2B5EF4-FFF2-40B4-BE49-F238E27FC236}">
                <a16:creationId xmlns:a16="http://schemas.microsoft.com/office/drawing/2014/main" id="{A3831E50-F0FE-4F35-AB6A-4C0A5D74FAB4}"/>
              </a:ext>
            </a:extLst>
          </p:cNvPr>
          <p:cNvGrpSpPr>
            <a:grpSpLocks/>
          </p:cNvGrpSpPr>
          <p:nvPr/>
        </p:nvGrpSpPr>
        <p:grpSpPr bwMode="auto">
          <a:xfrm>
            <a:off x="6546646" y="2433508"/>
            <a:ext cx="2657475" cy="2052638"/>
            <a:chOff x="3600" y="2158"/>
            <a:chExt cx="1674" cy="1293"/>
          </a:xfrm>
        </p:grpSpPr>
        <p:sp>
          <p:nvSpPr>
            <p:cNvPr id="51" name="Oval 5">
              <a:extLst>
                <a:ext uri="{FF2B5EF4-FFF2-40B4-BE49-F238E27FC236}">
                  <a16:creationId xmlns:a16="http://schemas.microsoft.com/office/drawing/2014/main" id="{66240882-FE50-4668-92D9-60A6680F9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" y="2352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Oval 6">
              <a:extLst>
                <a:ext uri="{FF2B5EF4-FFF2-40B4-BE49-F238E27FC236}">
                  <a16:creationId xmlns:a16="http://schemas.microsoft.com/office/drawing/2014/main" id="{C5989A50-3748-40BD-B4C7-B33A31778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" y="2352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Freeform 7">
              <a:extLst>
                <a:ext uri="{FF2B5EF4-FFF2-40B4-BE49-F238E27FC236}">
                  <a16:creationId xmlns:a16="http://schemas.microsoft.com/office/drawing/2014/main" id="{591EC27B-F17C-438E-9552-6877DE7C4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" y="2398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Oval 8">
              <a:extLst>
                <a:ext uri="{FF2B5EF4-FFF2-40B4-BE49-F238E27FC236}">
                  <a16:creationId xmlns:a16="http://schemas.microsoft.com/office/drawing/2014/main" id="{D1D3495E-A393-4295-8080-4F2283739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5" y="2352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Freeform 9">
              <a:extLst>
                <a:ext uri="{FF2B5EF4-FFF2-40B4-BE49-F238E27FC236}">
                  <a16:creationId xmlns:a16="http://schemas.microsoft.com/office/drawing/2014/main" id="{9BCBF8FB-768C-4A77-9EFB-48C4F3FB6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" y="2398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Oval 10">
              <a:extLst>
                <a:ext uri="{FF2B5EF4-FFF2-40B4-BE49-F238E27FC236}">
                  <a16:creationId xmlns:a16="http://schemas.microsoft.com/office/drawing/2014/main" id="{930FFC73-DE5E-4AF8-81C9-1ED9C3418B8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5099" y="2768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Freeform 11">
              <a:extLst>
                <a:ext uri="{FF2B5EF4-FFF2-40B4-BE49-F238E27FC236}">
                  <a16:creationId xmlns:a16="http://schemas.microsoft.com/office/drawing/2014/main" id="{000F92FC-155F-4DBC-B8D3-844F52557E94}"/>
                </a:ext>
              </a:extLst>
            </p:cNvPr>
            <p:cNvSpPr>
              <a:spLocks/>
            </p:cNvSpPr>
            <p:nvPr/>
          </p:nvSpPr>
          <p:spPr bwMode="auto">
            <a:xfrm rot="3600000">
              <a:off x="4827" y="2603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Oval 12">
              <a:extLst>
                <a:ext uri="{FF2B5EF4-FFF2-40B4-BE49-F238E27FC236}">
                  <a16:creationId xmlns:a16="http://schemas.microsoft.com/office/drawing/2014/main" id="{6C3F2EEA-06E8-40E0-9C52-0F857A381D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4620" y="2774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Freeform 13">
              <a:extLst>
                <a:ext uri="{FF2B5EF4-FFF2-40B4-BE49-F238E27FC236}">
                  <a16:creationId xmlns:a16="http://schemas.microsoft.com/office/drawing/2014/main" id="{037724D2-8382-4C05-BAB1-142AEFC5446A}"/>
                </a:ext>
              </a:extLst>
            </p:cNvPr>
            <p:cNvSpPr>
              <a:spLocks/>
            </p:cNvSpPr>
            <p:nvPr/>
          </p:nvSpPr>
          <p:spPr bwMode="auto">
            <a:xfrm rot="3600000">
              <a:off x="4348" y="2609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Oval 14">
              <a:extLst>
                <a:ext uri="{FF2B5EF4-FFF2-40B4-BE49-F238E27FC236}">
                  <a16:creationId xmlns:a16="http://schemas.microsoft.com/office/drawing/2014/main" id="{D57ADC15-D424-48B2-9C76-3597F8833DD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4131" y="2777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Freeform 15">
              <a:extLst>
                <a:ext uri="{FF2B5EF4-FFF2-40B4-BE49-F238E27FC236}">
                  <a16:creationId xmlns:a16="http://schemas.microsoft.com/office/drawing/2014/main" id="{BAD54630-B73F-4B65-BBEB-D4CB3765A4B8}"/>
                </a:ext>
              </a:extLst>
            </p:cNvPr>
            <p:cNvSpPr>
              <a:spLocks/>
            </p:cNvSpPr>
            <p:nvPr/>
          </p:nvSpPr>
          <p:spPr bwMode="auto">
            <a:xfrm rot="3600000">
              <a:off x="3859" y="2612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Oval 16">
              <a:extLst>
                <a:ext uri="{FF2B5EF4-FFF2-40B4-BE49-F238E27FC236}">
                  <a16:creationId xmlns:a16="http://schemas.microsoft.com/office/drawing/2014/main" id="{C0B6F9E7-5818-41CB-A3FF-78D72C04B51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00000">
              <a:off x="3648" y="2770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Freeform 17">
              <a:extLst>
                <a:ext uri="{FF2B5EF4-FFF2-40B4-BE49-F238E27FC236}">
                  <a16:creationId xmlns:a16="http://schemas.microsoft.com/office/drawing/2014/main" id="{54AA55FC-59EF-4516-931D-3FF65CD7FFBF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3620" y="2606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Freeform 18">
              <a:extLst>
                <a:ext uri="{FF2B5EF4-FFF2-40B4-BE49-F238E27FC236}">
                  <a16:creationId xmlns:a16="http://schemas.microsoft.com/office/drawing/2014/main" id="{8EF70892-25F6-4A61-B3F7-876AB0B35853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4105" y="2609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Freeform 19">
              <a:extLst>
                <a:ext uri="{FF2B5EF4-FFF2-40B4-BE49-F238E27FC236}">
                  <a16:creationId xmlns:a16="http://schemas.microsoft.com/office/drawing/2014/main" id="{95677CC5-85AE-4391-93C6-5A4407F79614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4585" y="2609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id="{3D119578-C740-4FF1-A16F-D791A7810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832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A39D4948-9489-4ADC-9D46-9414A3E02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" y="2824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Freeform 22">
              <a:extLst>
                <a:ext uri="{FF2B5EF4-FFF2-40B4-BE49-F238E27FC236}">
                  <a16:creationId xmlns:a16="http://schemas.microsoft.com/office/drawing/2014/main" id="{507ABFE1-6F80-4043-835E-6438C416E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1" y="2815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Oval 23">
              <a:extLst>
                <a:ext uri="{FF2B5EF4-FFF2-40B4-BE49-F238E27FC236}">
                  <a16:creationId xmlns:a16="http://schemas.microsoft.com/office/drawing/2014/main" id="{08A9B5EB-2361-4CF8-BAD8-D157E2B18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" y="3360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Freeform 24">
              <a:extLst>
                <a:ext uri="{FF2B5EF4-FFF2-40B4-BE49-F238E27FC236}">
                  <a16:creationId xmlns:a16="http://schemas.microsoft.com/office/drawing/2014/main" id="{9471C0C3-E11A-46D7-8CDB-B77631254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0" y="2862"/>
              <a:ext cx="231" cy="501"/>
            </a:xfrm>
            <a:custGeom>
              <a:avLst/>
              <a:gdLst>
                <a:gd name="T0" fmla="*/ 231 w 231"/>
                <a:gd name="T1" fmla="*/ 0 h 501"/>
                <a:gd name="T2" fmla="*/ 0 w 231"/>
                <a:gd name="T3" fmla="*/ 501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1" h="501">
                  <a:moveTo>
                    <a:pt x="231" y="0"/>
                  </a:moveTo>
                  <a:lnTo>
                    <a:pt x="0" y="501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Freeform 25">
              <a:extLst>
                <a:ext uri="{FF2B5EF4-FFF2-40B4-BE49-F238E27FC236}">
                  <a16:creationId xmlns:a16="http://schemas.microsoft.com/office/drawing/2014/main" id="{5F8500E4-005D-4CF0-B39E-683183257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3" y="2853"/>
              <a:ext cx="669" cy="540"/>
            </a:xfrm>
            <a:custGeom>
              <a:avLst/>
              <a:gdLst>
                <a:gd name="T0" fmla="*/ 669 w 669"/>
                <a:gd name="T1" fmla="*/ 0 h 540"/>
                <a:gd name="T2" fmla="*/ 0 w 669"/>
                <a:gd name="T3" fmla="*/ 54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9" h="540">
                  <a:moveTo>
                    <a:pt x="669" y="0"/>
                  </a:moveTo>
                  <a:lnTo>
                    <a:pt x="0" y="54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Freeform 26">
              <a:extLst>
                <a:ext uri="{FF2B5EF4-FFF2-40B4-BE49-F238E27FC236}">
                  <a16:creationId xmlns:a16="http://schemas.microsoft.com/office/drawing/2014/main" id="{F30907DA-355B-46CE-AA0E-E5293C3DC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7" y="2859"/>
              <a:ext cx="678" cy="516"/>
            </a:xfrm>
            <a:custGeom>
              <a:avLst/>
              <a:gdLst>
                <a:gd name="T0" fmla="*/ 0 w 678"/>
                <a:gd name="T1" fmla="*/ 0 h 516"/>
                <a:gd name="T2" fmla="*/ 678 w 678"/>
                <a:gd name="T3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78" h="516">
                  <a:moveTo>
                    <a:pt x="0" y="0"/>
                  </a:moveTo>
                  <a:lnTo>
                    <a:pt x="678" y="516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Text Box 73">
              <a:extLst>
                <a:ext uri="{FF2B5EF4-FFF2-40B4-BE49-F238E27FC236}">
                  <a16:creationId xmlns:a16="http://schemas.microsoft.com/office/drawing/2014/main" id="{74F16D1C-50C6-4204-8000-82A80BA54F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448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1</a:t>
              </a:r>
              <a:endParaRPr lang="en-US" altLang="zh-CN"/>
            </a:p>
          </p:txBody>
        </p:sp>
        <p:sp>
          <p:nvSpPr>
            <p:cNvPr id="75" name="Text Box 74">
              <a:extLst>
                <a:ext uri="{FF2B5EF4-FFF2-40B4-BE49-F238E27FC236}">
                  <a16:creationId xmlns:a16="http://schemas.microsoft.com/office/drawing/2014/main" id="{AE94C896-455D-4EA3-8ECA-3C79168654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" y="2746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2</a:t>
              </a:r>
              <a:endParaRPr lang="en-US" altLang="zh-CN"/>
            </a:p>
          </p:txBody>
        </p:sp>
        <p:sp>
          <p:nvSpPr>
            <p:cNvPr id="76" name="Text Box 75">
              <a:extLst>
                <a:ext uri="{FF2B5EF4-FFF2-40B4-BE49-F238E27FC236}">
                  <a16:creationId xmlns:a16="http://schemas.microsoft.com/office/drawing/2014/main" id="{18183228-C76A-4074-AA58-80D2CBAA3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2442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3</a:t>
              </a:r>
              <a:endParaRPr lang="en-US" altLang="zh-CN"/>
            </a:p>
          </p:txBody>
        </p:sp>
        <p:sp>
          <p:nvSpPr>
            <p:cNvPr id="77" name="Text Box 76">
              <a:extLst>
                <a:ext uri="{FF2B5EF4-FFF2-40B4-BE49-F238E27FC236}">
                  <a16:creationId xmlns:a16="http://schemas.microsoft.com/office/drawing/2014/main" id="{44CA3FCE-7FB8-493B-A895-3129F5CE16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6" y="2160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4</a:t>
              </a:r>
              <a:endParaRPr lang="en-US" altLang="zh-CN"/>
            </a:p>
          </p:txBody>
        </p:sp>
        <p:sp>
          <p:nvSpPr>
            <p:cNvPr id="78" name="Text Box 77">
              <a:extLst>
                <a:ext uri="{FF2B5EF4-FFF2-40B4-BE49-F238E27FC236}">
                  <a16:creationId xmlns:a16="http://schemas.microsoft.com/office/drawing/2014/main" id="{D600555F-C8C6-4AC0-AA74-03BBFD9B2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0" y="2448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5</a:t>
              </a:r>
              <a:endParaRPr lang="en-US" altLang="zh-CN"/>
            </a:p>
          </p:txBody>
        </p:sp>
        <p:sp>
          <p:nvSpPr>
            <p:cNvPr id="79" name="Text Box 78">
              <a:extLst>
                <a:ext uri="{FF2B5EF4-FFF2-40B4-BE49-F238E27FC236}">
                  <a16:creationId xmlns:a16="http://schemas.microsoft.com/office/drawing/2014/main" id="{17439B20-BDF5-458C-9708-812170F51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8" y="2748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6</a:t>
              </a:r>
              <a:endParaRPr lang="en-US" altLang="zh-CN"/>
            </a:p>
          </p:txBody>
        </p:sp>
        <p:sp>
          <p:nvSpPr>
            <p:cNvPr id="80" name="Text Box 79">
              <a:extLst>
                <a:ext uri="{FF2B5EF4-FFF2-40B4-BE49-F238E27FC236}">
                  <a16:creationId xmlns:a16="http://schemas.microsoft.com/office/drawing/2014/main" id="{A1389777-F887-4EB7-B049-3D82C66A4F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448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7</a:t>
              </a:r>
              <a:endParaRPr lang="en-US" altLang="zh-CN"/>
            </a:p>
          </p:txBody>
        </p:sp>
        <p:sp>
          <p:nvSpPr>
            <p:cNvPr id="81" name="Text Box 80">
              <a:extLst>
                <a:ext uri="{FF2B5EF4-FFF2-40B4-BE49-F238E27FC236}">
                  <a16:creationId xmlns:a16="http://schemas.microsoft.com/office/drawing/2014/main" id="{F2CB7A97-C70B-4120-853A-80584ABCD1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2" y="2158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8</a:t>
              </a:r>
              <a:endParaRPr lang="en-US" altLang="zh-CN"/>
            </a:p>
          </p:txBody>
        </p:sp>
        <p:sp>
          <p:nvSpPr>
            <p:cNvPr id="82" name="Text Box 81">
              <a:extLst>
                <a:ext uri="{FF2B5EF4-FFF2-40B4-BE49-F238E27FC236}">
                  <a16:creationId xmlns:a16="http://schemas.microsoft.com/office/drawing/2014/main" id="{60B16271-A260-4EBF-9C28-E095BF5800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4" y="2472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9</a:t>
              </a:r>
              <a:endParaRPr lang="en-US" altLang="zh-CN"/>
            </a:p>
          </p:txBody>
        </p:sp>
        <p:sp>
          <p:nvSpPr>
            <p:cNvPr id="83" name="Text Box 82">
              <a:extLst>
                <a:ext uri="{FF2B5EF4-FFF2-40B4-BE49-F238E27FC236}">
                  <a16:creationId xmlns:a16="http://schemas.microsoft.com/office/drawing/2014/main" id="{CF86E3B2-93B4-45F2-BA34-9A29E2D28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2" y="2740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10</a:t>
              </a:r>
              <a:endParaRPr lang="en-US" altLang="zh-CN"/>
            </a:p>
          </p:txBody>
        </p:sp>
        <p:sp>
          <p:nvSpPr>
            <p:cNvPr id="84" name="Text Box 83">
              <a:extLst>
                <a:ext uri="{FF2B5EF4-FFF2-40B4-BE49-F238E27FC236}">
                  <a16:creationId xmlns:a16="http://schemas.microsoft.com/office/drawing/2014/main" id="{C3550F3F-C028-4F56-A75B-DFC51E1487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4" y="2460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11</a:t>
              </a:r>
              <a:endParaRPr lang="en-US" altLang="zh-CN"/>
            </a:p>
          </p:txBody>
        </p:sp>
        <p:sp>
          <p:nvSpPr>
            <p:cNvPr id="85" name="Text Box 84">
              <a:extLst>
                <a:ext uri="{FF2B5EF4-FFF2-40B4-BE49-F238E27FC236}">
                  <a16:creationId xmlns:a16="http://schemas.microsoft.com/office/drawing/2014/main" id="{C883D366-421F-480B-9735-CBEC47DBE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3024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12</a:t>
              </a:r>
              <a:endParaRPr lang="en-US" altLang="zh-CN"/>
            </a:p>
          </p:txBody>
        </p:sp>
        <p:sp>
          <p:nvSpPr>
            <p:cNvPr id="86" name="Text Box 85">
              <a:extLst>
                <a:ext uri="{FF2B5EF4-FFF2-40B4-BE49-F238E27FC236}">
                  <a16:creationId xmlns:a16="http://schemas.microsoft.com/office/drawing/2014/main" id="{C8B31854-C42E-4D46-B017-43391A9C69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0" y="3006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13</a:t>
              </a:r>
              <a:endParaRPr lang="en-US" altLang="zh-CN"/>
            </a:p>
          </p:txBody>
        </p:sp>
        <p:sp>
          <p:nvSpPr>
            <p:cNvPr id="87" name="Text Box 86">
              <a:extLst>
                <a:ext uri="{FF2B5EF4-FFF2-40B4-BE49-F238E27FC236}">
                  <a16:creationId xmlns:a16="http://schemas.microsoft.com/office/drawing/2014/main" id="{5652476A-2DCA-4997-8C31-D71A713115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8" y="3046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14</a:t>
              </a:r>
              <a:endParaRPr lang="en-US" altLang="zh-CN"/>
            </a:p>
          </p:txBody>
        </p:sp>
      </p:grpSp>
    </p:spTree>
    <p:extLst>
      <p:ext uri="{BB962C8B-B14F-4D97-AF65-F5344CB8AC3E}">
        <p14:creationId xmlns:p14="http://schemas.microsoft.com/office/powerpoint/2010/main" val="3809613147"/>
      </p:ext>
    </p:extLst>
  </p:cSld>
  <p:clrMapOvr>
    <a:masterClrMapping/>
  </p:clrMapOvr>
  <p:transition spd="slow" advTm="0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占位符 30723">
            <a:extLst>
              <a:ext uri="{FF2B5EF4-FFF2-40B4-BE49-F238E27FC236}">
                <a16:creationId xmlns:a16="http://schemas.microsoft.com/office/drawing/2014/main" id="{3F565A9A-A321-414E-80C2-B6B17B7A650A}"/>
              </a:ext>
            </a:extLst>
          </p:cNvPr>
          <p:cNvSpPr txBox="1">
            <a:spLocks/>
          </p:cNvSpPr>
          <p:nvPr/>
        </p:nvSpPr>
        <p:spPr>
          <a:xfrm>
            <a:off x="2305502" y="1048187"/>
            <a:ext cx="8075612" cy="5184775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3300"/>
                </a:solidFill>
                <a:latin typeface="Microsoft YaHei" panose="020B0503020204020204" charset="-122"/>
                <a:ea typeface="Microsoft YaHei" panose="020B0503020204020204" charset="-122"/>
              </a:rPr>
              <a:t>求解生成树算法</a:t>
            </a:r>
          </a:p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(1) DFS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算法        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(2)  BFS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算法</a:t>
            </a:r>
          </a:p>
          <a:p>
            <a:pPr marL="609600" indent="-609600"/>
            <a:endParaRPr lang="zh-CN" altLang="en-US" sz="240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BFCC87E-E375-47C4-A7E7-D56BFE67DF25}"/>
              </a:ext>
            </a:extLst>
          </p:cNvPr>
          <p:cNvGrpSpPr/>
          <p:nvPr/>
        </p:nvGrpSpPr>
        <p:grpSpPr>
          <a:xfrm>
            <a:off x="1724420" y="2987040"/>
            <a:ext cx="306387" cy="2622550"/>
            <a:chOff x="0" y="0"/>
            <a:chExt cx="847" cy="1652"/>
          </a:xfrm>
        </p:grpSpPr>
        <p:sp>
          <p:nvSpPr>
            <p:cNvPr id="6" name="文本框 30726">
              <a:extLst>
                <a:ext uri="{FF2B5EF4-FFF2-40B4-BE49-F238E27FC236}">
                  <a16:creationId xmlns:a16="http://schemas.microsoft.com/office/drawing/2014/main" id="{B3701FAE-A6FD-4D77-9B82-E40A0E39D550}"/>
                </a:ext>
              </a:extLst>
            </p:cNvPr>
            <p:cNvSpPr txBox="1"/>
            <p:nvPr/>
          </p:nvSpPr>
          <p:spPr>
            <a:xfrm>
              <a:off x="0" y="202"/>
              <a:ext cx="847" cy="145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r>
                <a:rPr lang="en-US" altLang="zh-CN" sz="1600">
                  <a:solidFill>
                    <a:srgbClr val="CC3300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2</a:t>
              </a:r>
            </a:p>
            <a:p>
              <a:pPr algn="ctr" fontAlgn="t"/>
              <a:r>
                <a:rPr lang="en-US" altLang="zh-CN" sz="1600">
                  <a:solidFill>
                    <a:srgbClr val="CC3300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7" name="矩形 30727">
              <a:extLst>
                <a:ext uri="{FF2B5EF4-FFF2-40B4-BE49-F238E27FC236}">
                  <a16:creationId xmlns:a16="http://schemas.microsoft.com/office/drawing/2014/main" id="{C078944A-B16D-4045-8AC8-D85E16612814}"/>
                </a:ext>
              </a:extLst>
            </p:cNvPr>
            <p:cNvSpPr/>
            <p:nvPr/>
          </p:nvSpPr>
          <p:spPr>
            <a:xfrm>
              <a:off x="331" y="0"/>
              <a:ext cx="181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7F19FDEA-A4F6-44CE-B6D6-BF9AD4DB666D}"/>
              </a:ext>
            </a:extLst>
          </p:cNvPr>
          <p:cNvGrpSpPr/>
          <p:nvPr/>
        </p:nvGrpSpPr>
        <p:grpSpPr>
          <a:xfrm>
            <a:off x="2245120" y="2985453"/>
            <a:ext cx="306387" cy="2622550"/>
            <a:chOff x="0" y="0"/>
            <a:chExt cx="847" cy="1652"/>
          </a:xfrm>
        </p:grpSpPr>
        <p:sp>
          <p:nvSpPr>
            <p:cNvPr id="9" name="文本框 30729">
              <a:extLst>
                <a:ext uri="{FF2B5EF4-FFF2-40B4-BE49-F238E27FC236}">
                  <a16:creationId xmlns:a16="http://schemas.microsoft.com/office/drawing/2014/main" id="{FC95E054-2423-4296-9106-C324E1803C0D}"/>
                </a:ext>
              </a:extLst>
            </p:cNvPr>
            <p:cNvSpPr txBox="1"/>
            <p:nvPr/>
          </p:nvSpPr>
          <p:spPr>
            <a:xfrm>
              <a:off x="0" y="202"/>
              <a:ext cx="847" cy="145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r>
                <a:rPr lang="en-US" altLang="zh-CN" sz="1600">
                  <a:solidFill>
                    <a:srgbClr val="CC3300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3</a:t>
              </a:r>
            </a:p>
            <a:p>
              <a:pPr algn="ctr" fontAlgn="t"/>
              <a:r>
                <a:rPr lang="en-US" altLang="zh-CN" sz="1600">
                  <a:solidFill>
                    <a:srgbClr val="CC3300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2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10" name="矩形 30730">
              <a:extLst>
                <a:ext uri="{FF2B5EF4-FFF2-40B4-BE49-F238E27FC236}">
                  <a16:creationId xmlns:a16="http://schemas.microsoft.com/office/drawing/2014/main" id="{E57F525D-5D22-4D61-9F2D-4FB15CA32C84}"/>
                </a:ext>
              </a:extLst>
            </p:cNvPr>
            <p:cNvSpPr/>
            <p:nvPr/>
          </p:nvSpPr>
          <p:spPr>
            <a:xfrm>
              <a:off x="331" y="0"/>
              <a:ext cx="181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3DE2122-F1B8-4117-AAF3-AA71E0FC0D78}"/>
              </a:ext>
            </a:extLst>
          </p:cNvPr>
          <p:cNvGrpSpPr/>
          <p:nvPr/>
        </p:nvGrpSpPr>
        <p:grpSpPr>
          <a:xfrm>
            <a:off x="2732482" y="2966403"/>
            <a:ext cx="306388" cy="2622550"/>
            <a:chOff x="0" y="0"/>
            <a:chExt cx="847" cy="1652"/>
          </a:xfrm>
        </p:grpSpPr>
        <p:sp>
          <p:nvSpPr>
            <p:cNvPr id="12" name="文本框 30732">
              <a:extLst>
                <a:ext uri="{FF2B5EF4-FFF2-40B4-BE49-F238E27FC236}">
                  <a16:creationId xmlns:a16="http://schemas.microsoft.com/office/drawing/2014/main" id="{1C2FDBFA-3B08-4E2D-8BE3-A17C948EC016}"/>
                </a:ext>
              </a:extLst>
            </p:cNvPr>
            <p:cNvSpPr txBox="1"/>
            <p:nvPr/>
          </p:nvSpPr>
          <p:spPr>
            <a:xfrm>
              <a:off x="0" y="202"/>
              <a:ext cx="847" cy="145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r>
                <a:rPr lang="en-US" altLang="zh-CN" sz="1600">
                  <a:solidFill>
                    <a:srgbClr val="CC3300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4</a:t>
              </a:r>
            </a:p>
            <a:p>
              <a:pPr algn="ctr" fontAlgn="t"/>
              <a:r>
                <a:rPr lang="en-US" altLang="zh-CN" sz="1600">
                  <a:solidFill>
                    <a:srgbClr val="CC3300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3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2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13" name="矩形 30733">
              <a:extLst>
                <a:ext uri="{FF2B5EF4-FFF2-40B4-BE49-F238E27FC236}">
                  <a16:creationId xmlns:a16="http://schemas.microsoft.com/office/drawing/2014/main" id="{7D0AD0ED-C3A1-44F9-8CE1-AEB3AF015A49}"/>
                </a:ext>
              </a:extLst>
            </p:cNvPr>
            <p:cNvSpPr/>
            <p:nvPr/>
          </p:nvSpPr>
          <p:spPr>
            <a:xfrm>
              <a:off x="331" y="0"/>
              <a:ext cx="181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777D35C-9263-4D0E-82E2-6A634EBEFF5F}"/>
              </a:ext>
            </a:extLst>
          </p:cNvPr>
          <p:cNvGrpSpPr/>
          <p:nvPr/>
        </p:nvGrpSpPr>
        <p:grpSpPr>
          <a:xfrm>
            <a:off x="3235720" y="2945765"/>
            <a:ext cx="306387" cy="2622550"/>
            <a:chOff x="0" y="0"/>
            <a:chExt cx="847" cy="1652"/>
          </a:xfrm>
        </p:grpSpPr>
        <p:sp>
          <p:nvSpPr>
            <p:cNvPr id="15" name="文本框 30735">
              <a:extLst>
                <a:ext uri="{FF2B5EF4-FFF2-40B4-BE49-F238E27FC236}">
                  <a16:creationId xmlns:a16="http://schemas.microsoft.com/office/drawing/2014/main" id="{81127892-761C-4D29-92D5-7E2365AD58EE}"/>
                </a:ext>
              </a:extLst>
            </p:cNvPr>
            <p:cNvSpPr txBox="1"/>
            <p:nvPr/>
          </p:nvSpPr>
          <p:spPr>
            <a:xfrm>
              <a:off x="0" y="202"/>
              <a:ext cx="847" cy="145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r>
                <a:rPr lang="en-US" altLang="zh-CN" sz="1600">
                  <a:solidFill>
                    <a:srgbClr val="CC3300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5</a:t>
              </a:r>
            </a:p>
            <a:p>
              <a:pPr algn="ctr" fontAlgn="t"/>
              <a:r>
                <a:rPr lang="en-US" altLang="zh-CN" sz="1600">
                  <a:solidFill>
                    <a:srgbClr val="CC3300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4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3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2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16" name="矩形 30736">
              <a:extLst>
                <a:ext uri="{FF2B5EF4-FFF2-40B4-BE49-F238E27FC236}">
                  <a16:creationId xmlns:a16="http://schemas.microsoft.com/office/drawing/2014/main" id="{545BCE98-051A-434D-81D8-E12BFABD16C1}"/>
                </a:ext>
              </a:extLst>
            </p:cNvPr>
            <p:cNvSpPr/>
            <p:nvPr/>
          </p:nvSpPr>
          <p:spPr>
            <a:xfrm>
              <a:off x="331" y="0"/>
              <a:ext cx="181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6CA6043-B5E7-4DA1-BFEC-5BC540431DC3}"/>
              </a:ext>
            </a:extLst>
          </p:cNvPr>
          <p:cNvGrpSpPr/>
          <p:nvPr/>
        </p:nvGrpSpPr>
        <p:grpSpPr>
          <a:xfrm>
            <a:off x="3740545" y="2945765"/>
            <a:ext cx="306387" cy="2622550"/>
            <a:chOff x="0" y="0"/>
            <a:chExt cx="847" cy="1652"/>
          </a:xfrm>
        </p:grpSpPr>
        <p:sp>
          <p:nvSpPr>
            <p:cNvPr id="18" name="文本框 30738">
              <a:extLst>
                <a:ext uri="{FF2B5EF4-FFF2-40B4-BE49-F238E27FC236}">
                  <a16:creationId xmlns:a16="http://schemas.microsoft.com/office/drawing/2014/main" id="{A0935ED5-7AF0-49DB-A362-C3FDC893916D}"/>
                </a:ext>
              </a:extLst>
            </p:cNvPr>
            <p:cNvSpPr txBox="1"/>
            <p:nvPr/>
          </p:nvSpPr>
          <p:spPr>
            <a:xfrm>
              <a:off x="0" y="202"/>
              <a:ext cx="847" cy="145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r>
                <a:rPr lang="en-US" altLang="zh-CN" sz="1600">
                  <a:solidFill>
                    <a:srgbClr val="CC3300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6</a:t>
              </a:r>
            </a:p>
            <a:p>
              <a:pPr algn="ctr" fontAlgn="t"/>
              <a:r>
                <a:rPr lang="en-US" altLang="zh-CN" sz="1600">
                  <a:solidFill>
                    <a:srgbClr val="CC3300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5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4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3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2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19" name="矩形 30739">
              <a:extLst>
                <a:ext uri="{FF2B5EF4-FFF2-40B4-BE49-F238E27FC236}">
                  <a16:creationId xmlns:a16="http://schemas.microsoft.com/office/drawing/2014/main" id="{2E2AB4C8-4E9C-43AB-8359-06D97511E3A4}"/>
                </a:ext>
              </a:extLst>
            </p:cNvPr>
            <p:cNvSpPr/>
            <p:nvPr/>
          </p:nvSpPr>
          <p:spPr>
            <a:xfrm>
              <a:off x="331" y="0"/>
              <a:ext cx="181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CD71EC9-3A18-4B6C-BF75-DD8436E083B6}"/>
              </a:ext>
            </a:extLst>
          </p:cNvPr>
          <p:cNvGrpSpPr/>
          <p:nvPr/>
        </p:nvGrpSpPr>
        <p:grpSpPr>
          <a:xfrm>
            <a:off x="4316807" y="2945765"/>
            <a:ext cx="306388" cy="2622550"/>
            <a:chOff x="0" y="0"/>
            <a:chExt cx="847" cy="1652"/>
          </a:xfrm>
        </p:grpSpPr>
        <p:sp>
          <p:nvSpPr>
            <p:cNvPr id="21" name="文本框 30741">
              <a:extLst>
                <a:ext uri="{FF2B5EF4-FFF2-40B4-BE49-F238E27FC236}">
                  <a16:creationId xmlns:a16="http://schemas.microsoft.com/office/drawing/2014/main" id="{3C1C760B-FC52-4B30-AEBD-4A87E0900C70}"/>
                </a:ext>
              </a:extLst>
            </p:cNvPr>
            <p:cNvSpPr txBox="1"/>
            <p:nvPr/>
          </p:nvSpPr>
          <p:spPr>
            <a:xfrm>
              <a:off x="0" y="202"/>
              <a:ext cx="847" cy="145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r>
                <a:rPr lang="en-US" altLang="zh-CN" sz="1600">
                  <a:solidFill>
                    <a:srgbClr val="CC3300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7</a:t>
              </a:r>
            </a:p>
            <a:p>
              <a:pPr algn="ctr" fontAlgn="t"/>
              <a:r>
                <a:rPr lang="en-US" altLang="zh-CN" sz="1600">
                  <a:solidFill>
                    <a:srgbClr val="CC3300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6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5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4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3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2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22" name="矩形 30742">
              <a:extLst>
                <a:ext uri="{FF2B5EF4-FFF2-40B4-BE49-F238E27FC236}">
                  <a16:creationId xmlns:a16="http://schemas.microsoft.com/office/drawing/2014/main" id="{AA0C8917-BBB1-4C9E-B980-C0116270FF09}"/>
                </a:ext>
              </a:extLst>
            </p:cNvPr>
            <p:cNvSpPr/>
            <p:nvPr/>
          </p:nvSpPr>
          <p:spPr>
            <a:xfrm>
              <a:off x="331" y="0"/>
              <a:ext cx="181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3895E2E-39A3-43ED-A687-E6B21325EF59}"/>
              </a:ext>
            </a:extLst>
          </p:cNvPr>
          <p:cNvGrpSpPr/>
          <p:nvPr/>
        </p:nvGrpSpPr>
        <p:grpSpPr>
          <a:xfrm>
            <a:off x="4820045" y="2945765"/>
            <a:ext cx="306387" cy="2622550"/>
            <a:chOff x="0" y="0"/>
            <a:chExt cx="847" cy="1652"/>
          </a:xfrm>
        </p:grpSpPr>
        <p:sp>
          <p:nvSpPr>
            <p:cNvPr id="24" name="文本框 30744">
              <a:extLst>
                <a:ext uri="{FF2B5EF4-FFF2-40B4-BE49-F238E27FC236}">
                  <a16:creationId xmlns:a16="http://schemas.microsoft.com/office/drawing/2014/main" id="{4CF7D751-1777-44EF-8DBF-96A395C8321C}"/>
                </a:ext>
              </a:extLst>
            </p:cNvPr>
            <p:cNvSpPr txBox="1"/>
            <p:nvPr/>
          </p:nvSpPr>
          <p:spPr>
            <a:xfrm>
              <a:off x="0" y="202"/>
              <a:ext cx="847" cy="145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r>
                <a:rPr lang="en-US" altLang="zh-CN" sz="1600">
                  <a:solidFill>
                    <a:srgbClr val="CC3300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8</a:t>
              </a:r>
            </a:p>
            <a:p>
              <a:pPr algn="ctr" fontAlgn="t"/>
              <a:r>
                <a:rPr lang="en-US" altLang="zh-CN" sz="1600">
                  <a:solidFill>
                    <a:srgbClr val="CC3300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7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6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5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4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3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2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25" name="矩形 30745">
              <a:extLst>
                <a:ext uri="{FF2B5EF4-FFF2-40B4-BE49-F238E27FC236}">
                  <a16:creationId xmlns:a16="http://schemas.microsoft.com/office/drawing/2014/main" id="{EB1DA85B-23A6-43CE-BF50-29793364B5C9}"/>
                </a:ext>
              </a:extLst>
            </p:cNvPr>
            <p:cNvSpPr/>
            <p:nvPr/>
          </p:nvSpPr>
          <p:spPr>
            <a:xfrm>
              <a:off x="331" y="0"/>
              <a:ext cx="181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0829AD1-2E92-41AA-9D68-6E006F151DA2}"/>
              </a:ext>
            </a:extLst>
          </p:cNvPr>
          <p:cNvGrpSpPr/>
          <p:nvPr/>
        </p:nvGrpSpPr>
        <p:grpSpPr>
          <a:xfrm>
            <a:off x="5396307" y="2945765"/>
            <a:ext cx="306388" cy="2622550"/>
            <a:chOff x="0" y="0"/>
            <a:chExt cx="847" cy="1652"/>
          </a:xfrm>
        </p:grpSpPr>
        <p:sp>
          <p:nvSpPr>
            <p:cNvPr id="27" name="文本框 30747">
              <a:extLst>
                <a:ext uri="{FF2B5EF4-FFF2-40B4-BE49-F238E27FC236}">
                  <a16:creationId xmlns:a16="http://schemas.microsoft.com/office/drawing/2014/main" id="{9CC020A5-60E0-46DE-BD19-1DDEF566C36E}"/>
                </a:ext>
              </a:extLst>
            </p:cNvPr>
            <p:cNvSpPr txBox="1"/>
            <p:nvPr/>
          </p:nvSpPr>
          <p:spPr>
            <a:xfrm>
              <a:off x="0" y="202"/>
              <a:ext cx="847" cy="145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7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6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5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4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3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2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28" name="矩形 30748">
              <a:extLst>
                <a:ext uri="{FF2B5EF4-FFF2-40B4-BE49-F238E27FC236}">
                  <a16:creationId xmlns:a16="http://schemas.microsoft.com/office/drawing/2014/main" id="{45CAED95-B146-4C87-B107-C25AE7050A21}"/>
                </a:ext>
              </a:extLst>
            </p:cNvPr>
            <p:cNvSpPr/>
            <p:nvPr/>
          </p:nvSpPr>
          <p:spPr>
            <a:xfrm>
              <a:off x="331" y="0"/>
              <a:ext cx="181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2F7E46A-4A98-4ABB-BF60-42784D51C515}"/>
              </a:ext>
            </a:extLst>
          </p:cNvPr>
          <p:cNvGrpSpPr/>
          <p:nvPr/>
        </p:nvGrpSpPr>
        <p:grpSpPr>
          <a:xfrm>
            <a:off x="1219595" y="2987040"/>
            <a:ext cx="306387" cy="2622550"/>
            <a:chOff x="0" y="0"/>
            <a:chExt cx="847" cy="1652"/>
          </a:xfrm>
        </p:grpSpPr>
        <p:sp>
          <p:nvSpPr>
            <p:cNvPr id="30" name="文本框 30750">
              <a:extLst>
                <a:ext uri="{FF2B5EF4-FFF2-40B4-BE49-F238E27FC236}">
                  <a16:creationId xmlns:a16="http://schemas.microsoft.com/office/drawing/2014/main" id="{EB198C0F-9AC1-4F94-9675-4D763555CF11}"/>
                </a:ext>
              </a:extLst>
            </p:cNvPr>
            <p:cNvSpPr txBox="1"/>
            <p:nvPr/>
          </p:nvSpPr>
          <p:spPr>
            <a:xfrm>
              <a:off x="0" y="202"/>
              <a:ext cx="847" cy="145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31" name="矩形 30751">
              <a:extLst>
                <a:ext uri="{FF2B5EF4-FFF2-40B4-BE49-F238E27FC236}">
                  <a16:creationId xmlns:a16="http://schemas.microsoft.com/office/drawing/2014/main" id="{2DA1D6BC-838B-4DA2-8643-901BE35973BE}"/>
                </a:ext>
              </a:extLst>
            </p:cNvPr>
            <p:cNvSpPr/>
            <p:nvPr/>
          </p:nvSpPr>
          <p:spPr>
            <a:xfrm>
              <a:off x="331" y="0"/>
              <a:ext cx="181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9F8CFD8-0E24-46D0-81BE-D1D15834FD3A}"/>
              </a:ext>
            </a:extLst>
          </p:cNvPr>
          <p:cNvGrpSpPr/>
          <p:nvPr/>
        </p:nvGrpSpPr>
        <p:grpSpPr>
          <a:xfrm>
            <a:off x="5901132" y="2945765"/>
            <a:ext cx="306388" cy="2622550"/>
            <a:chOff x="0" y="0"/>
            <a:chExt cx="847" cy="1652"/>
          </a:xfrm>
        </p:grpSpPr>
        <p:sp>
          <p:nvSpPr>
            <p:cNvPr id="33" name="文本框 30753">
              <a:extLst>
                <a:ext uri="{FF2B5EF4-FFF2-40B4-BE49-F238E27FC236}">
                  <a16:creationId xmlns:a16="http://schemas.microsoft.com/office/drawing/2014/main" id="{D3C12305-3B3B-48D4-8DF5-8B19D7DE5168}"/>
                </a:ext>
              </a:extLst>
            </p:cNvPr>
            <p:cNvSpPr txBox="1"/>
            <p:nvPr/>
          </p:nvSpPr>
          <p:spPr>
            <a:xfrm>
              <a:off x="0" y="202"/>
              <a:ext cx="847" cy="145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r>
                <a:rPr lang="en-US" altLang="zh-CN" sz="1600">
                  <a:solidFill>
                    <a:srgbClr val="CC3300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9</a:t>
              </a:r>
            </a:p>
            <a:p>
              <a:pPr algn="ctr" fontAlgn="t"/>
              <a:r>
                <a:rPr lang="en-US" altLang="zh-CN" sz="1600">
                  <a:solidFill>
                    <a:srgbClr val="CC3300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7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6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5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4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3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2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34" name="矩形 30754">
              <a:extLst>
                <a:ext uri="{FF2B5EF4-FFF2-40B4-BE49-F238E27FC236}">
                  <a16:creationId xmlns:a16="http://schemas.microsoft.com/office/drawing/2014/main" id="{52553A62-81A0-4D4B-AEFE-021243EA5B29}"/>
                </a:ext>
              </a:extLst>
            </p:cNvPr>
            <p:cNvSpPr/>
            <p:nvPr/>
          </p:nvSpPr>
          <p:spPr>
            <a:xfrm>
              <a:off x="331" y="0"/>
              <a:ext cx="181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C97DC3F-CF8B-4552-87D6-A927C0AD203C}"/>
              </a:ext>
            </a:extLst>
          </p:cNvPr>
          <p:cNvGrpSpPr/>
          <p:nvPr/>
        </p:nvGrpSpPr>
        <p:grpSpPr>
          <a:xfrm>
            <a:off x="6404370" y="2945765"/>
            <a:ext cx="306387" cy="2622550"/>
            <a:chOff x="0" y="0"/>
            <a:chExt cx="827" cy="1652"/>
          </a:xfrm>
        </p:grpSpPr>
        <p:sp>
          <p:nvSpPr>
            <p:cNvPr id="36" name="文本框 30756">
              <a:extLst>
                <a:ext uri="{FF2B5EF4-FFF2-40B4-BE49-F238E27FC236}">
                  <a16:creationId xmlns:a16="http://schemas.microsoft.com/office/drawing/2014/main" id="{B97319C9-05E3-469C-8730-6D2B1B0F0084}"/>
                </a:ext>
              </a:extLst>
            </p:cNvPr>
            <p:cNvSpPr txBox="1"/>
            <p:nvPr/>
          </p:nvSpPr>
          <p:spPr>
            <a:xfrm>
              <a:off x="0" y="202"/>
              <a:ext cx="827" cy="145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7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6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5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4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3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2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37" name="矩形 30757">
              <a:extLst>
                <a:ext uri="{FF2B5EF4-FFF2-40B4-BE49-F238E27FC236}">
                  <a16:creationId xmlns:a16="http://schemas.microsoft.com/office/drawing/2014/main" id="{D8E87D7D-D0A0-4DD5-A058-B9AE786C5B02}"/>
                </a:ext>
              </a:extLst>
            </p:cNvPr>
            <p:cNvSpPr/>
            <p:nvPr/>
          </p:nvSpPr>
          <p:spPr>
            <a:xfrm>
              <a:off x="323" y="0"/>
              <a:ext cx="181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3684FEF-EC2E-4397-89A0-190FB25D00C4}"/>
              </a:ext>
            </a:extLst>
          </p:cNvPr>
          <p:cNvGrpSpPr/>
          <p:nvPr/>
        </p:nvGrpSpPr>
        <p:grpSpPr>
          <a:xfrm>
            <a:off x="9042795" y="2945765"/>
            <a:ext cx="306387" cy="2622550"/>
            <a:chOff x="0" y="0"/>
            <a:chExt cx="847" cy="1652"/>
          </a:xfrm>
        </p:grpSpPr>
        <p:sp>
          <p:nvSpPr>
            <p:cNvPr id="39" name="文本框 30759">
              <a:extLst>
                <a:ext uri="{FF2B5EF4-FFF2-40B4-BE49-F238E27FC236}">
                  <a16:creationId xmlns:a16="http://schemas.microsoft.com/office/drawing/2014/main" id="{48A4A8B6-A932-4084-916A-AA5F19EADDA5}"/>
                </a:ext>
              </a:extLst>
            </p:cNvPr>
            <p:cNvSpPr txBox="1"/>
            <p:nvPr/>
          </p:nvSpPr>
          <p:spPr>
            <a:xfrm>
              <a:off x="0" y="202"/>
              <a:ext cx="847" cy="145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2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40" name="矩形 30760">
              <a:extLst>
                <a:ext uri="{FF2B5EF4-FFF2-40B4-BE49-F238E27FC236}">
                  <a16:creationId xmlns:a16="http://schemas.microsoft.com/office/drawing/2014/main" id="{59F96D6E-2F03-4DB4-A712-27B15DBE78BB}"/>
                </a:ext>
              </a:extLst>
            </p:cNvPr>
            <p:cNvSpPr/>
            <p:nvPr/>
          </p:nvSpPr>
          <p:spPr>
            <a:xfrm>
              <a:off x="331" y="0"/>
              <a:ext cx="181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D2E22EAB-DA88-420B-9A5A-4EB60843F8C6}"/>
              </a:ext>
            </a:extLst>
          </p:cNvPr>
          <p:cNvGrpSpPr/>
          <p:nvPr/>
        </p:nvGrpSpPr>
        <p:grpSpPr>
          <a:xfrm>
            <a:off x="8537970" y="2945765"/>
            <a:ext cx="306387" cy="2622550"/>
            <a:chOff x="0" y="0"/>
            <a:chExt cx="847" cy="1652"/>
          </a:xfrm>
        </p:grpSpPr>
        <p:sp>
          <p:nvSpPr>
            <p:cNvPr id="42" name="文本框 30762">
              <a:extLst>
                <a:ext uri="{FF2B5EF4-FFF2-40B4-BE49-F238E27FC236}">
                  <a16:creationId xmlns:a16="http://schemas.microsoft.com/office/drawing/2014/main" id="{23C7C840-8763-4BA1-BC0F-0FF7AE7EF10A}"/>
                </a:ext>
              </a:extLst>
            </p:cNvPr>
            <p:cNvSpPr txBox="1"/>
            <p:nvPr/>
          </p:nvSpPr>
          <p:spPr>
            <a:xfrm>
              <a:off x="0" y="202"/>
              <a:ext cx="847" cy="145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3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2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43" name="矩形 30763">
              <a:extLst>
                <a:ext uri="{FF2B5EF4-FFF2-40B4-BE49-F238E27FC236}">
                  <a16:creationId xmlns:a16="http://schemas.microsoft.com/office/drawing/2014/main" id="{E0D321BF-7533-4E95-B8CA-9615A4D19F77}"/>
                </a:ext>
              </a:extLst>
            </p:cNvPr>
            <p:cNvSpPr/>
            <p:nvPr/>
          </p:nvSpPr>
          <p:spPr>
            <a:xfrm>
              <a:off x="331" y="0"/>
              <a:ext cx="181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2DFF5C4-4BD5-4D98-9646-2BA20611EF77}"/>
              </a:ext>
            </a:extLst>
          </p:cNvPr>
          <p:cNvGrpSpPr/>
          <p:nvPr/>
        </p:nvGrpSpPr>
        <p:grpSpPr>
          <a:xfrm>
            <a:off x="8034732" y="2945765"/>
            <a:ext cx="306388" cy="2622550"/>
            <a:chOff x="0" y="0"/>
            <a:chExt cx="847" cy="1652"/>
          </a:xfrm>
        </p:grpSpPr>
        <p:sp>
          <p:nvSpPr>
            <p:cNvPr id="45" name="文本框 30765">
              <a:extLst>
                <a:ext uri="{FF2B5EF4-FFF2-40B4-BE49-F238E27FC236}">
                  <a16:creationId xmlns:a16="http://schemas.microsoft.com/office/drawing/2014/main" id="{CFD791D0-C098-4521-BD56-64CF80AB1E6E}"/>
                </a:ext>
              </a:extLst>
            </p:cNvPr>
            <p:cNvSpPr txBox="1"/>
            <p:nvPr/>
          </p:nvSpPr>
          <p:spPr>
            <a:xfrm>
              <a:off x="0" y="202"/>
              <a:ext cx="847" cy="145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4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3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2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46" name="矩形 30766">
              <a:extLst>
                <a:ext uri="{FF2B5EF4-FFF2-40B4-BE49-F238E27FC236}">
                  <a16:creationId xmlns:a16="http://schemas.microsoft.com/office/drawing/2014/main" id="{EE5F41A2-CAAA-4E89-9822-33F94021E1AB}"/>
                </a:ext>
              </a:extLst>
            </p:cNvPr>
            <p:cNvSpPr/>
            <p:nvPr/>
          </p:nvSpPr>
          <p:spPr>
            <a:xfrm>
              <a:off x="331" y="0"/>
              <a:ext cx="181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E9796B3B-5235-4ABC-889D-0D659E0F27F8}"/>
              </a:ext>
            </a:extLst>
          </p:cNvPr>
          <p:cNvGrpSpPr/>
          <p:nvPr/>
        </p:nvGrpSpPr>
        <p:grpSpPr>
          <a:xfrm>
            <a:off x="7529907" y="2945765"/>
            <a:ext cx="306388" cy="2622550"/>
            <a:chOff x="0" y="0"/>
            <a:chExt cx="847" cy="1652"/>
          </a:xfrm>
        </p:grpSpPr>
        <p:sp>
          <p:nvSpPr>
            <p:cNvPr id="48" name="文本框 30768">
              <a:extLst>
                <a:ext uri="{FF2B5EF4-FFF2-40B4-BE49-F238E27FC236}">
                  <a16:creationId xmlns:a16="http://schemas.microsoft.com/office/drawing/2014/main" id="{967ABB4A-3190-4107-A9BF-2EA4E21D723C}"/>
                </a:ext>
              </a:extLst>
            </p:cNvPr>
            <p:cNvSpPr txBox="1"/>
            <p:nvPr/>
          </p:nvSpPr>
          <p:spPr>
            <a:xfrm>
              <a:off x="0" y="202"/>
              <a:ext cx="847" cy="145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5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4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3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2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49" name="矩形 30769">
              <a:extLst>
                <a:ext uri="{FF2B5EF4-FFF2-40B4-BE49-F238E27FC236}">
                  <a16:creationId xmlns:a16="http://schemas.microsoft.com/office/drawing/2014/main" id="{D675A289-3C52-4EB2-BC30-14436F4F9C2A}"/>
                </a:ext>
              </a:extLst>
            </p:cNvPr>
            <p:cNvSpPr/>
            <p:nvPr/>
          </p:nvSpPr>
          <p:spPr>
            <a:xfrm>
              <a:off x="331" y="0"/>
              <a:ext cx="181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5F2A9AE-62B4-433C-8275-1D7AD61C56BB}"/>
              </a:ext>
            </a:extLst>
          </p:cNvPr>
          <p:cNvGrpSpPr/>
          <p:nvPr/>
        </p:nvGrpSpPr>
        <p:grpSpPr>
          <a:xfrm>
            <a:off x="6953645" y="2945765"/>
            <a:ext cx="306387" cy="2622550"/>
            <a:chOff x="0" y="0"/>
            <a:chExt cx="847" cy="1652"/>
          </a:xfrm>
        </p:grpSpPr>
        <p:sp>
          <p:nvSpPr>
            <p:cNvPr id="51" name="文本框 30771">
              <a:extLst>
                <a:ext uri="{FF2B5EF4-FFF2-40B4-BE49-F238E27FC236}">
                  <a16:creationId xmlns:a16="http://schemas.microsoft.com/office/drawing/2014/main" id="{414C1DE7-C233-4F13-B1AD-FA1C044F7ECA}"/>
                </a:ext>
              </a:extLst>
            </p:cNvPr>
            <p:cNvSpPr txBox="1"/>
            <p:nvPr/>
          </p:nvSpPr>
          <p:spPr>
            <a:xfrm>
              <a:off x="0" y="202"/>
              <a:ext cx="847" cy="145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6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5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4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3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2</a:t>
              </a: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52" name="矩形 30772">
              <a:extLst>
                <a:ext uri="{FF2B5EF4-FFF2-40B4-BE49-F238E27FC236}">
                  <a16:creationId xmlns:a16="http://schemas.microsoft.com/office/drawing/2014/main" id="{80E8CD5F-25A2-48E5-AB78-419B9347FC3A}"/>
                </a:ext>
              </a:extLst>
            </p:cNvPr>
            <p:cNvSpPr/>
            <p:nvPr/>
          </p:nvSpPr>
          <p:spPr>
            <a:xfrm>
              <a:off x="331" y="0"/>
              <a:ext cx="181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2FA6884F-27BE-451C-B030-121938123729}"/>
              </a:ext>
            </a:extLst>
          </p:cNvPr>
          <p:cNvGrpSpPr/>
          <p:nvPr/>
        </p:nvGrpSpPr>
        <p:grpSpPr>
          <a:xfrm>
            <a:off x="9546032" y="2945765"/>
            <a:ext cx="306388" cy="2622550"/>
            <a:chOff x="0" y="0"/>
            <a:chExt cx="847" cy="1652"/>
          </a:xfrm>
        </p:grpSpPr>
        <p:sp>
          <p:nvSpPr>
            <p:cNvPr id="54" name="文本框 30774">
              <a:extLst>
                <a:ext uri="{FF2B5EF4-FFF2-40B4-BE49-F238E27FC236}">
                  <a16:creationId xmlns:a16="http://schemas.microsoft.com/office/drawing/2014/main" id="{23D6C19E-32F6-4635-B1B9-0CDFB3A93C8C}"/>
                </a:ext>
              </a:extLst>
            </p:cNvPr>
            <p:cNvSpPr txBox="1"/>
            <p:nvPr/>
          </p:nvSpPr>
          <p:spPr>
            <a:xfrm>
              <a:off x="0" y="202"/>
              <a:ext cx="847" cy="145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r>
                <a:rPr lang="en-US" altLang="zh-CN" sz="1600"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55" name="矩形 30775">
              <a:extLst>
                <a:ext uri="{FF2B5EF4-FFF2-40B4-BE49-F238E27FC236}">
                  <a16:creationId xmlns:a16="http://schemas.microsoft.com/office/drawing/2014/main" id="{2F8487D5-1A8B-4DF8-AD14-1AB0A70194D9}"/>
                </a:ext>
              </a:extLst>
            </p:cNvPr>
            <p:cNvSpPr/>
            <p:nvPr/>
          </p:nvSpPr>
          <p:spPr>
            <a:xfrm>
              <a:off x="331" y="0"/>
              <a:ext cx="181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2DF3716-C43F-405F-A37C-10CF4AA8D420}"/>
              </a:ext>
            </a:extLst>
          </p:cNvPr>
          <p:cNvGrpSpPr/>
          <p:nvPr/>
        </p:nvGrpSpPr>
        <p:grpSpPr>
          <a:xfrm>
            <a:off x="9906395" y="2945765"/>
            <a:ext cx="306387" cy="2622550"/>
            <a:chOff x="0" y="0"/>
            <a:chExt cx="847" cy="1652"/>
          </a:xfrm>
        </p:grpSpPr>
        <p:sp>
          <p:nvSpPr>
            <p:cNvPr id="57" name="文本框 30777">
              <a:extLst>
                <a:ext uri="{FF2B5EF4-FFF2-40B4-BE49-F238E27FC236}">
                  <a16:creationId xmlns:a16="http://schemas.microsoft.com/office/drawing/2014/main" id="{676D6E50-BE25-465B-AB50-635B96323972}"/>
                </a:ext>
              </a:extLst>
            </p:cNvPr>
            <p:cNvSpPr txBox="1"/>
            <p:nvPr/>
          </p:nvSpPr>
          <p:spPr>
            <a:xfrm>
              <a:off x="0" y="202"/>
              <a:ext cx="847" cy="145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endParaRPr lang="en-US" altLang="zh-CN" sz="1600">
                <a:latin typeface="Arial" panose="020B0604020202020204" pitchFamily="34" charset="0"/>
                <a:ea typeface="SimSun" panose="02010600030101010101" pitchFamily="2" charset="-122"/>
              </a:endParaRPr>
            </a:p>
            <a:p>
              <a:pPr algn="ctr" fontAlgn="t"/>
              <a:r>
                <a:rPr lang="en-US" altLang="zh-CN" sz="1600">
                  <a:solidFill>
                    <a:schemeClr val="bg1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58" name="矩形 30778">
              <a:extLst>
                <a:ext uri="{FF2B5EF4-FFF2-40B4-BE49-F238E27FC236}">
                  <a16:creationId xmlns:a16="http://schemas.microsoft.com/office/drawing/2014/main" id="{D3BDEC69-6752-44C9-AAC4-833FAE4779A3}"/>
                </a:ext>
              </a:extLst>
            </p:cNvPr>
            <p:cNvSpPr/>
            <p:nvPr/>
          </p:nvSpPr>
          <p:spPr>
            <a:xfrm>
              <a:off x="331" y="0"/>
              <a:ext cx="181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sp>
        <p:nvSpPr>
          <p:cNvPr id="59" name="矩形 30779">
            <a:extLst>
              <a:ext uri="{FF2B5EF4-FFF2-40B4-BE49-F238E27FC236}">
                <a16:creationId xmlns:a16="http://schemas.microsoft.com/office/drawing/2014/main" id="{3C792105-3F8C-4EC3-96BB-3B4D5E0EDCA4}"/>
              </a:ext>
            </a:extLst>
          </p:cNvPr>
          <p:cNvSpPr/>
          <p:nvPr/>
        </p:nvSpPr>
        <p:spPr>
          <a:xfrm>
            <a:off x="1157682" y="3233103"/>
            <a:ext cx="9144000" cy="1444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0" name="直接连接符 30721">
            <a:extLst>
              <a:ext uri="{FF2B5EF4-FFF2-40B4-BE49-F238E27FC236}">
                <a16:creationId xmlns:a16="http://schemas.microsoft.com/office/drawing/2014/main" id="{0CA3175E-4D2C-4748-A873-CEE550AE0AAB}"/>
              </a:ext>
            </a:extLst>
          </p:cNvPr>
          <p:cNvSpPr/>
          <p:nvPr/>
        </p:nvSpPr>
        <p:spPr>
          <a:xfrm>
            <a:off x="8596176" y="1725295"/>
            <a:ext cx="114300" cy="4953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1" name="直接连接符 30782">
            <a:extLst>
              <a:ext uri="{FF2B5EF4-FFF2-40B4-BE49-F238E27FC236}">
                <a16:creationId xmlns:a16="http://schemas.microsoft.com/office/drawing/2014/main" id="{8B0364B4-C669-4F12-9061-8526F77E3CA9}"/>
              </a:ext>
            </a:extLst>
          </p:cNvPr>
          <p:cNvSpPr/>
          <p:nvPr/>
        </p:nvSpPr>
        <p:spPr>
          <a:xfrm flipV="1">
            <a:off x="9151801" y="1742758"/>
            <a:ext cx="80962" cy="86677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62844224-5582-4893-84F9-79F9357EAD0A}"/>
              </a:ext>
            </a:extLst>
          </p:cNvPr>
          <p:cNvSpPr/>
          <p:nvPr/>
        </p:nvSpPr>
        <p:spPr>
          <a:xfrm>
            <a:off x="8596176" y="1725295"/>
            <a:ext cx="114300" cy="49530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3" name="直接连接符 30784">
            <a:extLst>
              <a:ext uri="{FF2B5EF4-FFF2-40B4-BE49-F238E27FC236}">
                <a16:creationId xmlns:a16="http://schemas.microsoft.com/office/drawing/2014/main" id="{C8895188-CBCA-410F-B022-4D6E9BA6F472}"/>
              </a:ext>
            </a:extLst>
          </p:cNvPr>
          <p:cNvSpPr/>
          <p:nvPr/>
        </p:nvSpPr>
        <p:spPr>
          <a:xfrm flipV="1">
            <a:off x="8619988" y="1149033"/>
            <a:ext cx="322263" cy="57943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4" name="直接连接符 30785">
            <a:extLst>
              <a:ext uri="{FF2B5EF4-FFF2-40B4-BE49-F238E27FC236}">
                <a16:creationId xmlns:a16="http://schemas.microsoft.com/office/drawing/2014/main" id="{EA5E7399-1F91-421A-A543-3FEF6BE13641}"/>
              </a:ext>
            </a:extLst>
          </p:cNvPr>
          <p:cNvSpPr/>
          <p:nvPr/>
        </p:nvSpPr>
        <p:spPr>
          <a:xfrm>
            <a:off x="8927963" y="1149033"/>
            <a:ext cx="592138" cy="10668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5" name="直接连接符 30786">
            <a:extLst>
              <a:ext uri="{FF2B5EF4-FFF2-40B4-BE49-F238E27FC236}">
                <a16:creationId xmlns:a16="http://schemas.microsoft.com/office/drawing/2014/main" id="{3723988F-4B9A-4504-A863-9637718A092F}"/>
              </a:ext>
            </a:extLst>
          </p:cNvPr>
          <p:cNvSpPr/>
          <p:nvPr/>
        </p:nvSpPr>
        <p:spPr>
          <a:xfrm flipV="1">
            <a:off x="8694601" y="1741170"/>
            <a:ext cx="571500" cy="4953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6" name="直接连接符 30787">
            <a:extLst>
              <a:ext uri="{FF2B5EF4-FFF2-40B4-BE49-F238E27FC236}">
                <a16:creationId xmlns:a16="http://schemas.microsoft.com/office/drawing/2014/main" id="{82F60629-1E7E-4C08-B555-24151BDC557E}"/>
              </a:ext>
            </a:extLst>
          </p:cNvPr>
          <p:cNvSpPr/>
          <p:nvPr/>
        </p:nvSpPr>
        <p:spPr>
          <a:xfrm>
            <a:off x="8710476" y="2228533"/>
            <a:ext cx="114300" cy="5937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7" name="直接连接符 30788">
            <a:extLst>
              <a:ext uri="{FF2B5EF4-FFF2-40B4-BE49-F238E27FC236}">
                <a16:creationId xmlns:a16="http://schemas.microsoft.com/office/drawing/2014/main" id="{486AF071-6C6B-4E85-B913-442E178D2C1E}"/>
              </a:ext>
            </a:extLst>
          </p:cNvPr>
          <p:cNvSpPr/>
          <p:nvPr/>
        </p:nvSpPr>
        <p:spPr>
          <a:xfrm flipH="1">
            <a:off x="8783501" y="2588895"/>
            <a:ext cx="342900" cy="19843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8" name="直接连接符 30789">
            <a:extLst>
              <a:ext uri="{FF2B5EF4-FFF2-40B4-BE49-F238E27FC236}">
                <a16:creationId xmlns:a16="http://schemas.microsoft.com/office/drawing/2014/main" id="{85652B35-257E-4A05-95B1-FD32E9CC5C4C}"/>
              </a:ext>
            </a:extLst>
          </p:cNvPr>
          <p:cNvSpPr/>
          <p:nvPr/>
        </p:nvSpPr>
        <p:spPr>
          <a:xfrm>
            <a:off x="9502638" y="2228533"/>
            <a:ext cx="0" cy="6921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9" name="直接连接符 30790">
            <a:extLst>
              <a:ext uri="{FF2B5EF4-FFF2-40B4-BE49-F238E27FC236}">
                <a16:creationId xmlns:a16="http://schemas.microsoft.com/office/drawing/2014/main" id="{2E5345F5-A856-43F7-821E-8D83BB924875}"/>
              </a:ext>
            </a:extLst>
          </p:cNvPr>
          <p:cNvSpPr/>
          <p:nvPr/>
        </p:nvSpPr>
        <p:spPr>
          <a:xfrm>
            <a:off x="9143863" y="2588895"/>
            <a:ext cx="342900" cy="296863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0" name="直接连接符 30791">
            <a:extLst>
              <a:ext uri="{FF2B5EF4-FFF2-40B4-BE49-F238E27FC236}">
                <a16:creationId xmlns:a16="http://schemas.microsoft.com/office/drawing/2014/main" id="{C2A5C052-0F85-4A78-BA8C-745C00F53D55}"/>
              </a:ext>
            </a:extLst>
          </p:cNvPr>
          <p:cNvSpPr/>
          <p:nvPr/>
        </p:nvSpPr>
        <p:spPr>
          <a:xfrm flipV="1">
            <a:off x="9502638" y="1725295"/>
            <a:ext cx="457200" cy="4953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1" name="椭圆 30792">
            <a:extLst>
              <a:ext uri="{FF2B5EF4-FFF2-40B4-BE49-F238E27FC236}">
                <a16:creationId xmlns:a16="http://schemas.microsoft.com/office/drawing/2014/main" id="{8F463318-3261-4030-B31C-9B833B008831}"/>
              </a:ext>
            </a:extLst>
          </p:cNvPr>
          <p:cNvSpPr/>
          <p:nvPr/>
        </p:nvSpPr>
        <p:spPr>
          <a:xfrm>
            <a:off x="8586651" y="1725295"/>
            <a:ext cx="57150" cy="571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2" name="椭圆 30793">
            <a:extLst>
              <a:ext uri="{FF2B5EF4-FFF2-40B4-BE49-F238E27FC236}">
                <a16:creationId xmlns:a16="http://schemas.microsoft.com/office/drawing/2014/main" id="{3EA9B859-E877-4A1A-A3C6-586DFFD306BE}"/>
              </a:ext>
            </a:extLst>
          </p:cNvPr>
          <p:cNvSpPr/>
          <p:nvPr/>
        </p:nvSpPr>
        <p:spPr>
          <a:xfrm>
            <a:off x="9215301" y="1726883"/>
            <a:ext cx="58737" cy="58737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3" name="椭圆 30794">
            <a:extLst>
              <a:ext uri="{FF2B5EF4-FFF2-40B4-BE49-F238E27FC236}">
                <a16:creationId xmlns:a16="http://schemas.microsoft.com/office/drawing/2014/main" id="{60F20A69-CCBF-4E1E-9EAA-330206E3B736}"/>
              </a:ext>
            </a:extLst>
          </p:cNvPr>
          <p:cNvSpPr/>
          <p:nvPr/>
        </p:nvSpPr>
        <p:spPr>
          <a:xfrm>
            <a:off x="8902563" y="1110933"/>
            <a:ext cx="57150" cy="58737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4" name="椭圆 30795">
            <a:extLst>
              <a:ext uri="{FF2B5EF4-FFF2-40B4-BE49-F238E27FC236}">
                <a16:creationId xmlns:a16="http://schemas.microsoft.com/office/drawing/2014/main" id="{6AA62A00-AC78-44AB-8AD4-F4F1ED989CBD}"/>
              </a:ext>
            </a:extLst>
          </p:cNvPr>
          <p:cNvSpPr/>
          <p:nvPr/>
        </p:nvSpPr>
        <p:spPr>
          <a:xfrm>
            <a:off x="8786676" y="2761933"/>
            <a:ext cx="57150" cy="58737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5" name="椭圆 30796">
            <a:extLst>
              <a:ext uri="{FF2B5EF4-FFF2-40B4-BE49-F238E27FC236}">
                <a16:creationId xmlns:a16="http://schemas.microsoft.com/office/drawing/2014/main" id="{7B8DB880-9186-443A-83BC-A41E178FBDA0}"/>
              </a:ext>
            </a:extLst>
          </p:cNvPr>
          <p:cNvSpPr/>
          <p:nvPr/>
        </p:nvSpPr>
        <p:spPr>
          <a:xfrm>
            <a:off x="9472476" y="2182495"/>
            <a:ext cx="57150" cy="58738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6" name="椭圆 30797">
            <a:extLst>
              <a:ext uri="{FF2B5EF4-FFF2-40B4-BE49-F238E27FC236}">
                <a16:creationId xmlns:a16="http://schemas.microsoft.com/office/drawing/2014/main" id="{2ABDFB3C-F3C7-4DAF-BCFA-68EC353C147F}"/>
              </a:ext>
            </a:extLst>
          </p:cNvPr>
          <p:cNvSpPr/>
          <p:nvPr/>
        </p:nvSpPr>
        <p:spPr>
          <a:xfrm>
            <a:off x="9121638" y="2582545"/>
            <a:ext cx="57150" cy="571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7" name="椭圆 30798">
            <a:extLst>
              <a:ext uri="{FF2B5EF4-FFF2-40B4-BE49-F238E27FC236}">
                <a16:creationId xmlns:a16="http://schemas.microsoft.com/office/drawing/2014/main" id="{567615DF-366E-4CD8-92E4-0D2EDF08AA59}"/>
              </a:ext>
            </a:extLst>
          </p:cNvPr>
          <p:cNvSpPr/>
          <p:nvPr/>
        </p:nvSpPr>
        <p:spPr>
          <a:xfrm>
            <a:off x="8664438" y="2214245"/>
            <a:ext cx="57150" cy="571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8" name="文本框 30799">
            <a:extLst>
              <a:ext uri="{FF2B5EF4-FFF2-40B4-BE49-F238E27FC236}">
                <a16:creationId xmlns:a16="http://schemas.microsoft.com/office/drawing/2014/main" id="{7CE73DA5-1E26-42A8-8638-35A728F3B311}"/>
              </a:ext>
            </a:extLst>
          </p:cNvPr>
          <p:cNvSpPr txBox="1"/>
          <p:nvPr/>
        </p:nvSpPr>
        <p:spPr>
          <a:xfrm>
            <a:off x="8999401" y="1004570"/>
            <a:ext cx="457200" cy="152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lstStyle/>
          <a:p>
            <a:pPr algn="just"/>
            <a:r>
              <a:rPr lang="es-ES_tradnl" altLang="en-US" sz="1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endParaRPr lang="zh-CN" altLang="en-US" dirty="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9" name="椭圆 30800">
            <a:extLst>
              <a:ext uri="{FF2B5EF4-FFF2-40B4-BE49-F238E27FC236}">
                <a16:creationId xmlns:a16="http://schemas.microsoft.com/office/drawing/2014/main" id="{94013812-9943-492B-A40E-F8459D54828F}"/>
              </a:ext>
            </a:extLst>
          </p:cNvPr>
          <p:cNvSpPr/>
          <p:nvPr/>
        </p:nvSpPr>
        <p:spPr>
          <a:xfrm>
            <a:off x="9936026" y="1687195"/>
            <a:ext cx="58737" cy="571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0" name="椭圆 30801">
            <a:extLst>
              <a:ext uri="{FF2B5EF4-FFF2-40B4-BE49-F238E27FC236}">
                <a16:creationId xmlns:a16="http://schemas.microsoft.com/office/drawing/2014/main" id="{562BEEC6-E5D8-4CE8-8610-63327CE71233}"/>
              </a:ext>
            </a:extLst>
          </p:cNvPr>
          <p:cNvSpPr/>
          <p:nvPr/>
        </p:nvSpPr>
        <p:spPr>
          <a:xfrm>
            <a:off x="9456601" y="2865120"/>
            <a:ext cx="57150" cy="571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1" name="文本框 30802">
            <a:extLst>
              <a:ext uri="{FF2B5EF4-FFF2-40B4-BE49-F238E27FC236}">
                <a16:creationId xmlns:a16="http://schemas.microsoft.com/office/drawing/2014/main" id="{8908CCB9-8531-4BE9-9C4E-764FD46B6638}"/>
              </a:ext>
            </a:extLst>
          </p:cNvPr>
          <p:cNvSpPr txBox="1"/>
          <p:nvPr/>
        </p:nvSpPr>
        <p:spPr>
          <a:xfrm>
            <a:off x="8332651" y="1653858"/>
            <a:ext cx="457200" cy="152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lstStyle/>
          <a:p>
            <a:pPr algn="just"/>
            <a:r>
              <a:rPr lang="es-ES_tradnl" altLang="en-US" sz="1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endParaRPr lang="zh-CN" altLang="en-US" dirty="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2" name="文本框 30803">
            <a:extLst>
              <a:ext uri="{FF2B5EF4-FFF2-40B4-BE49-F238E27FC236}">
                <a16:creationId xmlns:a16="http://schemas.microsoft.com/office/drawing/2014/main" id="{D808B58D-9B3D-4754-B4AA-0BA096A0912A}"/>
              </a:ext>
            </a:extLst>
          </p:cNvPr>
          <p:cNvSpPr txBox="1"/>
          <p:nvPr/>
        </p:nvSpPr>
        <p:spPr>
          <a:xfrm>
            <a:off x="8423138" y="2157095"/>
            <a:ext cx="457200" cy="152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lstStyle/>
          <a:p>
            <a:pPr algn="just"/>
            <a:r>
              <a:rPr lang="es-ES_tradnl" altLang="en-US" sz="1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endParaRPr lang="zh-CN" altLang="en-US" dirty="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3" name="文本框 30804">
            <a:extLst>
              <a:ext uri="{FF2B5EF4-FFF2-40B4-BE49-F238E27FC236}">
                <a16:creationId xmlns:a16="http://schemas.microsoft.com/office/drawing/2014/main" id="{7A6E3AE6-6D2A-4678-8BF5-2B8FEC69C026}"/>
              </a:ext>
            </a:extLst>
          </p:cNvPr>
          <p:cNvSpPr txBox="1"/>
          <p:nvPr/>
        </p:nvSpPr>
        <p:spPr>
          <a:xfrm>
            <a:off x="8710476" y="2804795"/>
            <a:ext cx="457200" cy="152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lstStyle/>
          <a:p>
            <a:pPr algn="just"/>
            <a:r>
              <a:rPr lang="es-ES_tradnl" altLang="en-US" sz="1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</a:t>
            </a:r>
            <a:endParaRPr lang="zh-CN" altLang="en-US" dirty="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4" name="文本框 30805">
            <a:extLst>
              <a:ext uri="{FF2B5EF4-FFF2-40B4-BE49-F238E27FC236}">
                <a16:creationId xmlns:a16="http://schemas.microsoft.com/office/drawing/2014/main" id="{C09205F7-2396-4A19-8B38-D4869611032A}"/>
              </a:ext>
            </a:extLst>
          </p:cNvPr>
          <p:cNvSpPr txBox="1"/>
          <p:nvPr/>
        </p:nvSpPr>
        <p:spPr>
          <a:xfrm>
            <a:off x="9502638" y="2228533"/>
            <a:ext cx="457200" cy="152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lstStyle/>
          <a:p>
            <a:pPr algn="just"/>
            <a:r>
              <a:rPr lang="es-ES_tradnl" altLang="en-US" sz="1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7</a:t>
            </a:r>
            <a:endParaRPr lang="zh-CN" altLang="en-US" dirty="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5" name="文本框 30806">
            <a:extLst>
              <a:ext uri="{FF2B5EF4-FFF2-40B4-BE49-F238E27FC236}">
                <a16:creationId xmlns:a16="http://schemas.microsoft.com/office/drawing/2014/main" id="{8EECBE1C-F2C1-4591-A2F2-171CCC9E4142}"/>
              </a:ext>
            </a:extLst>
          </p:cNvPr>
          <p:cNvSpPr txBox="1"/>
          <p:nvPr/>
        </p:nvSpPr>
        <p:spPr>
          <a:xfrm>
            <a:off x="9837601" y="1520508"/>
            <a:ext cx="457200" cy="152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lstStyle/>
          <a:p>
            <a:pPr algn="just"/>
            <a:r>
              <a:rPr lang="es-ES_tradnl" altLang="en-US" sz="1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8</a:t>
            </a:r>
            <a:endParaRPr lang="zh-CN" altLang="en-US" dirty="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6" name="文本框 30807">
            <a:extLst>
              <a:ext uri="{FF2B5EF4-FFF2-40B4-BE49-F238E27FC236}">
                <a16:creationId xmlns:a16="http://schemas.microsoft.com/office/drawing/2014/main" id="{78B7C1B4-0C9B-48BF-9535-571BF02AD1F4}"/>
              </a:ext>
            </a:extLst>
          </p:cNvPr>
          <p:cNvSpPr txBox="1"/>
          <p:nvPr/>
        </p:nvSpPr>
        <p:spPr>
          <a:xfrm>
            <a:off x="9266101" y="1520508"/>
            <a:ext cx="457200" cy="152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lstStyle/>
          <a:p>
            <a:pPr algn="just"/>
            <a:r>
              <a:rPr lang="es-ES_tradnl" altLang="en-US" sz="1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9</a:t>
            </a:r>
            <a:endParaRPr lang="zh-CN" altLang="en-US" dirty="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7" name="文本框 30808">
            <a:extLst>
              <a:ext uri="{FF2B5EF4-FFF2-40B4-BE49-F238E27FC236}">
                <a16:creationId xmlns:a16="http://schemas.microsoft.com/office/drawing/2014/main" id="{FE9752A8-AC5A-4251-A9F4-F7AF4529EAE3}"/>
              </a:ext>
            </a:extLst>
          </p:cNvPr>
          <p:cNvSpPr txBox="1"/>
          <p:nvPr/>
        </p:nvSpPr>
        <p:spPr>
          <a:xfrm>
            <a:off x="9286738" y="2517458"/>
            <a:ext cx="228600" cy="152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lstStyle/>
          <a:p>
            <a:pPr algn="just"/>
            <a:r>
              <a:rPr lang="es-ES_tradnl" altLang="en-US" sz="1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5</a:t>
            </a:r>
            <a:endParaRPr lang="zh-CN" altLang="en-US" dirty="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8" name="文本框 30809">
            <a:extLst>
              <a:ext uri="{FF2B5EF4-FFF2-40B4-BE49-F238E27FC236}">
                <a16:creationId xmlns:a16="http://schemas.microsoft.com/office/drawing/2014/main" id="{9043BD74-B468-4209-AE5B-5B618D30ABA8}"/>
              </a:ext>
            </a:extLst>
          </p:cNvPr>
          <p:cNvSpPr txBox="1"/>
          <p:nvPr/>
        </p:nvSpPr>
        <p:spPr>
          <a:xfrm>
            <a:off x="9575663" y="2804795"/>
            <a:ext cx="228600" cy="152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spAutoFit/>
          </a:bodyPr>
          <a:lstStyle/>
          <a:p>
            <a:pPr algn="just"/>
            <a:r>
              <a:rPr lang="es-ES_tradnl" altLang="en-US" sz="1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6</a:t>
            </a:r>
            <a:endParaRPr lang="zh-CN" altLang="en-US" dirty="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4A1FEBEA-304B-484B-AAB9-C68BBE81DCCE}"/>
              </a:ext>
            </a:extLst>
          </p:cNvPr>
          <p:cNvSpPr/>
          <p:nvPr/>
        </p:nvSpPr>
        <p:spPr>
          <a:xfrm flipV="1">
            <a:off x="8619988" y="1149033"/>
            <a:ext cx="322263" cy="579437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F89CF22F-82E2-4340-A990-4C915B14F46F}"/>
              </a:ext>
            </a:extLst>
          </p:cNvPr>
          <p:cNvSpPr/>
          <p:nvPr/>
        </p:nvSpPr>
        <p:spPr>
          <a:xfrm>
            <a:off x="8710476" y="2228533"/>
            <a:ext cx="114300" cy="593725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8513EE46-AE5C-4FE9-82B5-5537C3FD4796}"/>
              </a:ext>
            </a:extLst>
          </p:cNvPr>
          <p:cNvSpPr/>
          <p:nvPr/>
        </p:nvSpPr>
        <p:spPr>
          <a:xfrm flipH="1">
            <a:off x="8783501" y="2588895"/>
            <a:ext cx="342900" cy="198438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5A335228-4419-4EFA-B435-C225746868BD}"/>
              </a:ext>
            </a:extLst>
          </p:cNvPr>
          <p:cNvSpPr/>
          <p:nvPr/>
        </p:nvSpPr>
        <p:spPr>
          <a:xfrm>
            <a:off x="9143863" y="2588895"/>
            <a:ext cx="342900" cy="296863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64FE488F-2442-4635-8794-3E10821644D4}"/>
              </a:ext>
            </a:extLst>
          </p:cNvPr>
          <p:cNvSpPr/>
          <p:nvPr/>
        </p:nvSpPr>
        <p:spPr>
          <a:xfrm>
            <a:off x="9502638" y="2228533"/>
            <a:ext cx="0" cy="69215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B863EF9D-1219-4CC5-9545-6E9FA91AF0F3}"/>
              </a:ext>
            </a:extLst>
          </p:cNvPr>
          <p:cNvSpPr/>
          <p:nvPr/>
        </p:nvSpPr>
        <p:spPr>
          <a:xfrm flipV="1">
            <a:off x="9508988" y="1715770"/>
            <a:ext cx="457200" cy="49530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AE0FF88D-E49E-4903-929D-A1654CE9F5DF}"/>
              </a:ext>
            </a:extLst>
          </p:cNvPr>
          <p:cNvSpPr/>
          <p:nvPr/>
        </p:nvSpPr>
        <p:spPr>
          <a:xfrm>
            <a:off x="9254988" y="1744345"/>
            <a:ext cx="228600" cy="41275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D6A6501C-4B27-4673-9D55-47AD264F45A5}"/>
              </a:ext>
            </a:extLst>
          </p:cNvPr>
          <p:cNvSpPr txBox="1"/>
          <p:nvPr/>
        </p:nvSpPr>
        <p:spPr>
          <a:xfrm>
            <a:off x="6602275" y="5977375"/>
            <a:ext cx="2913063" cy="406400"/>
          </a:xfrm>
          <a:prstGeom prst="rect">
            <a:avLst/>
          </a:prstGeom>
          <a:noFill/>
          <a:ln w="9525" cap="flat" cmpd="sng">
            <a:solidFill>
              <a:srgbClr val="66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>
            <a:spAutoFit/>
          </a:bodyPr>
          <a:lstStyle/>
          <a:p>
            <a:pPr algn="ctr"/>
            <a:r>
              <a:rPr lang="zh-CN" altLang="en-US" sz="2000" b="1">
                <a:solidFill>
                  <a:srgbClr val="CC3300"/>
                </a:solidFill>
                <a:latin typeface="Comic Sans MS" panose="030F0702030302020204" charset="0"/>
                <a:ea typeface="SimHei" panose="02010609060101010101" pitchFamily="2" charset="-122"/>
              </a:rPr>
              <a:t>栈</a:t>
            </a:r>
            <a:r>
              <a:rPr lang="en-US" altLang="zh-CN" sz="2000" b="1">
                <a:latin typeface="Comic Sans MS" panose="030F0702030302020204" charset="0"/>
                <a:ea typeface="SimHei" panose="02010609060101010101" pitchFamily="2" charset="-122"/>
              </a:rPr>
              <a:t>(stack)</a:t>
            </a:r>
            <a:r>
              <a:rPr lang="zh-CN" altLang="en-US" sz="2000" b="1">
                <a:latin typeface="Comic Sans MS" panose="030F0702030302020204" charset="0"/>
                <a:ea typeface="SimHei" panose="02010609060101010101" pitchFamily="2" charset="-122"/>
              </a:rPr>
              <a:t>、</a:t>
            </a:r>
            <a:r>
              <a:rPr lang="zh-CN" altLang="en-US" sz="2000" b="1">
                <a:solidFill>
                  <a:srgbClr val="CC3300"/>
                </a:solidFill>
                <a:latin typeface="Comic Sans MS" panose="030F0702030302020204" charset="0"/>
                <a:ea typeface="SimHei" panose="02010609060101010101" pitchFamily="2" charset="-122"/>
              </a:rPr>
              <a:t>队列</a:t>
            </a:r>
            <a:r>
              <a:rPr lang="en-US" altLang="zh-CN" sz="2000" b="1">
                <a:latin typeface="Comic Sans MS" panose="030F0702030302020204" charset="0"/>
                <a:ea typeface="SimHei" panose="02010609060101010101" pitchFamily="2" charset="-122"/>
              </a:rPr>
              <a:t>(queue)</a:t>
            </a:r>
          </a:p>
        </p:txBody>
      </p:sp>
    </p:spTree>
    <p:extLst>
      <p:ext uri="{BB962C8B-B14F-4D97-AF65-F5344CB8AC3E}">
        <p14:creationId xmlns:p14="http://schemas.microsoft.com/office/powerpoint/2010/main" val="351352716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占位符 33794">
            <a:extLst>
              <a:ext uri="{FF2B5EF4-FFF2-40B4-BE49-F238E27FC236}">
                <a16:creationId xmlns:a16="http://schemas.microsoft.com/office/drawing/2014/main" id="{00B8B4ED-73E2-41B1-9F24-D10E4230D565}"/>
              </a:ext>
            </a:extLst>
          </p:cNvPr>
          <p:cNvSpPr txBox="1">
            <a:spLocks/>
          </p:cNvSpPr>
          <p:nvPr/>
        </p:nvSpPr>
        <p:spPr>
          <a:xfrm>
            <a:off x="1717457" y="1096169"/>
            <a:ext cx="8218488" cy="71913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3300"/>
                </a:solidFill>
                <a:latin typeface="Microsoft YaHei" panose="020B0503020204020204" charset="-122"/>
                <a:ea typeface="Microsoft YaHei" panose="020B0503020204020204" charset="-122"/>
              </a:rPr>
              <a:t>Cayley</a:t>
            </a:r>
            <a:r>
              <a:rPr lang="zh-CN" altLang="en-US" dirty="0">
                <a:solidFill>
                  <a:srgbClr val="FF3300"/>
                </a:solidFill>
                <a:latin typeface="Microsoft YaHei" panose="020B0503020204020204" charset="-122"/>
                <a:ea typeface="Microsoft YaHei" panose="020B0503020204020204" charset="-122"/>
              </a:rPr>
              <a:t>定理：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n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个顶点的标号完全图</a:t>
            </a:r>
            <a:r>
              <a:rPr lang="en-US" altLang="zh-CN" sz="2400" dirty="0" err="1">
                <a:latin typeface="Microsoft YaHei" panose="020B0503020204020204" charset="-122"/>
                <a:ea typeface="Microsoft YaHei" panose="020B0503020204020204" charset="-122"/>
              </a:rPr>
              <a:t>K</a:t>
            </a:r>
            <a:r>
              <a:rPr lang="en-US" altLang="zh-CN" sz="2400" baseline="-30000" dirty="0" err="1">
                <a:latin typeface="Microsoft YaHei" panose="020B0503020204020204" charset="-122"/>
                <a:ea typeface="Microsoft YaHei" panose="020B0503020204020204" charset="-122"/>
              </a:rPr>
              <a:t>n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有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n</a:t>
            </a:r>
            <a:r>
              <a:rPr lang="en-US" altLang="zh-CN" sz="2400" baseline="30000" dirty="0">
                <a:latin typeface="Microsoft YaHei" panose="020B0503020204020204" charset="-122"/>
                <a:ea typeface="Microsoft YaHei" panose="020B0503020204020204" charset="-122"/>
              </a:rPr>
              <a:t>n-2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棵生成树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.</a:t>
            </a:r>
          </a:p>
        </p:txBody>
      </p:sp>
      <p:grpSp>
        <p:nvGrpSpPr>
          <p:cNvPr id="5" name="组合 35843">
            <a:extLst>
              <a:ext uri="{FF2B5EF4-FFF2-40B4-BE49-F238E27FC236}">
                <a16:creationId xmlns:a16="http://schemas.microsoft.com/office/drawing/2014/main" id="{5FE57CEE-BC48-4271-8AA7-39F19508F975}"/>
              </a:ext>
            </a:extLst>
          </p:cNvPr>
          <p:cNvGrpSpPr/>
          <p:nvPr/>
        </p:nvGrpSpPr>
        <p:grpSpPr>
          <a:xfrm>
            <a:off x="1164599" y="2149382"/>
            <a:ext cx="4249737" cy="3511550"/>
            <a:chOff x="0" y="0"/>
            <a:chExt cx="2892" cy="2509"/>
          </a:xfrm>
        </p:grpSpPr>
        <p:sp>
          <p:nvSpPr>
            <p:cNvPr id="6" name="椭圆 35844">
              <a:extLst>
                <a:ext uri="{FF2B5EF4-FFF2-40B4-BE49-F238E27FC236}">
                  <a16:creationId xmlns:a16="http://schemas.microsoft.com/office/drawing/2014/main" id="{42D32E32-5BD8-4A19-9E02-C0FB698D0708}"/>
                </a:ext>
              </a:extLst>
            </p:cNvPr>
            <p:cNvSpPr/>
            <p:nvPr/>
          </p:nvSpPr>
          <p:spPr>
            <a:xfrm>
              <a:off x="816" y="1267"/>
              <a:ext cx="144" cy="96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7" name="椭圆 35845">
              <a:extLst>
                <a:ext uri="{FF2B5EF4-FFF2-40B4-BE49-F238E27FC236}">
                  <a16:creationId xmlns:a16="http://schemas.microsoft.com/office/drawing/2014/main" id="{201AEBA3-B24A-42C1-9550-1BE4E6F49588}"/>
                </a:ext>
              </a:extLst>
            </p:cNvPr>
            <p:cNvSpPr/>
            <p:nvPr/>
          </p:nvSpPr>
          <p:spPr>
            <a:xfrm>
              <a:off x="1296" y="787"/>
              <a:ext cx="144" cy="96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8" name="椭圆 35846">
              <a:extLst>
                <a:ext uri="{FF2B5EF4-FFF2-40B4-BE49-F238E27FC236}">
                  <a16:creationId xmlns:a16="http://schemas.microsoft.com/office/drawing/2014/main" id="{6EB5F845-E892-4553-9E6D-E77F0D97CA22}"/>
                </a:ext>
              </a:extLst>
            </p:cNvPr>
            <p:cNvSpPr/>
            <p:nvPr/>
          </p:nvSpPr>
          <p:spPr>
            <a:xfrm>
              <a:off x="1776" y="1267"/>
              <a:ext cx="144" cy="96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9" name="椭圆 35847">
              <a:extLst>
                <a:ext uri="{FF2B5EF4-FFF2-40B4-BE49-F238E27FC236}">
                  <a16:creationId xmlns:a16="http://schemas.microsoft.com/office/drawing/2014/main" id="{3AF9D0FF-95DF-48B9-8D05-28D190282851}"/>
                </a:ext>
              </a:extLst>
            </p:cNvPr>
            <p:cNvSpPr/>
            <p:nvPr/>
          </p:nvSpPr>
          <p:spPr>
            <a:xfrm>
              <a:off x="768" y="2083"/>
              <a:ext cx="144" cy="96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0" name="椭圆 35848">
              <a:extLst>
                <a:ext uri="{FF2B5EF4-FFF2-40B4-BE49-F238E27FC236}">
                  <a16:creationId xmlns:a16="http://schemas.microsoft.com/office/drawing/2014/main" id="{D7FF8879-F8CA-4BEA-B9DE-01E4FFA8047A}"/>
                </a:ext>
              </a:extLst>
            </p:cNvPr>
            <p:cNvSpPr/>
            <p:nvPr/>
          </p:nvSpPr>
          <p:spPr>
            <a:xfrm>
              <a:off x="1776" y="2083"/>
              <a:ext cx="144" cy="96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1" name="椭圆 35849">
              <a:extLst>
                <a:ext uri="{FF2B5EF4-FFF2-40B4-BE49-F238E27FC236}">
                  <a16:creationId xmlns:a16="http://schemas.microsoft.com/office/drawing/2014/main" id="{9A97DAA3-E57F-4D03-9598-3C84C55DC925}"/>
                </a:ext>
              </a:extLst>
            </p:cNvPr>
            <p:cNvSpPr/>
            <p:nvPr/>
          </p:nvSpPr>
          <p:spPr>
            <a:xfrm>
              <a:off x="0" y="1267"/>
              <a:ext cx="144" cy="96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2" name="椭圆 35850">
              <a:extLst>
                <a:ext uri="{FF2B5EF4-FFF2-40B4-BE49-F238E27FC236}">
                  <a16:creationId xmlns:a16="http://schemas.microsoft.com/office/drawing/2014/main" id="{6BF752C7-8D0E-4DCC-B299-31616559770A}"/>
                </a:ext>
              </a:extLst>
            </p:cNvPr>
            <p:cNvSpPr/>
            <p:nvPr/>
          </p:nvSpPr>
          <p:spPr>
            <a:xfrm>
              <a:off x="2544" y="1267"/>
              <a:ext cx="144" cy="96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3" name="直接连接符 35851">
              <a:extLst>
                <a:ext uri="{FF2B5EF4-FFF2-40B4-BE49-F238E27FC236}">
                  <a16:creationId xmlns:a16="http://schemas.microsoft.com/office/drawing/2014/main" id="{25F64E72-3D54-4BF7-AC7A-06439B669588}"/>
                </a:ext>
              </a:extLst>
            </p:cNvPr>
            <p:cNvSpPr/>
            <p:nvPr/>
          </p:nvSpPr>
          <p:spPr>
            <a:xfrm>
              <a:off x="96" y="1315"/>
              <a:ext cx="816" cy="0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4" name="直接连接符 35852">
              <a:extLst>
                <a:ext uri="{FF2B5EF4-FFF2-40B4-BE49-F238E27FC236}">
                  <a16:creationId xmlns:a16="http://schemas.microsoft.com/office/drawing/2014/main" id="{EF3B5AD4-2491-481A-8A25-D386FEE79813}"/>
                </a:ext>
              </a:extLst>
            </p:cNvPr>
            <p:cNvSpPr/>
            <p:nvPr/>
          </p:nvSpPr>
          <p:spPr>
            <a:xfrm flipV="1">
              <a:off x="912" y="835"/>
              <a:ext cx="432" cy="432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5" name="直接连接符 35853">
              <a:extLst>
                <a:ext uri="{FF2B5EF4-FFF2-40B4-BE49-F238E27FC236}">
                  <a16:creationId xmlns:a16="http://schemas.microsoft.com/office/drawing/2014/main" id="{5702D778-2911-45E0-977A-48152672FB7A}"/>
                </a:ext>
              </a:extLst>
            </p:cNvPr>
            <p:cNvSpPr/>
            <p:nvPr/>
          </p:nvSpPr>
          <p:spPr>
            <a:xfrm>
              <a:off x="1392" y="835"/>
              <a:ext cx="480" cy="480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6" name="直接连接符 35854">
              <a:extLst>
                <a:ext uri="{FF2B5EF4-FFF2-40B4-BE49-F238E27FC236}">
                  <a16:creationId xmlns:a16="http://schemas.microsoft.com/office/drawing/2014/main" id="{BE21B9D3-38F0-4CC0-A7E0-0B3D8D8B7D40}"/>
                </a:ext>
              </a:extLst>
            </p:cNvPr>
            <p:cNvSpPr/>
            <p:nvPr/>
          </p:nvSpPr>
          <p:spPr>
            <a:xfrm>
              <a:off x="864" y="1315"/>
              <a:ext cx="0" cy="816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7" name="直接连接符 35855">
              <a:extLst>
                <a:ext uri="{FF2B5EF4-FFF2-40B4-BE49-F238E27FC236}">
                  <a16:creationId xmlns:a16="http://schemas.microsoft.com/office/drawing/2014/main" id="{0C828138-DF21-4E49-868F-8055920DE5C3}"/>
                </a:ext>
              </a:extLst>
            </p:cNvPr>
            <p:cNvSpPr/>
            <p:nvPr/>
          </p:nvSpPr>
          <p:spPr>
            <a:xfrm>
              <a:off x="1872" y="1363"/>
              <a:ext cx="0" cy="720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8" name="直接连接符 35856">
              <a:extLst>
                <a:ext uri="{FF2B5EF4-FFF2-40B4-BE49-F238E27FC236}">
                  <a16:creationId xmlns:a16="http://schemas.microsoft.com/office/drawing/2014/main" id="{E9BD5312-BE44-4A47-9EBF-112F7D21F1A6}"/>
                </a:ext>
              </a:extLst>
            </p:cNvPr>
            <p:cNvSpPr/>
            <p:nvPr/>
          </p:nvSpPr>
          <p:spPr>
            <a:xfrm>
              <a:off x="1872" y="1315"/>
              <a:ext cx="720" cy="0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9" name="直接连接符 35857">
              <a:extLst>
                <a:ext uri="{FF2B5EF4-FFF2-40B4-BE49-F238E27FC236}">
                  <a16:creationId xmlns:a16="http://schemas.microsoft.com/office/drawing/2014/main" id="{3A1D4615-C780-4DA7-B1F1-4013C4FD16DE}"/>
                </a:ext>
              </a:extLst>
            </p:cNvPr>
            <p:cNvSpPr/>
            <p:nvPr/>
          </p:nvSpPr>
          <p:spPr>
            <a:xfrm flipV="1">
              <a:off x="1392" y="211"/>
              <a:ext cx="0" cy="576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20" name="椭圆 35858">
              <a:extLst>
                <a:ext uri="{FF2B5EF4-FFF2-40B4-BE49-F238E27FC236}">
                  <a16:creationId xmlns:a16="http://schemas.microsoft.com/office/drawing/2014/main" id="{DFC0F1F4-97B1-43C7-9DD2-9C1BD82429F8}"/>
                </a:ext>
              </a:extLst>
            </p:cNvPr>
            <p:cNvSpPr/>
            <p:nvPr/>
          </p:nvSpPr>
          <p:spPr>
            <a:xfrm>
              <a:off x="1296" y="163"/>
              <a:ext cx="144" cy="96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21" name="文本框 35859">
              <a:extLst>
                <a:ext uri="{FF2B5EF4-FFF2-40B4-BE49-F238E27FC236}">
                  <a16:creationId xmlns:a16="http://schemas.microsoft.com/office/drawing/2014/main" id="{6720BFBA-26B7-41AA-AF86-3301D0727EA8}"/>
                </a:ext>
              </a:extLst>
            </p:cNvPr>
            <p:cNvSpPr txBox="1"/>
            <p:nvPr/>
          </p:nvSpPr>
          <p:spPr>
            <a:xfrm>
              <a:off x="1046" y="0"/>
              <a:ext cx="2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1</a:t>
              </a:r>
            </a:p>
          </p:txBody>
        </p:sp>
        <p:sp>
          <p:nvSpPr>
            <p:cNvPr id="22" name="文本框 35860">
              <a:extLst>
                <a:ext uri="{FF2B5EF4-FFF2-40B4-BE49-F238E27FC236}">
                  <a16:creationId xmlns:a16="http://schemas.microsoft.com/office/drawing/2014/main" id="{11AE6996-C4BC-4675-B52E-F7C0469E04D3}"/>
                </a:ext>
              </a:extLst>
            </p:cNvPr>
            <p:cNvSpPr txBox="1"/>
            <p:nvPr/>
          </p:nvSpPr>
          <p:spPr>
            <a:xfrm>
              <a:off x="48" y="934"/>
              <a:ext cx="251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2</a:t>
              </a:r>
            </a:p>
          </p:txBody>
        </p:sp>
        <p:sp>
          <p:nvSpPr>
            <p:cNvPr id="23" name="文本框 35861">
              <a:extLst>
                <a:ext uri="{FF2B5EF4-FFF2-40B4-BE49-F238E27FC236}">
                  <a16:creationId xmlns:a16="http://schemas.microsoft.com/office/drawing/2014/main" id="{09995D4F-3E14-4444-A8CC-97664EC7A3FB}"/>
                </a:ext>
              </a:extLst>
            </p:cNvPr>
            <p:cNvSpPr txBox="1"/>
            <p:nvPr/>
          </p:nvSpPr>
          <p:spPr>
            <a:xfrm>
              <a:off x="1296" y="934"/>
              <a:ext cx="252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8</a:t>
              </a:r>
            </a:p>
          </p:txBody>
        </p:sp>
        <p:sp>
          <p:nvSpPr>
            <p:cNvPr id="24" name="文本框 35862">
              <a:extLst>
                <a:ext uri="{FF2B5EF4-FFF2-40B4-BE49-F238E27FC236}">
                  <a16:creationId xmlns:a16="http://schemas.microsoft.com/office/drawing/2014/main" id="{5FDF4F91-0327-4B32-9AAD-7D14EEB1D459}"/>
                </a:ext>
              </a:extLst>
            </p:cNvPr>
            <p:cNvSpPr txBox="1"/>
            <p:nvPr/>
          </p:nvSpPr>
          <p:spPr>
            <a:xfrm>
              <a:off x="1920" y="934"/>
              <a:ext cx="251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4</a:t>
              </a:r>
            </a:p>
          </p:txBody>
        </p:sp>
        <p:sp>
          <p:nvSpPr>
            <p:cNvPr id="25" name="文本框 35863">
              <a:extLst>
                <a:ext uri="{FF2B5EF4-FFF2-40B4-BE49-F238E27FC236}">
                  <a16:creationId xmlns:a16="http://schemas.microsoft.com/office/drawing/2014/main" id="{824E04AC-1052-4774-8ADD-26DA745A39D9}"/>
                </a:ext>
              </a:extLst>
            </p:cNvPr>
            <p:cNvSpPr txBox="1"/>
            <p:nvPr/>
          </p:nvSpPr>
          <p:spPr>
            <a:xfrm>
              <a:off x="2640" y="982"/>
              <a:ext cx="2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5</a:t>
              </a:r>
            </a:p>
          </p:txBody>
        </p:sp>
        <p:sp>
          <p:nvSpPr>
            <p:cNvPr id="26" name="文本框 35864">
              <a:extLst>
                <a:ext uri="{FF2B5EF4-FFF2-40B4-BE49-F238E27FC236}">
                  <a16:creationId xmlns:a16="http://schemas.microsoft.com/office/drawing/2014/main" id="{E70F3404-ACF4-4B34-AB05-A58EFBE0A202}"/>
                </a:ext>
              </a:extLst>
            </p:cNvPr>
            <p:cNvSpPr txBox="1"/>
            <p:nvPr/>
          </p:nvSpPr>
          <p:spPr>
            <a:xfrm>
              <a:off x="672" y="934"/>
              <a:ext cx="252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3</a:t>
              </a:r>
            </a:p>
          </p:txBody>
        </p:sp>
        <p:sp>
          <p:nvSpPr>
            <p:cNvPr id="27" name="文本框 35865">
              <a:extLst>
                <a:ext uri="{FF2B5EF4-FFF2-40B4-BE49-F238E27FC236}">
                  <a16:creationId xmlns:a16="http://schemas.microsoft.com/office/drawing/2014/main" id="{A0ADD167-E895-4494-A7D7-4F0881AE38B9}"/>
                </a:ext>
              </a:extLst>
            </p:cNvPr>
            <p:cNvSpPr txBox="1"/>
            <p:nvPr/>
          </p:nvSpPr>
          <p:spPr>
            <a:xfrm>
              <a:off x="748" y="2182"/>
              <a:ext cx="2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6</a:t>
              </a:r>
            </a:p>
          </p:txBody>
        </p:sp>
        <p:sp>
          <p:nvSpPr>
            <p:cNvPr id="28" name="文本框 35866">
              <a:extLst>
                <a:ext uri="{FF2B5EF4-FFF2-40B4-BE49-F238E27FC236}">
                  <a16:creationId xmlns:a16="http://schemas.microsoft.com/office/drawing/2014/main" id="{5A676CFB-D27D-425A-AA0F-0D0379D97692}"/>
                </a:ext>
              </a:extLst>
            </p:cNvPr>
            <p:cNvSpPr txBox="1"/>
            <p:nvPr/>
          </p:nvSpPr>
          <p:spPr>
            <a:xfrm>
              <a:off x="1776" y="2182"/>
              <a:ext cx="2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7</a:t>
              </a: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60B711EB-1876-44F1-919A-E899BB0FD203}"/>
              </a:ext>
            </a:extLst>
          </p:cNvPr>
          <p:cNvSpPr txBox="1"/>
          <p:nvPr/>
        </p:nvSpPr>
        <p:spPr>
          <a:xfrm>
            <a:off x="7008930" y="3581307"/>
            <a:ext cx="3044825" cy="457200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Comic Sans MS" panose="030F0702030302020204" charset="0"/>
                <a:ea typeface="SimHei" panose="02010609060101010101" pitchFamily="2" charset="-122"/>
              </a:rPr>
              <a:t>(8</a:t>
            </a:r>
            <a:r>
              <a:rPr lang="zh-CN" altLang="en-US" sz="2400">
                <a:solidFill>
                  <a:srgbClr val="0000FF"/>
                </a:solidFill>
                <a:latin typeface="Comic Sans MS" panose="030F0702030302020204" charset="0"/>
                <a:ea typeface="SimHei" panose="02010609060101010101" pitchFamily="2" charset="-122"/>
              </a:rPr>
              <a:t>，</a:t>
            </a:r>
            <a:r>
              <a:rPr lang="en-US" altLang="zh-CN" sz="2400">
                <a:solidFill>
                  <a:srgbClr val="0000FF"/>
                </a:solidFill>
                <a:latin typeface="Comic Sans MS" panose="030F0702030302020204" charset="0"/>
                <a:ea typeface="SimHei" panose="02010609060101010101" pitchFamily="2" charset="-122"/>
              </a:rPr>
              <a:t>3</a:t>
            </a:r>
            <a:r>
              <a:rPr lang="zh-CN" altLang="en-US" sz="2400">
                <a:solidFill>
                  <a:srgbClr val="0000FF"/>
                </a:solidFill>
                <a:latin typeface="Comic Sans MS" panose="030F0702030302020204" charset="0"/>
                <a:ea typeface="SimHei" panose="02010609060101010101" pitchFamily="2" charset="-122"/>
              </a:rPr>
              <a:t>，</a:t>
            </a:r>
            <a:r>
              <a:rPr lang="en-US" altLang="zh-CN" sz="2400">
                <a:solidFill>
                  <a:srgbClr val="0000FF"/>
                </a:solidFill>
                <a:latin typeface="Comic Sans MS" panose="030F0702030302020204" charset="0"/>
                <a:ea typeface="SimHei" panose="02010609060101010101" pitchFamily="2" charset="-122"/>
              </a:rPr>
              <a:t>4</a:t>
            </a:r>
            <a:r>
              <a:rPr lang="zh-CN" altLang="en-US" sz="2400">
                <a:solidFill>
                  <a:srgbClr val="0000FF"/>
                </a:solidFill>
                <a:latin typeface="Comic Sans MS" panose="030F0702030302020204" charset="0"/>
                <a:ea typeface="SimHei" panose="02010609060101010101" pitchFamily="2" charset="-122"/>
              </a:rPr>
              <a:t>，</a:t>
            </a:r>
            <a:r>
              <a:rPr lang="en-US" altLang="zh-CN" sz="2400">
                <a:solidFill>
                  <a:srgbClr val="0000FF"/>
                </a:solidFill>
                <a:latin typeface="Comic Sans MS" panose="030F0702030302020204" charset="0"/>
                <a:ea typeface="SimHei" panose="02010609060101010101" pitchFamily="2" charset="-122"/>
              </a:rPr>
              <a:t>3</a:t>
            </a:r>
            <a:r>
              <a:rPr lang="zh-CN" altLang="en-US" sz="2400">
                <a:solidFill>
                  <a:srgbClr val="0000FF"/>
                </a:solidFill>
                <a:latin typeface="Comic Sans MS" panose="030F0702030302020204" charset="0"/>
                <a:ea typeface="SimHei" panose="02010609060101010101" pitchFamily="2" charset="-122"/>
              </a:rPr>
              <a:t>，</a:t>
            </a:r>
            <a:r>
              <a:rPr lang="en-US" altLang="zh-CN" sz="2400">
                <a:solidFill>
                  <a:srgbClr val="0000FF"/>
                </a:solidFill>
                <a:latin typeface="Comic Sans MS" panose="030F0702030302020204" charset="0"/>
                <a:ea typeface="SimHei" panose="02010609060101010101" pitchFamily="2" charset="-122"/>
              </a:rPr>
              <a:t>8</a:t>
            </a:r>
            <a:r>
              <a:rPr lang="zh-CN" altLang="en-US" sz="2400">
                <a:solidFill>
                  <a:srgbClr val="0000FF"/>
                </a:solidFill>
                <a:latin typeface="Comic Sans MS" panose="030F0702030302020204" charset="0"/>
                <a:ea typeface="SimHei" panose="02010609060101010101" pitchFamily="2" charset="-122"/>
              </a:rPr>
              <a:t>，</a:t>
            </a:r>
            <a:r>
              <a:rPr lang="en-US" altLang="zh-CN" sz="2400">
                <a:solidFill>
                  <a:srgbClr val="0000FF"/>
                </a:solidFill>
                <a:latin typeface="Comic Sans MS" panose="030F0702030302020204" charset="0"/>
                <a:ea typeface="SimHei" panose="02010609060101010101" pitchFamily="2" charset="-122"/>
              </a:rPr>
              <a:t>4)</a:t>
            </a:r>
          </a:p>
        </p:txBody>
      </p:sp>
      <p:sp>
        <p:nvSpPr>
          <p:cNvPr id="30" name="左右箭头 35868">
            <a:extLst>
              <a:ext uri="{FF2B5EF4-FFF2-40B4-BE49-F238E27FC236}">
                <a16:creationId xmlns:a16="http://schemas.microsoft.com/office/drawing/2014/main" id="{EB033FC2-89C7-4C9A-BEDD-EB8FCD52A1F2}"/>
              </a:ext>
            </a:extLst>
          </p:cNvPr>
          <p:cNvSpPr/>
          <p:nvPr/>
        </p:nvSpPr>
        <p:spPr>
          <a:xfrm>
            <a:off x="5942130" y="3643219"/>
            <a:ext cx="914400" cy="361950"/>
          </a:xfrm>
          <a:prstGeom prst="leftRightArrow">
            <a:avLst>
              <a:gd name="adj1" fmla="val 50000"/>
              <a:gd name="adj2" fmla="val 50502"/>
            </a:avLst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1EB6CF09-E5DC-455A-8A69-448FE339B251}"/>
              </a:ext>
            </a:extLst>
          </p:cNvPr>
          <p:cNvGrpSpPr/>
          <p:nvPr/>
        </p:nvGrpSpPr>
        <p:grpSpPr>
          <a:xfrm>
            <a:off x="7039092" y="4094069"/>
            <a:ext cx="2995613" cy="1147763"/>
            <a:chOff x="0" y="0"/>
            <a:chExt cx="1697" cy="723"/>
          </a:xfrm>
        </p:grpSpPr>
        <p:sp>
          <p:nvSpPr>
            <p:cNvPr id="32" name="文本框 35870">
              <a:extLst>
                <a:ext uri="{FF2B5EF4-FFF2-40B4-BE49-F238E27FC236}">
                  <a16:creationId xmlns:a16="http://schemas.microsoft.com/office/drawing/2014/main" id="{A2A33EE8-F1A2-48E6-9100-B34EE9D12F22}"/>
                </a:ext>
              </a:extLst>
            </p:cNvPr>
            <p:cNvSpPr txBox="1"/>
            <p:nvPr/>
          </p:nvSpPr>
          <p:spPr>
            <a:xfrm>
              <a:off x="0" y="435"/>
              <a:ext cx="1697" cy="288"/>
            </a:xfrm>
            <a:prstGeom prst="rect">
              <a:avLst/>
            </a:prstGeom>
            <a:solidFill>
              <a:srgbClr val="99CCFF"/>
            </a:solidFill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(1</a:t>
              </a:r>
              <a:r>
                <a:rPr lang="zh-CN" altLang="en-US" sz="2400">
                  <a:solidFill>
                    <a:srgbClr val="0000FF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，</a:t>
              </a:r>
              <a:r>
                <a:rPr lang="en-US" altLang="zh-CN" sz="2400">
                  <a:solidFill>
                    <a:srgbClr val="0000FF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2</a:t>
              </a:r>
              <a:r>
                <a:rPr lang="zh-CN" altLang="en-US" sz="2400">
                  <a:solidFill>
                    <a:srgbClr val="0000FF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，</a:t>
              </a:r>
              <a:r>
                <a:rPr lang="en-US" altLang="zh-CN" sz="2400">
                  <a:solidFill>
                    <a:srgbClr val="0000FF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5</a:t>
              </a:r>
              <a:r>
                <a:rPr lang="zh-CN" altLang="en-US" sz="2400">
                  <a:solidFill>
                    <a:srgbClr val="0000FF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，</a:t>
              </a:r>
              <a:r>
                <a:rPr lang="en-US" altLang="zh-CN" sz="2400">
                  <a:solidFill>
                    <a:srgbClr val="0000FF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6</a:t>
              </a:r>
              <a:r>
                <a:rPr lang="zh-CN" altLang="en-US" sz="2400">
                  <a:solidFill>
                    <a:srgbClr val="0000FF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，</a:t>
              </a:r>
              <a:r>
                <a:rPr lang="en-US" altLang="zh-CN" sz="2400">
                  <a:solidFill>
                    <a:srgbClr val="0000FF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3</a:t>
              </a:r>
              <a:r>
                <a:rPr lang="zh-CN" altLang="en-US" sz="2400">
                  <a:solidFill>
                    <a:srgbClr val="0000FF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，</a:t>
              </a:r>
              <a:r>
                <a:rPr lang="en-US" altLang="zh-CN" sz="2400">
                  <a:solidFill>
                    <a:srgbClr val="0000FF"/>
                  </a:solidFill>
                  <a:latin typeface="Comic Sans MS" panose="030F0702030302020204" charset="0"/>
                  <a:ea typeface="SimHei" panose="02010609060101010101" pitchFamily="2" charset="-122"/>
                </a:rPr>
                <a:t>7)</a:t>
              </a:r>
            </a:p>
          </p:txBody>
        </p:sp>
        <p:sp>
          <p:nvSpPr>
            <p:cNvPr id="33" name="直接连接符 35871">
              <a:extLst>
                <a:ext uri="{FF2B5EF4-FFF2-40B4-BE49-F238E27FC236}">
                  <a16:creationId xmlns:a16="http://schemas.microsoft.com/office/drawing/2014/main" id="{530069BE-32DA-4AD7-AD94-F1A731D35F54}"/>
                </a:ext>
              </a:extLst>
            </p:cNvPr>
            <p:cNvSpPr/>
            <p:nvPr/>
          </p:nvSpPr>
          <p:spPr>
            <a:xfrm>
              <a:off x="192" y="0"/>
              <a:ext cx="0" cy="384"/>
            </a:xfrm>
            <a:prstGeom prst="line">
              <a:avLst/>
            </a:prstGeom>
            <a:ln w="38100" cap="sq" cmpd="sng">
              <a:solidFill>
                <a:srgbClr val="CC33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34" name="直接连接符 35872">
              <a:extLst>
                <a:ext uri="{FF2B5EF4-FFF2-40B4-BE49-F238E27FC236}">
                  <a16:creationId xmlns:a16="http://schemas.microsoft.com/office/drawing/2014/main" id="{DB31A19E-72F7-449B-9AC9-CB158357F84C}"/>
                </a:ext>
              </a:extLst>
            </p:cNvPr>
            <p:cNvSpPr/>
            <p:nvPr/>
          </p:nvSpPr>
          <p:spPr>
            <a:xfrm>
              <a:off x="432" y="0"/>
              <a:ext cx="0" cy="384"/>
            </a:xfrm>
            <a:prstGeom prst="line">
              <a:avLst/>
            </a:prstGeom>
            <a:ln w="38100" cap="sq" cmpd="sng">
              <a:solidFill>
                <a:srgbClr val="CC33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35" name="直接连接符 35873">
              <a:extLst>
                <a:ext uri="{FF2B5EF4-FFF2-40B4-BE49-F238E27FC236}">
                  <a16:creationId xmlns:a16="http://schemas.microsoft.com/office/drawing/2014/main" id="{F3E9ED7C-2BC4-48C4-816C-FF654FB98B6D}"/>
                </a:ext>
              </a:extLst>
            </p:cNvPr>
            <p:cNvSpPr/>
            <p:nvPr/>
          </p:nvSpPr>
          <p:spPr>
            <a:xfrm>
              <a:off x="720" y="0"/>
              <a:ext cx="0" cy="384"/>
            </a:xfrm>
            <a:prstGeom prst="line">
              <a:avLst/>
            </a:prstGeom>
            <a:ln w="38100" cap="sq" cmpd="sng">
              <a:solidFill>
                <a:srgbClr val="CC33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36" name="直接连接符 35874">
              <a:extLst>
                <a:ext uri="{FF2B5EF4-FFF2-40B4-BE49-F238E27FC236}">
                  <a16:creationId xmlns:a16="http://schemas.microsoft.com/office/drawing/2014/main" id="{850E45BA-D144-4631-82E9-898145720839}"/>
                </a:ext>
              </a:extLst>
            </p:cNvPr>
            <p:cNvSpPr/>
            <p:nvPr/>
          </p:nvSpPr>
          <p:spPr>
            <a:xfrm>
              <a:off x="1008" y="0"/>
              <a:ext cx="0" cy="384"/>
            </a:xfrm>
            <a:prstGeom prst="line">
              <a:avLst/>
            </a:prstGeom>
            <a:ln w="38100" cap="sq" cmpd="sng">
              <a:solidFill>
                <a:srgbClr val="CC33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37" name="直接连接符 35875">
              <a:extLst>
                <a:ext uri="{FF2B5EF4-FFF2-40B4-BE49-F238E27FC236}">
                  <a16:creationId xmlns:a16="http://schemas.microsoft.com/office/drawing/2014/main" id="{4697BE63-B454-41E8-AD44-DB05F61E5160}"/>
                </a:ext>
              </a:extLst>
            </p:cNvPr>
            <p:cNvSpPr/>
            <p:nvPr/>
          </p:nvSpPr>
          <p:spPr>
            <a:xfrm>
              <a:off x="1296" y="0"/>
              <a:ext cx="0" cy="384"/>
            </a:xfrm>
            <a:prstGeom prst="line">
              <a:avLst/>
            </a:prstGeom>
            <a:ln w="38100" cap="sq" cmpd="sng">
              <a:solidFill>
                <a:srgbClr val="CC33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38" name="直接连接符 35876">
              <a:extLst>
                <a:ext uri="{FF2B5EF4-FFF2-40B4-BE49-F238E27FC236}">
                  <a16:creationId xmlns:a16="http://schemas.microsoft.com/office/drawing/2014/main" id="{3D6DA748-7439-496C-B2A4-0015BF3EB536}"/>
                </a:ext>
              </a:extLst>
            </p:cNvPr>
            <p:cNvSpPr/>
            <p:nvPr/>
          </p:nvSpPr>
          <p:spPr>
            <a:xfrm>
              <a:off x="1584" y="0"/>
              <a:ext cx="0" cy="384"/>
            </a:xfrm>
            <a:prstGeom prst="line">
              <a:avLst/>
            </a:prstGeom>
            <a:ln w="38100" cap="sq" cmpd="sng">
              <a:solidFill>
                <a:srgbClr val="CC33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350886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矩形 36866">
            <a:extLst>
              <a:ext uri="{FF2B5EF4-FFF2-40B4-BE49-F238E27FC236}">
                <a16:creationId xmlns:a16="http://schemas.microsoft.com/office/drawing/2014/main" id="{0B3CAF36-9B2A-49CB-B4E3-E12EC841F65D}"/>
              </a:ext>
            </a:extLst>
          </p:cNvPr>
          <p:cNvSpPr/>
          <p:nvPr/>
        </p:nvSpPr>
        <p:spPr>
          <a:xfrm>
            <a:off x="6777591" y="1913783"/>
            <a:ext cx="29956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(3</a:t>
            </a:r>
            <a:r>
              <a:rPr lang="zh-CN" altLang="en-US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，</a:t>
            </a:r>
            <a:r>
              <a:rPr lang="en-US" altLang="zh-CN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2</a:t>
            </a:r>
            <a:r>
              <a:rPr lang="zh-CN" altLang="en-US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，</a:t>
            </a:r>
            <a:r>
              <a:rPr lang="en-US" altLang="zh-CN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2</a:t>
            </a:r>
            <a:r>
              <a:rPr lang="zh-CN" altLang="en-US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，</a:t>
            </a:r>
            <a:r>
              <a:rPr lang="en-US" altLang="zh-CN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3</a:t>
            </a:r>
            <a:r>
              <a:rPr lang="zh-CN" altLang="en-US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，</a:t>
            </a:r>
            <a:r>
              <a:rPr lang="en-US" altLang="zh-CN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4</a:t>
            </a:r>
            <a:r>
              <a:rPr lang="zh-CN" altLang="en-US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，</a:t>
            </a:r>
            <a:r>
              <a:rPr lang="en-US" altLang="zh-CN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1)</a:t>
            </a:r>
          </a:p>
        </p:txBody>
      </p:sp>
      <p:sp>
        <p:nvSpPr>
          <p:cNvPr id="5" name="左右箭头 36867">
            <a:extLst>
              <a:ext uri="{FF2B5EF4-FFF2-40B4-BE49-F238E27FC236}">
                <a16:creationId xmlns:a16="http://schemas.microsoft.com/office/drawing/2014/main" id="{E874BAC4-8859-41D0-88B8-E503DE777297}"/>
              </a:ext>
            </a:extLst>
          </p:cNvPr>
          <p:cNvSpPr/>
          <p:nvPr/>
        </p:nvSpPr>
        <p:spPr>
          <a:xfrm>
            <a:off x="6015591" y="2061420"/>
            <a:ext cx="762000" cy="3048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矩形 36868">
            <a:extLst>
              <a:ext uri="{FF2B5EF4-FFF2-40B4-BE49-F238E27FC236}">
                <a16:creationId xmlns:a16="http://schemas.microsoft.com/office/drawing/2014/main" id="{C241C791-CE99-4B4B-94C1-45F17376DB16}"/>
              </a:ext>
            </a:extLst>
          </p:cNvPr>
          <p:cNvSpPr/>
          <p:nvPr/>
        </p:nvSpPr>
        <p:spPr>
          <a:xfrm>
            <a:off x="6771241" y="4123583"/>
            <a:ext cx="30448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(4</a:t>
            </a:r>
            <a:r>
              <a:rPr lang="zh-CN" altLang="en-US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，</a:t>
            </a:r>
            <a:r>
              <a:rPr lang="en-US" altLang="zh-CN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4</a:t>
            </a:r>
            <a:r>
              <a:rPr lang="zh-CN" altLang="en-US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，</a:t>
            </a:r>
            <a:r>
              <a:rPr lang="en-US" altLang="zh-CN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4</a:t>
            </a:r>
            <a:r>
              <a:rPr lang="zh-CN" altLang="en-US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，</a:t>
            </a:r>
            <a:r>
              <a:rPr lang="en-US" altLang="zh-CN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4</a:t>
            </a:r>
            <a:r>
              <a:rPr lang="zh-CN" altLang="en-US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，</a:t>
            </a:r>
            <a:r>
              <a:rPr lang="en-US" altLang="zh-CN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4</a:t>
            </a:r>
            <a:r>
              <a:rPr lang="zh-CN" altLang="en-US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，</a:t>
            </a:r>
            <a:r>
              <a:rPr lang="en-US" altLang="zh-CN" sz="2400">
                <a:solidFill>
                  <a:srgbClr val="0000FF"/>
                </a:solidFill>
                <a:latin typeface="Comic Sans MS" panose="030F0702030302020204" charset="0"/>
                <a:ea typeface="SimSun" panose="02010600030101010101" pitchFamily="2" charset="-122"/>
              </a:rPr>
              <a:t>4)</a:t>
            </a:r>
          </a:p>
        </p:txBody>
      </p:sp>
      <p:sp>
        <p:nvSpPr>
          <p:cNvPr id="7" name="左右箭头 36869">
            <a:extLst>
              <a:ext uri="{FF2B5EF4-FFF2-40B4-BE49-F238E27FC236}">
                <a16:creationId xmlns:a16="http://schemas.microsoft.com/office/drawing/2014/main" id="{EC4192ED-C6F4-4027-8B59-1AC6083ED8E2}"/>
              </a:ext>
            </a:extLst>
          </p:cNvPr>
          <p:cNvSpPr/>
          <p:nvPr/>
        </p:nvSpPr>
        <p:spPr>
          <a:xfrm>
            <a:off x="6009241" y="4271220"/>
            <a:ext cx="762000" cy="3048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19CCBA0-68F1-40AB-9822-A50FE3C7DAE1}"/>
              </a:ext>
            </a:extLst>
          </p:cNvPr>
          <p:cNvGrpSpPr/>
          <p:nvPr/>
        </p:nvGrpSpPr>
        <p:grpSpPr>
          <a:xfrm>
            <a:off x="6777591" y="2290020"/>
            <a:ext cx="3044825" cy="1147763"/>
            <a:chOff x="0" y="0"/>
            <a:chExt cx="1756" cy="723"/>
          </a:xfrm>
        </p:grpSpPr>
        <p:sp>
          <p:nvSpPr>
            <p:cNvPr id="9" name="文本框 36871">
              <a:extLst>
                <a:ext uri="{FF2B5EF4-FFF2-40B4-BE49-F238E27FC236}">
                  <a16:creationId xmlns:a16="http://schemas.microsoft.com/office/drawing/2014/main" id="{527BFF7E-9652-4C01-B602-0D493D5C6155}"/>
                </a:ext>
              </a:extLst>
            </p:cNvPr>
            <p:cNvSpPr txBox="1"/>
            <p:nvPr/>
          </p:nvSpPr>
          <p:spPr>
            <a:xfrm>
              <a:off x="0" y="435"/>
              <a:ext cx="1756" cy="288"/>
            </a:xfrm>
            <a:prstGeom prst="rect">
              <a:avLst/>
            </a:prstGeom>
            <a:solidFill>
              <a:srgbClr val="99CCFF"/>
            </a:solidFill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(5</a:t>
              </a:r>
              <a:r>
                <a:rPr lang="zh-CN" altLang="en-US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，</a:t>
              </a:r>
              <a:r>
                <a:rPr lang="en-US" altLang="zh-CN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6</a:t>
              </a:r>
              <a:r>
                <a:rPr lang="zh-CN" altLang="en-US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，</a:t>
              </a:r>
              <a:r>
                <a:rPr lang="en-US" altLang="zh-CN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7</a:t>
              </a:r>
              <a:r>
                <a:rPr lang="zh-CN" altLang="en-US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，</a:t>
              </a:r>
              <a:r>
                <a:rPr lang="en-US" altLang="zh-CN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2</a:t>
              </a:r>
              <a:r>
                <a:rPr lang="zh-CN" altLang="en-US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，</a:t>
              </a:r>
              <a:r>
                <a:rPr lang="en-US" altLang="zh-CN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3</a:t>
              </a:r>
              <a:r>
                <a:rPr lang="zh-CN" altLang="en-US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，</a:t>
              </a:r>
              <a:r>
                <a:rPr lang="en-US" altLang="zh-CN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4)</a:t>
              </a:r>
            </a:p>
          </p:txBody>
        </p:sp>
        <p:sp>
          <p:nvSpPr>
            <p:cNvPr id="10" name="直接连接符 36872">
              <a:extLst>
                <a:ext uri="{FF2B5EF4-FFF2-40B4-BE49-F238E27FC236}">
                  <a16:creationId xmlns:a16="http://schemas.microsoft.com/office/drawing/2014/main" id="{0BEB3FEF-71B2-425C-BE20-936C0464E764}"/>
                </a:ext>
              </a:extLst>
            </p:cNvPr>
            <p:cNvSpPr/>
            <p:nvPr/>
          </p:nvSpPr>
          <p:spPr>
            <a:xfrm>
              <a:off x="192" y="0"/>
              <a:ext cx="0" cy="384"/>
            </a:xfrm>
            <a:prstGeom prst="line">
              <a:avLst/>
            </a:prstGeom>
            <a:ln w="38100" cap="sq" cmpd="sng">
              <a:solidFill>
                <a:srgbClr val="CC33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1" name="直接连接符 36873">
              <a:extLst>
                <a:ext uri="{FF2B5EF4-FFF2-40B4-BE49-F238E27FC236}">
                  <a16:creationId xmlns:a16="http://schemas.microsoft.com/office/drawing/2014/main" id="{588BBA8C-4428-48A9-ABD0-93C0A900F58B}"/>
                </a:ext>
              </a:extLst>
            </p:cNvPr>
            <p:cNvSpPr/>
            <p:nvPr/>
          </p:nvSpPr>
          <p:spPr>
            <a:xfrm>
              <a:off x="432" y="0"/>
              <a:ext cx="0" cy="384"/>
            </a:xfrm>
            <a:prstGeom prst="line">
              <a:avLst/>
            </a:prstGeom>
            <a:ln w="38100" cap="sq" cmpd="sng">
              <a:solidFill>
                <a:srgbClr val="CC33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2" name="直接连接符 36874">
              <a:extLst>
                <a:ext uri="{FF2B5EF4-FFF2-40B4-BE49-F238E27FC236}">
                  <a16:creationId xmlns:a16="http://schemas.microsoft.com/office/drawing/2014/main" id="{84B3083B-7BF2-41C0-A46E-F750BCD26109}"/>
                </a:ext>
              </a:extLst>
            </p:cNvPr>
            <p:cNvSpPr/>
            <p:nvPr/>
          </p:nvSpPr>
          <p:spPr>
            <a:xfrm>
              <a:off x="720" y="0"/>
              <a:ext cx="0" cy="384"/>
            </a:xfrm>
            <a:prstGeom prst="line">
              <a:avLst/>
            </a:prstGeom>
            <a:ln w="38100" cap="sq" cmpd="sng">
              <a:solidFill>
                <a:srgbClr val="CC33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3" name="直接连接符 36875">
              <a:extLst>
                <a:ext uri="{FF2B5EF4-FFF2-40B4-BE49-F238E27FC236}">
                  <a16:creationId xmlns:a16="http://schemas.microsoft.com/office/drawing/2014/main" id="{BC0BF880-9969-4325-AFE2-D1B7A80CD8D3}"/>
                </a:ext>
              </a:extLst>
            </p:cNvPr>
            <p:cNvSpPr/>
            <p:nvPr/>
          </p:nvSpPr>
          <p:spPr>
            <a:xfrm>
              <a:off x="1008" y="0"/>
              <a:ext cx="0" cy="384"/>
            </a:xfrm>
            <a:prstGeom prst="line">
              <a:avLst/>
            </a:prstGeom>
            <a:ln w="38100" cap="sq" cmpd="sng">
              <a:solidFill>
                <a:srgbClr val="CC33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4" name="直接连接符 36876">
              <a:extLst>
                <a:ext uri="{FF2B5EF4-FFF2-40B4-BE49-F238E27FC236}">
                  <a16:creationId xmlns:a16="http://schemas.microsoft.com/office/drawing/2014/main" id="{8FBE4430-160E-489E-A491-0DCDB77DE9AA}"/>
                </a:ext>
              </a:extLst>
            </p:cNvPr>
            <p:cNvSpPr/>
            <p:nvPr/>
          </p:nvSpPr>
          <p:spPr>
            <a:xfrm>
              <a:off x="1296" y="0"/>
              <a:ext cx="0" cy="384"/>
            </a:xfrm>
            <a:prstGeom prst="line">
              <a:avLst/>
            </a:prstGeom>
            <a:ln w="38100" cap="sq" cmpd="sng">
              <a:solidFill>
                <a:srgbClr val="CC33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5" name="直接连接符 36877">
              <a:extLst>
                <a:ext uri="{FF2B5EF4-FFF2-40B4-BE49-F238E27FC236}">
                  <a16:creationId xmlns:a16="http://schemas.microsoft.com/office/drawing/2014/main" id="{5BF2EECF-AE67-443D-BA5B-92C05A78CBA1}"/>
                </a:ext>
              </a:extLst>
            </p:cNvPr>
            <p:cNvSpPr/>
            <p:nvPr/>
          </p:nvSpPr>
          <p:spPr>
            <a:xfrm>
              <a:off x="1584" y="0"/>
              <a:ext cx="0" cy="384"/>
            </a:xfrm>
            <a:prstGeom prst="line">
              <a:avLst/>
            </a:prstGeom>
            <a:ln w="38100" cap="sq" cmpd="sng">
              <a:solidFill>
                <a:srgbClr val="CC33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77BF865-E420-400B-A21D-D44801B64152}"/>
              </a:ext>
            </a:extLst>
          </p:cNvPr>
          <p:cNvGrpSpPr/>
          <p:nvPr/>
        </p:nvGrpSpPr>
        <p:grpSpPr>
          <a:xfrm>
            <a:off x="6771241" y="4576020"/>
            <a:ext cx="2995612" cy="1147763"/>
            <a:chOff x="0" y="0"/>
            <a:chExt cx="1696" cy="723"/>
          </a:xfrm>
        </p:grpSpPr>
        <p:sp>
          <p:nvSpPr>
            <p:cNvPr id="17" name="文本框 36879">
              <a:extLst>
                <a:ext uri="{FF2B5EF4-FFF2-40B4-BE49-F238E27FC236}">
                  <a16:creationId xmlns:a16="http://schemas.microsoft.com/office/drawing/2014/main" id="{5F745DF6-70EB-4DAA-A6AD-7B90DBEEC800}"/>
                </a:ext>
              </a:extLst>
            </p:cNvPr>
            <p:cNvSpPr txBox="1"/>
            <p:nvPr/>
          </p:nvSpPr>
          <p:spPr>
            <a:xfrm>
              <a:off x="0" y="435"/>
              <a:ext cx="1696" cy="288"/>
            </a:xfrm>
            <a:prstGeom prst="rect">
              <a:avLst/>
            </a:prstGeom>
            <a:solidFill>
              <a:srgbClr val="99CCFF"/>
            </a:solidFill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(1</a:t>
              </a:r>
              <a:r>
                <a:rPr lang="zh-CN" altLang="en-US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，</a:t>
              </a:r>
              <a:r>
                <a:rPr lang="en-US" altLang="zh-CN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2</a:t>
              </a:r>
              <a:r>
                <a:rPr lang="zh-CN" altLang="en-US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，</a:t>
              </a:r>
              <a:r>
                <a:rPr lang="en-US" altLang="zh-CN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3</a:t>
              </a:r>
              <a:r>
                <a:rPr lang="zh-CN" altLang="en-US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，</a:t>
              </a:r>
              <a:r>
                <a:rPr lang="en-US" altLang="zh-CN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5</a:t>
              </a:r>
              <a:r>
                <a:rPr lang="zh-CN" altLang="en-US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，</a:t>
              </a:r>
              <a:r>
                <a:rPr lang="en-US" altLang="zh-CN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6</a:t>
              </a:r>
              <a:r>
                <a:rPr lang="zh-CN" altLang="en-US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，</a:t>
              </a:r>
              <a:r>
                <a:rPr lang="en-US" altLang="zh-CN" sz="2400">
                  <a:solidFill>
                    <a:srgbClr val="0000FF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7)</a:t>
              </a:r>
            </a:p>
          </p:txBody>
        </p:sp>
        <p:sp>
          <p:nvSpPr>
            <p:cNvPr id="18" name="直接连接符 36880">
              <a:extLst>
                <a:ext uri="{FF2B5EF4-FFF2-40B4-BE49-F238E27FC236}">
                  <a16:creationId xmlns:a16="http://schemas.microsoft.com/office/drawing/2014/main" id="{B496A83E-FA65-4C2A-8042-AC6035AE5F7D}"/>
                </a:ext>
              </a:extLst>
            </p:cNvPr>
            <p:cNvSpPr/>
            <p:nvPr/>
          </p:nvSpPr>
          <p:spPr>
            <a:xfrm>
              <a:off x="192" y="0"/>
              <a:ext cx="0" cy="384"/>
            </a:xfrm>
            <a:prstGeom prst="line">
              <a:avLst/>
            </a:prstGeom>
            <a:ln w="38100" cap="sq" cmpd="sng">
              <a:solidFill>
                <a:srgbClr val="CC33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9" name="直接连接符 36881">
              <a:extLst>
                <a:ext uri="{FF2B5EF4-FFF2-40B4-BE49-F238E27FC236}">
                  <a16:creationId xmlns:a16="http://schemas.microsoft.com/office/drawing/2014/main" id="{7769C024-3742-4BBF-BE8B-9E96C223A28C}"/>
                </a:ext>
              </a:extLst>
            </p:cNvPr>
            <p:cNvSpPr/>
            <p:nvPr/>
          </p:nvSpPr>
          <p:spPr>
            <a:xfrm>
              <a:off x="432" y="0"/>
              <a:ext cx="0" cy="384"/>
            </a:xfrm>
            <a:prstGeom prst="line">
              <a:avLst/>
            </a:prstGeom>
            <a:ln w="38100" cap="sq" cmpd="sng">
              <a:solidFill>
                <a:srgbClr val="CC33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20" name="直接连接符 36882">
              <a:extLst>
                <a:ext uri="{FF2B5EF4-FFF2-40B4-BE49-F238E27FC236}">
                  <a16:creationId xmlns:a16="http://schemas.microsoft.com/office/drawing/2014/main" id="{0A90F501-AA07-4283-9D53-07119F493A15}"/>
                </a:ext>
              </a:extLst>
            </p:cNvPr>
            <p:cNvSpPr/>
            <p:nvPr/>
          </p:nvSpPr>
          <p:spPr>
            <a:xfrm>
              <a:off x="720" y="0"/>
              <a:ext cx="0" cy="384"/>
            </a:xfrm>
            <a:prstGeom prst="line">
              <a:avLst/>
            </a:prstGeom>
            <a:ln w="38100" cap="sq" cmpd="sng">
              <a:solidFill>
                <a:srgbClr val="CC33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21" name="直接连接符 36883">
              <a:extLst>
                <a:ext uri="{FF2B5EF4-FFF2-40B4-BE49-F238E27FC236}">
                  <a16:creationId xmlns:a16="http://schemas.microsoft.com/office/drawing/2014/main" id="{4BD999B0-3119-4EFD-9011-A35BADFD5B5F}"/>
                </a:ext>
              </a:extLst>
            </p:cNvPr>
            <p:cNvSpPr/>
            <p:nvPr/>
          </p:nvSpPr>
          <p:spPr>
            <a:xfrm>
              <a:off x="1008" y="0"/>
              <a:ext cx="0" cy="384"/>
            </a:xfrm>
            <a:prstGeom prst="line">
              <a:avLst/>
            </a:prstGeom>
            <a:ln w="38100" cap="sq" cmpd="sng">
              <a:solidFill>
                <a:srgbClr val="CC33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22" name="直接连接符 36884">
              <a:extLst>
                <a:ext uri="{FF2B5EF4-FFF2-40B4-BE49-F238E27FC236}">
                  <a16:creationId xmlns:a16="http://schemas.microsoft.com/office/drawing/2014/main" id="{EBD8A3C6-C6C8-4AD7-A7CC-167D6BCB037F}"/>
                </a:ext>
              </a:extLst>
            </p:cNvPr>
            <p:cNvSpPr/>
            <p:nvPr/>
          </p:nvSpPr>
          <p:spPr>
            <a:xfrm>
              <a:off x="1296" y="0"/>
              <a:ext cx="0" cy="384"/>
            </a:xfrm>
            <a:prstGeom prst="line">
              <a:avLst/>
            </a:prstGeom>
            <a:ln w="38100" cap="sq" cmpd="sng">
              <a:solidFill>
                <a:srgbClr val="CC33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23" name="直接连接符 36885">
              <a:extLst>
                <a:ext uri="{FF2B5EF4-FFF2-40B4-BE49-F238E27FC236}">
                  <a16:creationId xmlns:a16="http://schemas.microsoft.com/office/drawing/2014/main" id="{9B0A1424-D33F-406D-B134-EBA6E868B19B}"/>
                </a:ext>
              </a:extLst>
            </p:cNvPr>
            <p:cNvSpPr/>
            <p:nvPr/>
          </p:nvSpPr>
          <p:spPr>
            <a:xfrm>
              <a:off x="1584" y="0"/>
              <a:ext cx="0" cy="384"/>
            </a:xfrm>
            <a:prstGeom prst="line">
              <a:avLst/>
            </a:prstGeom>
            <a:ln w="38100" cap="sq" cmpd="sng">
              <a:solidFill>
                <a:srgbClr val="CC3300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64560E7-D166-4CE7-8A8A-0CF8CFD79860}"/>
              </a:ext>
            </a:extLst>
          </p:cNvPr>
          <p:cNvGrpSpPr/>
          <p:nvPr/>
        </p:nvGrpSpPr>
        <p:grpSpPr>
          <a:xfrm>
            <a:off x="2326241" y="1304183"/>
            <a:ext cx="3036887" cy="2608262"/>
            <a:chOff x="0" y="0"/>
            <a:chExt cx="1913" cy="1643"/>
          </a:xfrm>
        </p:grpSpPr>
        <p:sp>
          <p:nvSpPr>
            <p:cNvPr id="25" name="椭圆 36887">
              <a:extLst>
                <a:ext uri="{FF2B5EF4-FFF2-40B4-BE49-F238E27FC236}">
                  <a16:creationId xmlns:a16="http://schemas.microsoft.com/office/drawing/2014/main" id="{F177EAD1-6C79-4429-9D0B-414EF98C7BD7}"/>
                </a:ext>
              </a:extLst>
            </p:cNvPr>
            <p:cNvSpPr/>
            <p:nvPr/>
          </p:nvSpPr>
          <p:spPr>
            <a:xfrm>
              <a:off x="551" y="773"/>
              <a:ext cx="89" cy="59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26" name="椭圆 36888">
              <a:extLst>
                <a:ext uri="{FF2B5EF4-FFF2-40B4-BE49-F238E27FC236}">
                  <a16:creationId xmlns:a16="http://schemas.microsoft.com/office/drawing/2014/main" id="{51597EEA-4034-4CA5-9FAD-41B4B62F02DD}"/>
                </a:ext>
              </a:extLst>
            </p:cNvPr>
            <p:cNvSpPr/>
            <p:nvPr/>
          </p:nvSpPr>
          <p:spPr>
            <a:xfrm>
              <a:off x="848" y="480"/>
              <a:ext cx="89" cy="59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27" name="椭圆 36889">
              <a:extLst>
                <a:ext uri="{FF2B5EF4-FFF2-40B4-BE49-F238E27FC236}">
                  <a16:creationId xmlns:a16="http://schemas.microsoft.com/office/drawing/2014/main" id="{1F5FB124-42B7-414C-A7C4-8DD48C330F7C}"/>
                </a:ext>
              </a:extLst>
            </p:cNvPr>
            <p:cNvSpPr/>
            <p:nvPr/>
          </p:nvSpPr>
          <p:spPr>
            <a:xfrm>
              <a:off x="1145" y="773"/>
              <a:ext cx="90" cy="59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28" name="椭圆 36890">
              <a:extLst>
                <a:ext uri="{FF2B5EF4-FFF2-40B4-BE49-F238E27FC236}">
                  <a16:creationId xmlns:a16="http://schemas.microsoft.com/office/drawing/2014/main" id="{587C79C8-3D33-4DBF-BF9B-F75CFF1C9787}"/>
                </a:ext>
              </a:extLst>
            </p:cNvPr>
            <p:cNvSpPr/>
            <p:nvPr/>
          </p:nvSpPr>
          <p:spPr>
            <a:xfrm>
              <a:off x="26" y="1293"/>
              <a:ext cx="90" cy="59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29" name="椭圆 36891">
              <a:extLst>
                <a:ext uri="{FF2B5EF4-FFF2-40B4-BE49-F238E27FC236}">
                  <a16:creationId xmlns:a16="http://schemas.microsoft.com/office/drawing/2014/main" id="{59343B06-2C04-42BA-A4B9-4C0AF3829AB7}"/>
                </a:ext>
              </a:extLst>
            </p:cNvPr>
            <p:cNvSpPr/>
            <p:nvPr/>
          </p:nvSpPr>
          <p:spPr>
            <a:xfrm>
              <a:off x="1145" y="1272"/>
              <a:ext cx="90" cy="59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30" name="椭圆 36892">
              <a:extLst>
                <a:ext uri="{FF2B5EF4-FFF2-40B4-BE49-F238E27FC236}">
                  <a16:creationId xmlns:a16="http://schemas.microsoft.com/office/drawing/2014/main" id="{A2862911-3CAC-4C6D-9849-4EB1A8F56C98}"/>
                </a:ext>
              </a:extLst>
            </p:cNvPr>
            <p:cNvSpPr/>
            <p:nvPr/>
          </p:nvSpPr>
          <p:spPr>
            <a:xfrm>
              <a:off x="46" y="773"/>
              <a:ext cx="89" cy="59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31" name="椭圆 36893">
              <a:extLst>
                <a:ext uri="{FF2B5EF4-FFF2-40B4-BE49-F238E27FC236}">
                  <a16:creationId xmlns:a16="http://schemas.microsoft.com/office/drawing/2014/main" id="{B8D73ADC-F114-4815-A562-87839D5D5A46}"/>
                </a:ext>
              </a:extLst>
            </p:cNvPr>
            <p:cNvSpPr/>
            <p:nvPr/>
          </p:nvSpPr>
          <p:spPr>
            <a:xfrm>
              <a:off x="1621" y="773"/>
              <a:ext cx="89" cy="59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32" name="直接连接符 36894">
              <a:extLst>
                <a:ext uri="{FF2B5EF4-FFF2-40B4-BE49-F238E27FC236}">
                  <a16:creationId xmlns:a16="http://schemas.microsoft.com/office/drawing/2014/main" id="{9C412667-B960-40D3-BDE0-CC2B4A2E145F}"/>
                </a:ext>
              </a:extLst>
            </p:cNvPr>
            <p:cNvSpPr/>
            <p:nvPr/>
          </p:nvSpPr>
          <p:spPr>
            <a:xfrm>
              <a:off x="105" y="803"/>
              <a:ext cx="506" cy="0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33" name="直接连接符 36895">
              <a:extLst>
                <a:ext uri="{FF2B5EF4-FFF2-40B4-BE49-F238E27FC236}">
                  <a16:creationId xmlns:a16="http://schemas.microsoft.com/office/drawing/2014/main" id="{467D514E-AABC-41A7-9DCE-966A3B5EDE5C}"/>
                </a:ext>
              </a:extLst>
            </p:cNvPr>
            <p:cNvSpPr/>
            <p:nvPr/>
          </p:nvSpPr>
          <p:spPr>
            <a:xfrm flipV="1">
              <a:off x="611" y="509"/>
              <a:ext cx="267" cy="264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34" name="直接连接符 36896">
              <a:extLst>
                <a:ext uri="{FF2B5EF4-FFF2-40B4-BE49-F238E27FC236}">
                  <a16:creationId xmlns:a16="http://schemas.microsoft.com/office/drawing/2014/main" id="{A34E7F5A-C7C3-4B46-8AD3-8EF8693E326D}"/>
                </a:ext>
              </a:extLst>
            </p:cNvPr>
            <p:cNvSpPr/>
            <p:nvPr/>
          </p:nvSpPr>
          <p:spPr>
            <a:xfrm>
              <a:off x="908" y="509"/>
              <a:ext cx="297" cy="294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35" name="直接连接符 36897">
              <a:extLst>
                <a:ext uri="{FF2B5EF4-FFF2-40B4-BE49-F238E27FC236}">
                  <a16:creationId xmlns:a16="http://schemas.microsoft.com/office/drawing/2014/main" id="{394A30E2-BE21-48DF-A751-547CBE5A457C}"/>
                </a:ext>
              </a:extLst>
            </p:cNvPr>
            <p:cNvSpPr/>
            <p:nvPr/>
          </p:nvSpPr>
          <p:spPr>
            <a:xfrm>
              <a:off x="68" y="813"/>
              <a:ext cx="0" cy="499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36" name="直接连接符 36898">
              <a:extLst>
                <a:ext uri="{FF2B5EF4-FFF2-40B4-BE49-F238E27FC236}">
                  <a16:creationId xmlns:a16="http://schemas.microsoft.com/office/drawing/2014/main" id="{15D06EB6-E20E-4C13-A826-C531D3D86F52}"/>
                </a:ext>
              </a:extLst>
            </p:cNvPr>
            <p:cNvSpPr/>
            <p:nvPr/>
          </p:nvSpPr>
          <p:spPr>
            <a:xfrm>
              <a:off x="1205" y="832"/>
              <a:ext cx="0" cy="440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37" name="直接连接符 36899">
              <a:extLst>
                <a:ext uri="{FF2B5EF4-FFF2-40B4-BE49-F238E27FC236}">
                  <a16:creationId xmlns:a16="http://schemas.microsoft.com/office/drawing/2014/main" id="{9AB02CAB-A721-4BE4-B768-C5667C038CDB}"/>
                </a:ext>
              </a:extLst>
            </p:cNvPr>
            <p:cNvSpPr/>
            <p:nvPr/>
          </p:nvSpPr>
          <p:spPr>
            <a:xfrm>
              <a:off x="1205" y="803"/>
              <a:ext cx="446" cy="0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38" name="直接连接符 36900">
              <a:extLst>
                <a:ext uri="{FF2B5EF4-FFF2-40B4-BE49-F238E27FC236}">
                  <a16:creationId xmlns:a16="http://schemas.microsoft.com/office/drawing/2014/main" id="{70453828-914A-4B1F-8079-2049E0F3D7BA}"/>
                </a:ext>
              </a:extLst>
            </p:cNvPr>
            <p:cNvSpPr/>
            <p:nvPr/>
          </p:nvSpPr>
          <p:spPr>
            <a:xfrm flipV="1">
              <a:off x="908" y="128"/>
              <a:ext cx="0" cy="352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39" name="椭圆 36901">
              <a:extLst>
                <a:ext uri="{FF2B5EF4-FFF2-40B4-BE49-F238E27FC236}">
                  <a16:creationId xmlns:a16="http://schemas.microsoft.com/office/drawing/2014/main" id="{84ECB553-9E3B-4B0B-8D5D-9AF79D6298C7}"/>
                </a:ext>
              </a:extLst>
            </p:cNvPr>
            <p:cNvSpPr/>
            <p:nvPr/>
          </p:nvSpPr>
          <p:spPr>
            <a:xfrm>
              <a:off x="848" y="98"/>
              <a:ext cx="89" cy="59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40" name="文本框 36902">
              <a:extLst>
                <a:ext uri="{FF2B5EF4-FFF2-40B4-BE49-F238E27FC236}">
                  <a16:creationId xmlns:a16="http://schemas.microsoft.com/office/drawing/2014/main" id="{91C52ABC-5D2E-4620-9E77-09AC73E6AEF6}"/>
                </a:ext>
              </a:extLst>
            </p:cNvPr>
            <p:cNvSpPr txBox="1"/>
            <p:nvPr/>
          </p:nvSpPr>
          <p:spPr>
            <a:xfrm>
              <a:off x="694" y="0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5</a:t>
              </a:r>
            </a:p>
          </p:txBody>
        </p:sp>
        <p:sp>
          <p:nvSpPr>
            <p:cNvPr id="41" name="文本框 36903">
              <a:extLst>
                <a:ext uri="{FF2B5EF4-FFF2-40B4-BE49-F238E27FC236}">
                  <a16:creationId xmlns:a16="http://schemas.microsoft.com/office/drawing/2014/main" id="{75E56567-0456-4E49-AD46-D5134DE2B7D6}"/>
                </a:ext>
              </a:extLst>
            </p:cNvPr>
            <p:cNvSpPr txBox="1"/>
            <p:nvPr/>
          </p:nvSpPr>
          <p:spPr>
            <a:xfrm>
              <a:off x="76" y="571"/>
              <a:ext cx="2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42" name="文本框 36904">
              <a:extLst>
                <a:ext uri="{FF2B5EF4-FFF2-40B4-BE49-F238E27FC236}">
                  <a16:creationId xmlns:a16="http://schemas.microsoft.com/office/drawing/2014/main" id="{B7915296-2E2B-46A4-819C-F8F547A7E47E}"/>
                </a:ext>
              </a:extLst>
            </p:cNvPr>
            <p:cNvSpPr txBox="1"/>
            <p:nvPr/>
          </p:nvSpPr>
          <p:spPr>
            <a:xfrm>
              <a:off x="848" y="571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3</a:t>
              </a:r>
            </a:p>
          </p:txBody>
        </p:sp>
        <p:sp>
          <p:nvSpPr>
            <p:cNvPr id="43" name="文本框 36905">
              <a:extLst>
                <a:ext uri="{FF2B5EF4-FFF2-40B4-BE49-F238E27FC236}">
                  <a16:creationId xmlns:a16="http://schemas.microsoft.com/office/drawing/2014/main" id="{7A571ABF-EEFB-44B6-8359-C6307E11BD5C}"/>
                </a:ext>
              </a:extLst>
            </p:cNvPr>
            <p:cNvSpPr txBox="1"/>
            <p:nvPr/>
          </p:nvSpPr>
          <p:spPr>
            <a:xfrm>
              <a:off x="1235" y="571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2</a:t>
              </a:r>
            </a:p>
          </p:txBody>
        </p:sp>
        <p:sp>
          <p:nvSpPr>
            <p:cNvPr id="44" name="文本框 36906">
              <a:extLst>
                <a:ext uri="{FF2B5EF4-FFF2-40B4-BE49-F238E27FC236}">
                  <a16:creationId xmlns:a16="http://schemas.microsoft.com/office/drawing/2014/main" id="{C9AE08A7-A681-44FB-AB91-A3B4E46E9543}"/>
                </a:ext>
              </a:extLst>
            </p:cNvPr>
            <p:cNvSpPr txBox="1"/>
            <p:nvPr/>
          </p:nvSpPr>
          <p:spPr>
            <a:xfrm>
              <a:off x="1680" y="600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6</a:t>
              </a:r>
            </a:p>
          </p:txBody>
        </p:sp>
        <p:sp>
          <p:nvSpPr>
            <p:cNvPr id="45" name="文本框 36907">
              <a:extLst>
                <a:ext uri="{FF2B5EF4-FFF2-40B4-BE49-F238E27FC236}">
                  <a16:creationId xmlns:a16="http://schemas.microsoft.com/office/drawing/2014/main" id="{54357896-2701-49D4-8AD7-CCA403B09C4B}"/>
                </a:ext>
              </a:extLst>
            </p:cNvPr>
            <p:cNvSpPr txBox="1"/>
            <p:nvPr/>
          </p:nvSpPr>
          <p:spPr>
            <a:xfrm>
              <a:off x="462" y="571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4</a:t>
              </a:r>
            </a:p>
          </p:txBody>
        </p:sp>
        <p:sp>
          <p:nvSpPr>
            <p:cNvPr id="46" name="文本框 36908">
              <a:extLst>
                <a:ext uri="{FF2B5EF4-FFF2-40B4-BE49-F238E27FC236}">
                  <a16:creationId xmlns:a16="http://schemas.microsoft.com/office/drawing/2014/main" id="{60BF5DA1-74AA-487A-9DC8-9CB2CC97C3C7}"/>
                </a:ext>
              </a:extLst>
            </p:cNvPr>
            <p:cNvSpPr txBox="1"/>
            <p:nvPr/>
          </p:nvSpPr>
          <p:spPr>
            <a:xfrm>
              <a:off x="0" y="1355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8</a:t>
              </a:r>
            </a:p>
          </p:txBody>
        </p:sp>
        <p:sp>
          <p:nvSpPr>
            <p:cNvPr id="47" name="文本框 36909">
              <a:extLst>
                <a:ext uri="{FF2B5EF4-FFF2-40B4-BE49-F238E27FC236}">
                  <a16:creationId xmlns:a16="http://schemas.microsoft.com/office/drawing/2014/main" id="{66FD725F-700B-4FB3-B909-E81BB91655E1}"/>
                </a:ext>
              </a:extLst>
            </p:cNvPr>
            <p:cNvSpPr txBox="1"/>
            <p:nvPr/>
          </p:nvSpPr>
          <p:spPr>
            <a:xfrm>
              <a:off x="1145" y="1334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7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06C2D59-5C67-4940-B775-20AB509B7224}"/>
              </a:ext>
            </a:extLst>
          </p:cNvPr>
          <p:cNvGrpSpPr/>
          <p:nvPr/>
        </p:nvGrpSpPr>
        <p:grpSpPr>
          <a:xfrm>
            <a:off x="2434191" y="3742583"/>
            <a:ext cx="2503487" cy="2209800"/>
            <a:chOff x="0" y="0"/>
            <a:chExt cx="1577" cy="1392"/>
          </a:xfrm>
        </p:grpSpPr>
        <p:sp>
          <p:nvSpPr>
            <p:cNvPr id="49" name="椭圆 36911">
              <a:extLst>
                <a:ext uri="{FF2B5EF4-FFF2-40B4-BE49-F238E27FC236}">
                  <a16:creationId xmlns:a16="http://schemas.microsoft.com/office/drawing/2014/main" id="{E5A06DB8-9475-4E87-9772-3AB36B928106}"/>
                </a:ext>
              </a:extLst>
            </p:cNvPr>
            <p:cNvSpPr/>
            <p:nvPr/>
          </p:nvSpPr>
          <p:spPr>
            <a:xfrm>
              <a:off x="240" y="850"/>
              <a:ext cx="89" cy="59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50" name="椭圆 36912">
              <a:extLst>
                <a:ext uri="{FF2B5EF4-FFF2-40B4-BE49-F238E27FC236}">
                  <a16:creationId xmlns:a16="http://schemas.microsoft.com/office/drawing/2014/main" id="{A3400FDE-488D-445C-B359-FDCA31AB6DF4}"/>
                </a:ext>
              </a:extLst>
            </p:cNvPr>
            <p:cNvSpPr/>
            <p:nvPr/>
          </p:nvSpPr>
          <p:spPr>
            <a:xfrm>
              <a:off x="754" y="624"/>
              <a:ext cx="89" cy="59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51" name="椭圆 36913">
              <a:extLst>
                <a:ext uri="{FF2B5EF4-FFF2-40B4-BE49-F238E27FC236}">
                  <a16:creationId xmlns:a16="http://schemas.microsoft.com/office/drawing/2014/main" id="{CF46C0B5-E9FB-4C14-BD55-C6BBEC3F7D7C}"/>
                </a:ext>
              </a:extLst>
            </p:cNvPr>
            <p:cNvSpPr/>
            <p:nvPr/>
          </p:nvSpPr>
          <p:spPr>
            <a:xfrm>
              <a:off x="1200" y="429"/>
              <a:ext cx="90" cy="59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52" name="椭圆 36914">
              <a:extLst>
                <a:ext uri="{FF2B5EF4-FFF2-40B4-BE49-F238E27FC236}">
                  <a16:creationId xmlns:a16="http://schemas.microsoft.com/office/drawing/2014/main" id="{5AE37B02-5BC3-4C25-8A59-6A35F512BD1B}"/>
                </a:ext>
              </a:extLst>
            </p:cNvPr>
            <p:cNvSpPr/>
            <p:nvPr/>
          </p:nvSpPr>
          <p:spPr>
            <a:xfrm>
              <a:off x="534" y="1101"/>
              <a:ext cx="90" cy="59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53" name="椭圆 36915">
              <a:extLst>
                <a:ext uri="{FF2B5EF4-FFF2-40B4-BE49-F238E27FC236}">
                  <a16:creationId xmlns:a16="http://schemas.microsoft.com/office/drawing/2014/main" id="{5EA14BC2-4F39-4D22-A137-E553DFE702E1}"/>
                </a:ext>
              </a:extLst>
            </p:cNvPr>
            <p:cNvSpPr/>
            <p:nvPr/>
          </p:nvSpPr>
          <p:spPr>
            <a:xfrm>
              <a:off x="966" y="1138"/>
              <a:ext cx="90" cy="59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54" name="椭圆 36916">
              <a:extLst>
                <a:ext uri="{FF2B5EF4-FFF2-40B4-BE49-F238E27FC236}">
                  <a16:creationId xmlns:a16="http://schemas.microsoft.com/office/drawing/2014/main" id="{92982443-BB3D-40DE-A01E-E32F9E7D7CE5}"/>
                </a:ext>
              </a:extLst>
            </p:cNvPr>
            <p:cNvSpPr/>
            <p:nvPr/>
          </p:nvSpPr>
          <p:spPr>
            <a:xfrm>
              <a:off x="295" y="466"/>
              <a:ext cx="89" cy="59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55" name="椭圆 36917">
              <a:extLst>
                <a:ext uri="{FF2B5EF4-FFF2-40B4-BE49-F238E27FC236}">
                  <a16:creationId xmlns:a16="http://schemas.microsoft.com/office/drawing/2014/main" id="{8FE5B21E-52F3-425F-9055-3672F66F84A1}"/>
                </a:ext>
              </a:extLst>
            </p:cNvPr>
            <p:cNvSpPr/>
            <p:nvPr/>
          </p:nvSpPr>
          <p:spPr>
            <a:xfrm>
              <a:off x="1392" y="861"/>
              <a:ext cx="89" cy="59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56" name="直接连接符 36918">
              <a:extLst>
                <a:ext uri="{FF2B5EF4-FFF2-40B4-BE49-F238E27FC236}">
                  <a16:creationId xmlns:a16="http://schemas.microsoft.com/office/drawing/2014/main" id="{ABE70931-9278-4B07-8B9B-03DBF7D23EE7}"/>
                </a:ext>
              </a:extLst>
            </p:cNvPr>
            <p:cNvSpPr/>
            <p:nvPr/>
          </p:nvSpPr>
          <p:spPr>
            <a:xfrm>
              <a:off x="336" y="477"/>
              <a:ext cx="458" cy="144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57" name="直接连接符 36919">
              <a:extLst>
                <a:ext uri="{FF2B5EF4-FFF2-40B4-BE49-F238E27FC236}">
                  <a16:creationId xmlns:a16="http://schemas.microsoft.com/office/drawing/2014/main" id="{1B110B3B-5C5C-49D5-8330-7B11AE041817}"/>
                </a:ext>
              </a:extLst>
            </p:cNvPr>
            <p:cNvSpPr/>
            <p:nvPr/>
          </p:nvSpPr>
          <p:spPr>
            <a:xfrm flipV="1">
              <a:off x="336" y="669"/>
              <a:ext cx="459" cy="192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58" name="直接连接符 36920">
              <a:extLst>
                <a:ext uri="{FF2B5EF4-FFF2-40B4-BE49-F238E27FC236}">
                  <a16:creationId xmlns:a16="http://schemas.microsoft.com/office/drawing/2014/main" id="{7345E8D9-6F09-4461-A5A5-DA5F725C9952}"/>
                </a:ext>
              </a:extLst>
            </p:cNvPr>
            <p:cNvSpPr/>
            <p:nvPr/>
          </p:nvSpPr>
          <p:spPr>
            <a:xfrm>
              <a:off x="814" y="653"/>
              <a:ext cx="626" cy="256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59" name="直接连接符 36921">
              <a:extLst>
                <a:ext uri="{FF2B5EF4-FFF2-40B4-BE49-F238E27FC236}">
                  <a16:creationId xmlns:a16="http://schemas.microsoft.com/office/drawing/2014/main" id="{87B1992E-044B-4DED-AE41-6059115198B5}"/>
                </a:ext>
              </a:extLst>
            </p:cNvPr>
            <p:cNvSpPr/>
            <p:nvPr/>
          </p:nvSpPr>
          <p:spPr>
            <a:xfrm flipH="1">
              <a:off x="576" y="669"/>
              <a:ext cx="240" cy="480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60" name="直接连接符 36922">
              <a:extLst>
                <a:ext uri="{FF2B5EF4-FFF2-40B4-BE49-F238E27FC236}">
                  <a16:creationId xmlns:a16="http://schemas.microsoft.com/office/drawing/2014/main" id="{51FF0FA9-B2A9-4A6B-8A30-96EBF351D1FD}"/>
                </a:ext>
              </a:extLst>
            </p:cNvPr>
            <p:cNvSpPr/>
            <p:nvPr/>
          </p:nvSpPr>
          <p:spPr>
            <a:xfrm>
              <a:off x="816" y="669"/>
              <a:ext cx="192" cy="480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61" name="直接连接符 36923">
              <a:extLst>
                <a:ext uri="{FF2B5EF4-FFF2-40B4-BE49-F238E27FC236}">
                  <a16:creationId xmlns:a16="http://schemas.microsoft.com/office/drawing/2014/main" id="{7330FF52-E609-40B2-A7C3-F82A5E58D01C}"/>
                </a:ext>
              </a:extLst>
            </p:cNvPr>
            <p:cNvSpPr/>
            <p:nvPr/>
          </p:nvSpPr>
          <p:spPr>
            <a:xfrm flipV="1">
              <a:off x="864" y="477"/>
              <a:ext cx="384" cy="144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62" name="直接连接符 36924">
              <a:extLst>
                <a:ext uri="{FF2B5EF4-FFF2-40B4-BE49-F238E27FC236}">
                  <a16:creationId xmlns:a16="http://schemas.microsoft.com/office/drawing/2014/main" id="{64175913-5518-4E14-A699-FCDF58C6456F}"/>
                </a:ext>
              </a:extLst>
            </p:cNvPr>
            <p:cNvSpPr/>
            <p:nvPr/>
          </p:nvSpPr>
          <p:spPr>
            <a:xfrm flipV="1">
              <a:off x="814" y="189"/>
              <a:ext cx="50" cy="435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63" name="椭圆 36925">
              <a:extLst>
                <a:ext uri="{FF2B5EF4-FFF2-40B4-BE49-F238E27FC236}">
                  <a16:creationId xmlns:a16="http://schemas.microsoft.com/office/drawing/2014/main" id="{258E4B53-AA98-49E3-B1E2-E3DFA61955A2}"/>
                </a:ext>
              </a:extLst>
            </p:cNvPr>
            <p:cNvSpPr/>
            <p:nvPr/>
          </p:nvSpPr>
          <p:spPr>
            <a:xfrm>
              <a:off x="816" y="130"/>
              <a:ext cx="89" cy="59"/>
            </a:xfrm>
            <a:prstGeom prst="ellipse">
              <a:avLst/>
            </a:prstGeom>
            <a:solidFill>
              <a:srgbClr val="003399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64" name="文本框 36926">
              <a:extLst>
                <a:ext uri="{FF2B5EF4-FFF2-40B4-BE49-F238E27FC236}">
                  <a16:creationId xmlns:a16="http://schemas.microsoft.com/office/drawing/2014/main" id="{ECA86CA8-6114-4A6E-9FD2-EA6FA4D8C0CB}"/>
                </a:ext>
              </a:extLst>
            </p:cNvPr>
            <p:cNvSpPr txBox="1"/>
            <p:nvPr/>
          </p:nvSpPr>
          <p:spPr>
            <a:xfrm>
              <a:off x="556" y="0"/>
              <a:ext cx="2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65" name="文本框 36927">
              <a:extLst>
                <a:ext uri="{FF2B5EF4-FFF2-40B4-BE49-F238E27FC236}">
                  <a16:creationId xmlns:a16="http://schemas.microsoft.com/office/drawing/2014/main" id="{597B2D1C-A81C-4CD5-9058-95A741194ABA}"/>
                </a:ext>
              </a:extLst>
            </p:cNvPr>
            <p:cNvSpPr txBox="1"/>
            <p:nvPr/>
          </p:nvSpPr>
          <p:spPr>
            <a:xfrm>
              <a:off x="0" y="384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2</a:t>
              </a:r>
            </a:p>
          </p:txBody>
        </p:sp>
        <p:sp>
          <p:nvSpPr>
            <p:cNvPr id="66" name="文本框 36928">
              <a:extLst>
                <a:ext uri="{FF2B5EF4-FFF2-40B4-BE49-F238E27FC236}">
                  <a16:creationId xmlns:a16="http://schemas.microsoft.com/office/drawing/2014/main" id="{6C279170-06CD-4DDE-893F-BD799B69A013}"/>
                </a:ext>
              </a:extLst>
            </p:cNvPr>
            <p:cNvSpPr txBox="1"/>
            <p:nvPr/>
          </p:nvSpPr>
          <p:spPr>
            <a:xfrm>
              <a:off x="720" y="672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4</a:t>
              </a:r>
            </a:p>
          </p:txBody>
        </p:sp>
        <p:sp>
          <p:nvSpPr>
            <p:cNvPr id="67" name="文本框 36929">
              <a:extLst>
                <a:ext uri="{FF2B5EF4-FFF2-40B4-BE49-F238E27FC236}">
                  <a16:creationId xmlns:a16="http://schemas.microsoft.com/office/drawing/2014/main" id="{AFA171F9-16F4-4C64-AC81-E67B882D9BE6}"/>
                </a:ext>
              </a:extLst>
            </p:cNvPr>
            <p:cNvSpPr txBox="1"/>
            <p:nvPr/>
          </p:nvSpPr>
          <p:spPr>
            <a:xfrm>
              <a:off x="1344" y="288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8</a:t>
              </a:r>
            </a:p>
          </p:txBody>
        </p:sp>
        <p:sp>
          <p:nvSpPr>
            <p:cNvPr id="68" name="文本框 36930">
              <a:extLst>
                <a:ext uri="{FF2B5EF4-FFF2-40B4-BE49-F238E27FC236}">
                  <a16:creationId xmlns:a16="http://schemas.microsoft.com/office/drawing/2014/main" id="{3ED64B99-B844-4C66-B4AC-74130E44810C}"/>
                </a:ext>
              </a:extLst>
            </p:cNvPr>
            <p:cNvSpPr txBox="1"/>
            <p:nvPr/>
          </p:nvSpPr>
          <p:spPr>
            <a:xfrm>
              <a:off x="1248" y="960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7</a:t>
              </a:r>
            </a:p>
          </p:txBody>
        </p:sp>
        <p:sp>
          <p:nvSpPr>
            <p:cNvPr id="69" name="文本框 36931">
              <a:extLst>
                <a:ext uri="{FF2B5EF4-FFF2-40B4-BE49-F238E27FC236}">
                  <a16:creationId xmlns:a16="http://schemas.microsoft.com/office/drawing/2014/main" id="{D98DB28C-C993-44F8-ABCC-870CDC76BA29}"/>
                </a:ext>
              </a:extLst>
            </p:cNvPr>
            <p:cNvSpPr txBox="1"/>
            <p:nvPr/>
          </p:nvSpPr>
          <p:spPr>
            <a:xfrm>
              <a:off x="0" y="672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3</a:t>
              </a:r>
            </a:p>
          </p:txBody>
        </p:sp>
        <p:sp>
          <p:nvSpPr>
            <p:cNvPr id="70" name="文本框 36932">
              <a:extLst>
                <a:ext uri="{FF2B5EF4-FFF2-40B4-BE49-F238E27FC236}">
                  <a16:creationId xmlns:a16="http://schemas.microsoft.com/office/drawing/2014/main" id="{B362990B-1D25-4558-B3DA-1A0A9177ABC1}"/>
                </a:ext>
              </a:extLst>
            </p:cNvPr>
            <p:cNvSpPr txBox="1"/>
            <p:nvPr/>
          </p:nvSpPr>
          <p:spPr>
            <a:xfrm>
              <a:off x="316" y="1056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5</a:t>
              </a:r>
            </a:p>
          </p:txBody>
        </p:sp>
        <p:sp>
          <p:nvSpPr>
            <p:cNvPr id="71" name="文本框 36933">
              <a:extLst>
                <a:ext uri="{FF2B5EF4-FFF2-40B4-BE49-F238E27FC236}">
                  <a16:creationId xmlns:a16="http://schemas.microsoft.com/office/drawing/2014/main" id="{620DE2D6-D135-45DE-B8F6-33DDCEAE5649}"/>
                </a:ext>
              </a:extLst>
            </p:cNvPr>
            <p:cNvSpPr txBox="1"/>
            <p:nvPr/>
          </p:nvSpPr>
          <p:spPr>
            <a:xfrm>
              <a:off x="768" y="1104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400">
                  <a:solidFill>
                    <a:schemeClr val="accent2"/>
                  </a:solidFill>
                  <a:latin typeface="Comic Sans MS" panose="030F0702030302020204" charset="0"/>
                  <a:ea typeface="SimSun" panose="02010600030101010101" pitchFamily="2" charset="-122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768214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占位符 38914">
            <a:extLst>
              <a:ext uri="{FF2B5EF4-FFF2-40B4-BE49-F238E27FC236}">
                <a16:creationId xmlns:a16="http://schemas.microsoft.com/office/drawing/2014/main" id="{FAAE0CED-294A-43E0-850C-956999ACF739}"/>
              </a:ext>
            </a:extLst>
          </p:cNvPr>
          <p:cNvSpPr txBox="1">
            <a:spLocks/>
          </p:cNvSpPr>
          <p:nvPr/>
        </p:nvSpPr>
        <p:spPr>
          <a:xfrm>
            <a:off x="1868587" y="981302"/>
            <a:ext cx="8229600" cy="452596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FF3300"/>
                </a:solidFill>
                <a:latin typeface="Microsoft YaHei" panose="020B0503020204020204" charset="-122"/>
                <a:ea typeface="Microsoft YaHei" panose="020B0503020204020204" charset="-122"/>
              </a:rPr>
              <a:t>最小生成树</a:t>
            </a:r>
            <a:r>
              <a:rPr lang="en-US" altLang="zh-CN" sz="2400" b="1" dirty="0">
                <a:latin typeface="Microsoft YaHei" panose="020B0503020204020204" charset="-122"/>
                <a:ea typeface="Microsoft YaHei" panose="020B0503020204020204" charset="-122"/>
              </a:rPr>
              <a:t>(Minimum Spanning Tree)</a:t>
            </a:r>
            <a:r>
              <a:rPr lang="en-US" altLang="zh-CN" sz="2400" b="1" dirty="0">
                <a:solidFill>
                  <a:srgbClr val="FF3300"/>
                </a:solidFill>
                <a:latin typeface="Microsoft YaHei" panose="020B0503020204020204" charset="-122"/>
                <a:ea typeface="Microsoft YaHei" panose="020B0503020204020204" charset="-122"/>
              </a:rPr>
              <a:t> </a:t>
            </a:r>
          </a:p>
          <a:p>
            <a:pPr marL="609600" indent="-609600">
              <a:lnSpc>
                <a:spcPct val="130000"/>
              </a:lnSpc>
              <a:buFont typeface="Symbol" panose="05050102010706020507" pitchFamily="2" charset="2"/>
              <a:buNone/>
            </a:pPr>
            <a:endParaRPr lang="zh-CN" altLang="en-US" sz="24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609600" indent="-609600">
              <a:lnSpc>
                <a:spcPct val="130000"/>
              </a:lnSpc>
              <a:buFont typeface="Symbol" panose="05050102010706020507" pitchFamily="2" charset="2"/>
              <a:buNone/>
            </a:pP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算法？ 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Kruskal, Prim, </a:t>
            </a:r>
            <a:r>
              <a:rPr lang="en-US" altLang="zh-CN" sz="2400" dirty="0" err="1">
                <a:latin typeface="Microsoft YaHei" panose="020B0503020204020204" charset="-122"/>
                <a:ea typeface="Microsoft YaHei" panose="020B0503020204020204" charset="-122"/>
              </a:rPr>
              <a:t>Boruvka</a:t>
            </a:r>
            <a:endParaRPr lang="zh-CN" altLang="en-US" sz="24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609600" indent="-609600">
              <a:lnSpc>
                <a:spcPct val="130000"/>
              </a:lnSpc>
              <a:buFont typeface="Symbol" panose="05050102010706020507" pitchFamily="2" charset="2"/>
              <a:buNone/>
            </a:pPr>
            <a:endParaRPr lang="zh-CN" altLang="en-US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609600" indent="-609600">
              <a:lnSpc>
                <a:spcPct val="130000"/>
              </a:lnSpc>
              <a:buFont typeface="Symbol" panose="05050102010706020507" pitchFamily="2" charset="2"/>
              <a:buNone/>
            </a:pPr>
            <a:endParaRPr lang="zh-CN" altLang="en-US" sz="24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609600" indent="-609600">
              <a:lnSpc>
                <a:spcPct val="130000"/>
              </a:lnSpc>
              <a:buFont typeface="Symbol" panose="05050102010706020507" pitchFamily="2" charset="2"/>
              <a:buNone/>
            </a:pPr>
            <a:endParaRPr lang="zh-CN" altLang="en-US" sz="24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609600" indent="-609600">
              <a:lnSpc>
                <a:spcPct val="130000"/>
              </a:lnSpc>
              <a:buFont typeface="Symbol" panose="05050102010706020507" pitchFamily="2" charset="2"/>
              <a:buNone/>
            </a:pPr>
            <a:endParaRPr lang="zh-CN" altLang="en-US" sz="24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609600" indent="-609600">
              <a:lnSpc>
                <a:spcPct val="130000"/>
              </a:lnSpc>
              <a:buFont typeface="Symbol" panose="05050102010706020507" pitchFamily="2" charset="2"/>
              <a:buNone/>
            </a:pPr>
            <a:endParaRPr lang="zh-CN" altLang="en-US" sz="24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609600" indent="-609600">
              <a:lnSpc>
                <a:spcPct val="130000"/>
              </a:lnSpc>
              <a:buFont typeface="Symbol" panose="05050102010706020507" pitchFamily="2" charset="2"/>
              <a:buNone/>
            </a:pPr>
            <a:endParaRPr lang="zh-CN" altLang="en-US" sz="240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20BFB2-071A-45D3-B263-7986F97E4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9869" y="3429000"/>
            <a:ext cx="3334385" cy="275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06532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内容占位符 39938">
            <a:extLst>
              <a:ext uri="{FF2B5EF4-FFF2-40B4-BE49-F238E27FC236}">
                <a16:creationId xmlns:a16="http://schemas.microsoft.com/office/drawing/2014/main" id="{1C0325B3-C638-4F67-BDB9-DFAEDBBEB26D}"/>
              </a:ext>
            </a:extLst>
          </p:cNvPr>
          <p:cNvSpPr txBox="1">
            <a:spLocks/>
          </p:cNvSpPr>
          <p:nvPr/>
        </p:nvSpPr>
        <p:spPr>
          <a:xfrm>
            <a:off x="1917759" y="819771"/>
            <a:ext cx="8496300" cy="5689600"/>
          </a:xfrm>
          <a:prstGeom prst="rect">
            <a:avLst/>
          </a:prstGeom>
        </p:spPr>
        <p:txBody>
          <a:bodyPr wrap="square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rgbClr val="0000FF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算法正确性证明</a:t>
            </a:r>
            <a:br>
              <a:rPr lang="zh-CN" altLang="en-US" sz="16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</a:b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设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不是最小生成树，则存在另一棵树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T*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，为最小生成树。</a:t>
            </a:r>
          </a:p>
          <a:p>
            <a:pPr marL="0" indent="0">
              <a:lnSpc>
                <a:spcPct val="16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下面证明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T*=T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。首先设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的所有边升序排列，假设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中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有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m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条边不在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T*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中，</a:t>
            </a:r>
            <a:r>
              <a:rPr lang="en-US" altLang="zh-CN" sz="1400" b="1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kruskal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算法选择边的顺序排列这个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k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条边，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不妨假设为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…</a:t>
            </a:r>
            <a:r>
              <a:rPr lang="en-US" altLang="zh-CN" sz="1400" b="1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m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：</a:t>
            </a:r>
          </a:p>
          <a:p>
            <a:pPr marL="0" indent="0">
              <a:lnSpc>
                <a:spcPct val="16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下面证明可以将</a:t>
            </a:r>
            <a:r>
              <a:rPr lang="en-US" altLang="zh-CN" sz="14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zh-CN" altLang="en-US" sz="14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加入</a:t>
            </a:r>
            <a:r>
              <a:rPr lang="en-US" altLang="zh-CN" sz="14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T*</a:t>
            </a:r>
            <a:r>
              <a:rPr lang="zh-CN" altLang="en-US" sz="14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中得到生成树</a:t>
            </a:r>
            <a:r>
              <a:rPr lang="en-US" altLang="zh-CN" sz="14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en-US" altLang="zh-CN" sz="1400" b="1" baseline="-25000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14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, </a:t>
            </a:r>
            <a:r>
              <a:rPr lang="zh-CN" altLang="en-US" sz="14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且满足条件</a:t>
            </a:r>
            <a:r>
              <a:rPr lang="en-US" altLang="zh-CN" sz="14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w(T</a:t>
            </a:r>
            <a:r>
              <a:rPr lang="en-US" altLang="zh-CN" sz="1400" b="1" baseline="-25000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14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)&lt;=w(T*):</a:t>
            </a:r>
            <a:endParaRPr lang="en-US" altLang="zh-CN" sz="1400" b="1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marL="0" indent="0">
              <a:lnSpc>
                <a:spcPct val="16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将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加入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T*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中将形成环，此环中必然然存在边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’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在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T*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中而不在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中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,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于是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,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删除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’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，则得到生成树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，按</a:t>
            </a:r>
            <a:r>
              <a:rPr lang="en-US" altLang="zh-CN" sz="1400" b="1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kruskal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算法选择边的顺序知</a:t>
            </a:r>
          </a:p>
          <a:p>
            <a:pPr marL="0" indent="0">
              <a:lnSpc>
                <a:spcPct val="16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	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w(e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)&lt;=w(e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’)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，从而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w(T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)&lt;=w(T*)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。</a:t>
            </a:r>
          </a:p>
          <a:p>
            <a:pPr marL="0" indent="0">
              <a:lnSpc>
                <a:spcPct val="16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依此进行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，可以将</a:t>
            </a:r>
            <a:r>
              <a:rPr lang="en-US" altLang="zh-CN" sz="1400" b="1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k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加入到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k-1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中，将形成环，此环中必然然存在边</a:t>
            </a:r>
            <a:r>
              <a:rPr lang="en-US" altLang="zh-CN" sz="1400" b="1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k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’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在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T*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中而不在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中，于是，删除</a:t>
            </a:r>
            <a:r>
              <a:rPr lang="en-US" altLang="zh-CN" sz="1400" b="1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k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’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，则得到生成树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k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。而显然，两边序列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…</a:t>
            </a:r>
            <a:r>
              <a:rPr lang="en-US" altLang="zh-CN" sz="1400" b="1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k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与 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…</a:t>
            </a:r>
            <a:r>
              <a:rPr lang="en-US" altLang="zh-CN" sz="1400" b="1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k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’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均不构成环，而按</a:t>
            </a:r>
            <a:r>
              <a:rPr lang="en-US" altLang="zh-CN" sz="1400" b="1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kruskal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算法，必然有 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w(</a:t>
            </a:r>
            <a:r>
              <a:rPr lang="en-US" altLang="zh-CN" sz="1400" b="1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k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)&lt;=w(</a:t>
            </a:r>
            <a:r>
              <a:rPr lang="en-US" altLang="zh-CN" sz="1400" b="1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k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’)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，</a:t>
            </a:r>
          </a:p>
          <a:p>
            <a:pPr marL="0" indent="0">
              <a:lnSpc>
                <a:spcPct val="16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从而 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w(T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k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)&lt;= w(T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k-1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)&lt;=w(T*) ……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，</a:t>
            </a:r>
          </a:p>
          <a:p>
            <a:pPr marL="0" indent="0">
              <a:lnSpc>
                <a:spcPct val="16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最后可以将</a:t>
            </a:r>
            <a:r>
              <a:rPr lang="en-US" altLang="zh-CN" sz="1400" b="1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400" b="1" baseline="-25000" dirty="0" err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m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加入到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m-1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中，得到生成树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m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，且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w(T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m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)&lt;=…&lt;=w(T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k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)&lt;= w(T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k-1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)&lt;=… &lt;=w(T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)&lt;=w(T*)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。</a:t>
            </a:r>
          </a:p>
          <a:p>
            <a:pPr marL="0" indent="0">
              <a:lnSpc>
                <a:spcPct val="16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而此时，所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有边（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包括与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T*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中相同的边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）都在到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m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中，即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en-US" altLang="zh-CN" sz="1400" b="1" baseline="-25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m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=T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。故</a:t>
            </a:r>
            <a:r>
              <a:rPr lang="en-US" altLang="zh-CN" sz="14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w(T)&lt;=w(T*)</a:t>
            </a:r>
          </a:p>
          <a:p>
            <a:pPr marL="0" indent="0">
              <a:lnSpc>
                <a:spcPct val="16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因此，</a:t>
            </a:r>
            <a:r>
              <a:rPr lang="en-US" altLang="zh-CN" sz="14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zh-CN" altLang="en-US" sz="14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为最小生成树。</a:t>
            </a:r>
          </a:p>
        </p:txBody>
      </p:sp>
    </p:spTree>
    <p:extLst>
      <p:ext uri="{BB962C8B-B14F-4D97-AF65-F5344CB8AC3E}">
        <p14:creationId xmlns:p14="http://schemas.microsoft.com/office/powerpoint/2010/main" val="4061290095"/>
      </p:ext>
    </p:extLst>
  </p:cSld>
  <p:clrMapOvr>
    <a:masterClrMapping/>
  </p:clrMapOvr>
  <p:transition spd="slow" advTm="0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占位符 40962">
            <a:extLst>
              <a:ext uri="{FF2B5EF4-FFF2-40B4-BE49-F238E27FC236}">
                <a16:creationId xmlns:a16="http://schemas.microsoft.com/office/drawing/2014/main" id="{1929499E-846F-4AE4-A23C-A2FDE6CE7B08}"/>
              </a:ext>
            </a:extLst>
          </p:cNvPr>
          <p:cNvSpPr txBox="1">
            <a:spLocks/>
          </p:cNvSpPr>
          <p:nvPr/>
        </p:nvSpPr>
        <p:spPr>
          <a:xfrm>
            <a:off x="1717457" y="1055144"/>
            <a:ext cx="8229600" cy="452596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Microsoft YaHei" panose="020B0503020204020204" charset="-122"/>
                <a:ea typeface="Microsoft YaHei" panose="020B0503020204020204" charset="-122"/>
              </a:rPr>
              <a:t>有向树（</a:t>
            </a:r>
            <a:r>
              <a:rPr lang="en-US" altLang="zh-CN" sz="2400" b="1" dirty="0">
                <a:latin typeface="Microsoft YaHei" panose="020B0503020204020204" charset="-122"/>
                <a:ea typeface="Microsoft YaHei" panose="020B0503020204020204" charset="-122"/>
              </a:rPr>
              <a:t>Directed Tree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） ：如果一个有向图在不考虑边的方向时是一棵树，那么这个有向图称为有向树。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Microsoft YaHei" panose="020B0503020204020204" charset="-122"/>
                <a:ea typeface="Microsoft YaHei" panose="020B0503020204020204" charset="-122"/>
              </a:rPr>
              <a:t>根树（</a:t>
            </a:r>
            <a:r>
              <a:rPr lang="en-US" altLang="zh-CN" sz="2400" b="1" dirty="0">
                <a:latin typeface="Microsoft YaHei" panose="020B0503020204020204" charset="-122"/>
                <a:ea typeface="Microsoft YaHei" panose="020B0503020204020204" charset="-122"/>
              </a:rPr>
              <a:t>Rooted Tree</a:t>
            </a:r>
            <a:r>
              <a:rPr lang="zh-CN" altLang="en-US" sz="2400" b="1" dirty="0">
                <a:latin typeface="Microsoft YaHei" panose="020B0503020204020204" charset="-122"/>
                <a:ea typeface="Microsoft YaHei" panose="020B0503020204020204" charset="-122"/>
              </a:rPr>
              <a:t>）</a:t>
            </a:r>
            <a:r>
              <a:rPr lang="en-US" altLang="zh-CN" sz="2400" b="1" dirty="0">
                <a:latin typeface="Microsoft YaHei" panose="020B0503020204020204" charset="-122"/>
                <a:ea typeface="Microsoft YaHei" panose="020B0503020204020204" charset="-122"/>
              </a:rPr>
              <a:t>: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一棵有向树，恰有一个结点的入度为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0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，其余所有结点的入度都为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en-US" altLang="zh-CN" sz="24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Microsoft YaHei" panose="020B0503020204020204" charset="-122"/>
                <a:ea typeface="Microsoft YaHei" panose="020B0503020204020204" charset="-122"/>
              </a:rPr>
              <a:t>根节点：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入度为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0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en-US" altLang="zh-CN" sz="24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Microsoft YaHei" panose="020B0503020204020204" charset="-122"/>
                <a:ea typeface="Microsoft YaHei" panose="020B0503020204020204" charset="-122"/>
              </a:rPr>
              <a:t>叶节点</a:t>
            </a:r>
            <a:r>
              <a:rPr lang="en-US" altLang="zh-CN" sz="2400" b="1" dirty="0">
                <a:latin typeface="Microsoft YaHei" panose="020B0503020204020204" charset="-122"/>
                <a:ea typeface="Microsoft YaHei" panose="020B0503020204020204" charset="-122"/>
              </a:rPr>
              <a:t>/</a:t>
            </a:r>
            <a:r>
              <a:rPr lang="zh-CN" altLang="en-US" sz="2400" b="1" dirty="0">
                <a:latin typeface="Microsoft YaHei" panose="020B0503020204020204" charset="-122"/>
                <a:ea typeface="Microsoft YaHei" panose="020B0503020204020204" charset="-122"/>
              </a:rPr>
              <a:t>外部结点：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出度为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0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en-US" altLang="zh-CN" sz="24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400" b="1" dirty="0">
                <a:latin typeface="Microsoft YaHei" panose="020B0503020204020204" charset="-122"/>
                <a:ea typeface="Microsoft YaHei" panose="020B0503020204020204" charset="-122"/>
              </a:rPr>
              <a:t>内点：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入度为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，出度大于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0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en-US" altLang="zh-CN" sz="24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400" b="1" dirty="0">
                <a:latin typeface="Microsoft YaHei" panose="020B0503020204020204" charset="-122"/>
                <a:ea typeface="Microsoft YaHei" panose="020B0503020204020204" charset="-122"/>
              </a:rPr>
              <a:t>层数：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从根到任一结点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v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的通路长度。</a:t>
            </a:r>
            <a:endParaRPr lang="en-US" altLang="zh-CN" sz="24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Microsoft YaHei" panose="020B0503020204020204" charset="-122"/>
                <a:ea typeface="Microsoft YaHei" panose="020B0503020204020204" charset="-122"/>
              </a:rPr>
              <a:t>树高度：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根树的最大层次数。（根 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0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）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   </a:t>
            </a:r>
            <a:endParaRPr lang="zh-CN" altLang="en-US" sz="2000" dirty="0">
              <a:solidFill>
                <a:srgbClr val="CC33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5" name="Group 87">
            <a:extLst>
              <a:ext uri="{FF2B5EF4-FFF2-40B4-BE49-F238E27FC236}">
                <a16:creationId xmlns:a16="http://schemas.microsoft.com/office/drawing/2014/main" id="{DC04C609-8CE9-4392-BD27-DBAC6BEBF484}"/>
              </a:ext>
            </a:extLst>
          </p:cNvPr>
          <p:cNvGrpSpPr>
            <a:grpSpLocks/>
          </p:cNvGrpSpPr>
          <p:nvPr/>
        </p:nvGrpSpPr>
        <p:grpSpPr bwMode="auto">
          <a:xfrm>
            <a:off x="7947435" y="2704738"/>
            <a:ext cx="3238500" cy="3511551"/>
            <a:chOff x="367" y="1629"/>
            <a:chExt cx="2040" cy="2212"/>
          </a:xfrm>
        </p:grpSpPr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4665E3F4-8633-4E1A-A125-B2EE56EA8D6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5" y="2888"/>
              <a:ext cx="57" cy="57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F0574B01-BB4D-4252-AC7D-28113C63A1C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15" y="2264"/>
              <a:ext cx="57" cy="57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6C0A5BF3-0AA5-4662-936E-8D7BD51EA18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46" y="2329"/>
              <a:ext cx="0" cy="56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B4CD5E58-22C3-4112-8E1D-781203FF2DC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85" y="2295"/>
              <a:ext cx="57" cy="57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0DE5E104-9157-4BB1-B742-A116E51525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3" y="2888"/>
              <a:ext cx="57" cy="57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Oval 11">
              <a:extLst>
                <a:ext uri="{FF2B5EF4-FFF2-40B4-BE49-F238E27FC236}">
                  <a16:creationId xmlns:a16="http://schemas.microsoft.com/office/drawing/2014/main" id="{A713A73A-4215-403C-BF63-4376611132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15" y="2901"/>
              <a:ext cx="57" cy="57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E0C577E6-F640-4046-A452-71D69781E36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35" y="2334"/>
              <a:ext cx="0" cy="56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Oval 13">
              <a:extLst>
                <a:ext uri="{FF2B5EF4-FFF2-40B4-BE49-F238E27FC236}">
                  <a16:creationId xmlns:a16="http://schemas.microsoft.com/office/drawing/2014/main" id="{D873AADA-9586-4BA9-9712-477F27EC210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12" y="2815"/>
              <a:ext cx="57" cy="57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27572F7D-C86B-4F6E-AF2C-56633A47D4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837" y="2984"/>
              <a:ext cx="567" cy="28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Oval 15">
              <a:extLst>
                <a:ext uri="{FF2B5EF4-FFF2-40B4-BE49-F238E27FC236}">
                  <a16:creationId xmlns:a16="http://schemas.microsoft.com/office/drawing/2014/main" id="{9141C8D0-E397-4634-B88A-A4B94916354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00" y="3265"/>
              <a:ext cx="57" cy="57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11F28601-6A3B-44FB-A393-DC7D4B7372C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66" y="1996"/>
              <a:ext cx="566" cy="28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Oval 17">
              <a:extLst>
                <a:ext uri="{FF2B5EF4-FFF2-40B4-BE49-F238E27FC236}">
                  <a16:creationId xmlns:a16="http://schemas.microsoft.com/office/drawing/2014/main" id="{CF09C101-08D3-4915-BF21-C8DEF064E7B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15" y="3252"/>
              <a:ext cx="57" cy="57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171D962B-86BB-49CC-91FE-F76C3FBA67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16" y="2352"/>
              <a:ext cx="0" cy="56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Oval 19">
              <a:extLst>
                <a:ext uri="{FF2B5EF4-FFF2-40B4-BE49-F238E27FC236}">
                  <a16:creationId xmlns:a16="http://schemas.microsoft.com/office/drawing/2014/main" id="{9C481585-ADF8-458D-9908-FF6210DB01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90" y="2919"/>
              <a:ext cx="57" cy="57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Oval 20">
              <a:extLst>
                <a:ext uri="{FF2B5EF4-FFF2-40B4-BE49-F238E27FC236}">
                  <a16:creationId xmlns:a16="http://schemas.microsoft.com/office/drawing/2014/main" id="{3B8C515D-9F86-4367-82A9-C9E6B87CF9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98" y="1944"/>
              <a:ext cx="57" cy="57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9585B46A-D2D5-412E-9D2D-5577275C47D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16" y="2009"/>
              <a:ext cx="0" cy="28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Oval 23">
              <a:extLst>
                <a:ext uri="{FF2B5EF4-FFF2-40B4-BE49-F238E27FC236}">
                  <a16:creationId xmlns:a16="http://schemas.microsoft.com/office/drawing/2014/main" id="{8BD40B80-2909-4E10-9F3F-E8F12115EF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00" y="2269"/>
              <a:ext cx="57" cy="57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24">
              <a:extLst>
                <a:ext uri="{FF2B5EF4-FFF2-40B4-BE49-F238E27FC236}">
                  <a16:creationId xmlns:a16="http://schemas.microsoft.com/office/drawing/2014/main" id="{AC0FDEFB-B701-46DD-A2CE-D7DAE8C780B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835" y="1979"/>
              <a:ext cx="567" cy="28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98040AB4-6821-4E3E-A3E9-2F798A404CE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29" y="2313"/>
              <a:ext cx="180" cy="56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8802EF17-7D7F-4B50-914A-54E820B3474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53" y="2984"/>
              <a:ext cx="566" cy="28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CABBE7A6-0557-40CB-A2F6-F7789777A30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40" y="2327"/>
              <a:ext cx="377" cy="49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Oval 28">
              <a:extLst>
                <a:ext uri="{FF2B5EF4-FFF2-40B4-BE49-F238E27FC236}">
                  <a16:creationId xmlns:a16="http://schemas.microsoft.com/office/drawing/2014/main" id="{655A489C-62AA-4ABF-B069-AC13D5D949E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90" y="3283"/>
              <a:ext cx="57" cy="57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1F7E6012-D50A-49B7-8DBE-9FF31A2C3F1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21" y="2997"/>
              <a:ext cx="0" cy="28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Oval 30">
              <a:extLst>
                <a:ext uri="{FF2B5EF4-FFF2-40B4-BE49-F238E27FC236}">
                  <a16:creationId xmlns:a16="http://schemas.microsoft.com/office/drawing/2014/main" id="{FA9A4131-6119-48AC-936F-63EE20758ED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04" y="3616"/>
              <a:ext cx="57" cy="57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8BDE39A9-2DD7-4561-B7A3-8E4FA97D313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47" y="3348"/>
              <a:ext cx="282" cy="28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Text Box 32">
              <a:extLst>
                <a:ext uri="{FF2B5EF4-FFF2-40B4-BE49-F238E27FC236}">
                  <a16:creationId xmlns:a16="http://schemas.microsoft.com/office/drawing/2014/main" id="{21AA943E-C9B3-4834-BE42-5D1406D77C2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21" y="1629"/>
              <a:ext cx="227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1</a:t>
              </a:r>
              <a:endParaRPr lang="en-US" altLang="zh-CN" sz="2400" b="1"/>
            </a:p>
          </p:txBody>
        </p:sp>
        <p:sp>
          <p:nvSpPr>
            <p:cNvPr id="32" name="Text Box 33">
              <a:extLst>
                <a:ext uri="{FF2B5EF4-FFF2-40B4-BE49-F238E27FC236}">
                  <a16:creationId xmlns:a16="http://schemas.microsoft.com/office/drawing/2014/main" id="{FE13AE90-6B6A-4E3E-9E6E-3306364CAB1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73" y="2126"/>
              <a:ext cx="227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2</a:t>
              </a:r>
              <a:endParaRPr lang="en-US" altLang="zh-CN" sz="2400" b="1"/>
            </a:p>
          </p:txBody>
        </p:sp>
        <p:sp>
          <p:nvSpPr>
            <p:cNvPr id="33" name="Text Box 34">
              <a:extLst>
                <a:ext uri="{FF2B5EF4-FFF2-40B4-BE49-F238E27FC236}">
                  <a16:creationId xmlns:a16="http://schemas.microsoft.com/office/drawing/2014/main" id="{2C00A37D-DFA9-4E22-9D25-23A980E834C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52" y="2126"/>
              <a:ext cx="227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3</a:t>
              </a:r>
              <a:endParaRPr lang="en-US" altLang="zh-CN" sz="2400" b="1"/>
            </a:p>
          </p:txBody>
        </p:sp>
        <p:sp>
          <p:nvSpPr>
            <p:cNvPr id="34" name="Text Box 35">
              <a:extLst>
                <a:ext uri="{FF2B5EF4-FFF2-40B4-BE49-F238E27FC236}">
                  <a16:creationId xmlns:a16="http://schemas.microsoft.com/office/drawing/2014/main" id="{84C41FAE-CC8C-403B-8712-B9DDCEAD1F2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090" y="2126"/>
              <a:ext cx="227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4</a:t>
              </a:r>
              <a:endParaRPr lang="en-US" altLang="zh-CN" sz="2400" b="1"/>
            </a:p>
          </p:txBody>
        </p:sp>
        <p:sp>
          <p:nvSpPr>
            <p:cNvPr id="35" name="Text Box 36">
              <a:extLst>
                <a:ext uri="{FF2B5EF4-FFF2-40B4-BE49-F238E27FC236}">
                  <a16:creationId xmlns:a16="http://schemas.microsoft.com/office/drawing/2014/main" id="{C0DA76BB-0DF7-49C4-8907-9290EE0EB52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67" y="2724"/>
              <a:ext cx="227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5</a:t>
              </a:r>
              <a:endParaRPr lang="en-US" altLang="zh-CN" sz="2400" b="1"/>
            </a:p>
          </p:txBody>
        </p:sp>
        <p:sp>
          <p:nvSpPr>
            <p:cNvPr id="36" name="Text Box 37">
              <a:extLst>
                <a:ext uri="{FF2B5EF4-FFF2-40B4-BE49-F238E27FC236}">
                  <a16:creationId xmlns:a16="http://schemas.microsoft.com/office/drawing/2014/main" id="{1434C465-692F-4E95-9C5A-295F19E2631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96" y="2724"/>
              <a:ext cx="227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6</a:t>
              </a:r>
              <a:endParaRPr lang="en-US" altLang="zh-CN" sz="2400" b="1"/>
            </a:p>
          </p:txBody>
        </p:sp>
        <p:sp>
          <p:nvSpPr>
            <p:cNvPr id="37" name="Text Box 38">
              <a:extLst>
                <a:ext uri="{FF2B5EF4-FFF2-40B4-BE49-F238E27FC236}">
                  <a16:creationId xmlns:a16="http://schemas.microsoft.com/office/drawing/2014/main" id="{FFFDEC7C-09CE-472D-B7AE-E42FF9F7090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78" y="2724"/>
              <a:ext cx="227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7</a:t>
              </a:r>
              <a:endParaRPr lang="en-US" altLang="zh-CN" sz="2400" b="1"/>
            </a:p>
          </p:txBody>
        </p:sp>
        <p:sp>
          <p:nvSpPr>
            <p:cNvPr id="38" name="Text Box 39">
              <a:extLst>
                <a:ext uri="{FF2B5EF4-FFF2-40B4-BE49-F238E27FC236}">
                  <a16:creationId xmlns:a16="http://schemas.microsoft.com/office/drawing/2014/main" id="{99FF39D6-00E8-4803-870C-3760DB66CF1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44" y="2793"/>
              <a:ext cx="226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 dirty="0"/>
                <a:t>v</a:t>
              </a:r>
              <a:r>
                <a:rPr lang="en-US" altLang="zh-CN" sz="2400" b="1" baseline="-25000" dirty="0"/>
                <a:t>8</a:t>
              </a:r>
              <a:endParaRPr lang="en-US" altLang="zh-CN" sz="2400" b="1" dirty="0"/>
            </a:p>
          </p:txBody>
        </p:sp>
        <p:sp>
          <p:nvSpPr>
            <p:cNvPr id="39" name="Text Box 40">
              <a:extLst>
                <a:ext uri="{FF2B5EF4-FFF2-40B4-BE49-F238E27FC236}">
                  <a16:creationId xmlns:a16="http://schemas.microsoft.com/office/drawing/2014/main" id="{4931CE4C-C90B-49D0-AB5F-00FBCB47DA5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103" y="2724"/>
              <a:ext cx="227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9</a:t>
              </a:r>
              <a:endParaRPr lang="en-US" altLang="zh-CN" sz="2400" b="1"/>
            </a:p>
          </p:txBody>
        </p:sp>
        <p:sp>
          <p:nvSpPr>
            <p:cNvPr id="40" name="Text Box 41">
              <a:extLst>
                <a:ext uri="{FF2B5EF4-FFF2-40B4-BE49-F238E27FC236}">
                  <a16:creationId xmlns:a16="http://schemas.microsoft.com/office/drawing/2014/main" id="{C9703F04-DDCA-47C4-B3C1-0A63DA0BC1B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08" y="3243"/>
              <a:ext cx="27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2400" b="1" dirty="0"/>
                <a:t>v</a:t>
              </a:r>
              <a:r>
                <a:rPr lang="en-US" altLang="zh-CN" sz="2400" b="1" baseline="-25000" dirty="0"/>
                <a:t>10</a:t>
              </a:r>
              <a:endParaRPr lang="en-US" altLang="zh-CN" sz="2400" b="1" dirty="0"/>
            </a:p>
          </p:txBody>
        </p:sp>
        <p:sp>
          <p:nvSpPr>
            <p:cNvPr id="41" name="Text Box 42">
              <a:extLst>
                <a:ext uri="{FF2B5EF4-FFF2-40B4-BE49-F238E27FC236}">
                  <a16:creationId xmlns:a16="http://schemas.microsoft.com/office/drawing/2014/main" id="{AC87A94A-72FE-4D48-93C2-19E22883DEE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12" y="3223"/>
              <a:ext cx="28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2400" b="1" dirty="0"/>
                <a:t>v</a:t>
              </a:r>
              <a:r>
                <a:rPr lang="en-US" altLang="zh-CN" sz="2400" b="1" baseline="-25000" dirty="0"/>
                <a:t>11</a:t>
              </a:r>
              <a:endParaRPr lang="en-US" altLang="zh-CN" sz="2400" b="1" dirty="0"/>
            </a:p>
          </p:txBody>
        </p:sp>
        <p:sp>
          <p:nvSpPr>
            <p:cNvPr id="42" name="Text Box 43">
              <a:extLst>
                <a:ext uri="{FF2B5EF4-FFF2-40B4-BE49-F238E27FC236}">
                  <a16:creationId xmlns:a16="http://schemas.microsoft.com/office/drawing/2014/main" id="{E1EDA593-E87B-49C4-915A-DD032FBC90A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116" y="3140"/>
              <a:ext cx="2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2400" b="1" dirty="0"/>
                <a:t>v</a:t>
              </a:r>
              <a:r>
                <a:rPr lang="en-US" altLang="zh-CN" sz="2400" b="1" baseline="-25000" dirty="0"/>
                <a:t>12</a:t>
              </a:r>
              <a:endParaRPr lang="en-US" altLang="zh-CN" sz="2400" b="1" dirty="0"/>
            </a:p>
          </p:txBody>
        </p:sp>
        <p:sp>
          <p:nvSpPr>
            <p:cNvPr id="43" name="Text Box 44">
              <a:extLst>
                <a:ext uri="{FF2B5EF4-FFF2-40B4-BE49-F238E27FC236}">
                  <a16:creationId xmlns:a16="http://schemas.microsoft.com/office/drawing/2014/main" id="{DF34FBFB-0DB6-493E-A59A-2BE8F5E1409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78" y="3608"/>
              <a:ext cx="28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2400" b="1" dirty="0"/>
                <a:t>v</a:t>
              </a:r>
              <a:r>
                <a:rPr lang="en-US" altLang="zh-CN" sz="2400" b="1" baseline="-25000" dirty="0"/>
                <a:t>13</a:t>
              </a:r>
              <a:endParaRPr lang="en-US" altLang="zh-CN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1619416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AF3532-82B4-482F-9DE6-42089E8D11DA}"/>
              </a:ext>
            </a:extLst>
          </p:cNvPr>
          <p:cNvSpPr/>
          <p:nvPr/>
        </p:nvSpPr>
        <p:spPr>
          <a:xfrm>
            <a:off x="1290172" y="1214991"/>
            <a:ext cx="7119281" cy="4978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Microsoft YaHei" panose="020B0503020204020204" charset="-122"/>
                <a:ea typeface="Microsoft YaHei" panose="020B0503020204020204" charset="-122"/>
              </a:rPr>
              <a:t>有序树：</a:t>
            </a:r>
            <a:r>
              <a:rPr lang="zh-CN" altLang="en-US" sz="2400" dirty="0"/>
              <a:t>设 </a:t>
            </a:r>
            <a:r>
              <a:rPr lang="en-US" altLang="zh-CN" sz="2400" dirty="0"/>
              <a:t>T </a:t>
            </a:r>
            <a:r>
              <a:rPr lang="zh-CN" altLang="en-US" sz="2400" dirty="0"/>
              <a:t>为根树，若给 </a:t>
            </a:r>
            <a:r>
              <a:rPr lang="en-US" altLang="zh-CN" sz="2400" dirty="0"/>
              <a:t>T </a:t>
            </a:r>
            <a:r>
              <a:rPr lang="zh-CN" altLang="en-US" sz="2400" dirty="0"/>
              <a:t>的每一层结点规定了顺序，则称 </a:t>
            </a:r>
            <a:r>
              <a:rPr lang="en-US" altLang="zh-CN" sz="2400" dirty="0"/>
              <a:t>T </a:t>
            </a:r>
            <a:r>
              <a:rPr lang="zh-CN" altLang="en-US" sz="2400" dirty="0"/>
              <a:t>为有序树。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2400" b="1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20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Microsoft YaHei" panose="020B0503020204020204" charset="-122"/>
                <a:ea typeface="Microsoft YaHei" panose="020B0503020204020204" charset="-122"/>
              </a:rPr>
              <a:t>(</a:t>
            </a:r>
            <a:r>
              <a:rPr lang="zh-CN" altLang="en-US" sz="2400" b="1" dirty="0">
                <a:latin typeface="Microsoft YaHei" panose="020B0503020204020204" charset="-122"/>
                <a:ea typeface="Microsoft YaHei" panose="020B0503020204020204" charset="-122"/>
              </a:rPr>
              <a:t>完全</a:t>
            </a:r>
            <a:r>
              <a:rPr lang="en-US" altLang="zh-CN" sz="2400" b="1" dirty="0">
                <a:latin typeface="Microsoft YaHei" panose="020B0503020204020204" charset="-122"/>
                <a:ea typeface="Microsoft YaHei" panose="020B0503020204020204" charset="-122"/>
              </a:rPr>
              <a:t>)m</a:t>
            </a:r>
            <a:r>
              <a:rPr lang="zh-CN" altLang="en-US" sz="2400" b="1" dirty="0">
                <a:latin typeface="Microsoft YaHei" panose="020B0503020204020204" charset="-122"/>
                <a:ea typeface="Microsoft YaHei" panose="020B0503020204020204" charset="-122"/>
              </a:rPr>
              <a:t>分树：</a:t>
            </a:r>
            <a:r>
              <a:rPr lang="zh-CN" altLang="en-US" sz="2400" dirty="0"/>
              <a:t>设</a:t>
            </a:r>
            <a:r>
              <a:rPr lang="en-US" altLang="zh-CN" sz="2400" dirty="0"/>
              <a:t>T</a:t>
            </a:r>
            <a:r>
              <a:rPr lang="zh-CN" altLang="en-US" sz="2400" dirty="0"/>
              <a:t>为有根树，若对于任意结点</a:t>
            </a:r>
            <a:r>
              <a:rPr lang="en-US" altLang="zh-CN" sz="2400" dirty="0"/>
              <a:t>v</a:t>
            </a:r>
            <a:r>
              <a:rPr lang="zh-CN" altLang="en-US" sz="2400" dirty="0"/>
              <a:t>，有 </a:t>
            </a:r>
            <a:r>
              <a:rPr lang="en-US" altLang="zh-CN" sz="2400" dirty="0"/>
              <a:t>deg</a:t>
            </a:r>
            <a:r>
              <a:rPr lang="en-US" altLang="zh-CN" sz="2400" baseline="30000" dirty="0"/>
              <a:t>+ </a:t>
            </a:r>
            <a:r>
              <a:rPr lang="en-US" altLang="zh-CN" sz="2400" dirty="0"/>
              <a:t>(v) ≤m, </a:t>
            </a:r>
            <a:r>
              <a:rPr lang="zh-CN" altLang="en-US" sz="2400" dirty="0"/>
              <a:t>则称此有根树为</a:t>
            </a:r>
            <a:r>
              <a:rPr lang="en-US" altLang="zh-CN" sz="2400" dirty="0"/>
              <a:t>m</a:t>
            </a:r>
            <a:r>
              <a:rPr lang="zh-CN" altLang="en-US" sz="2400" dirty="0"/>
              <a:t>分树。如果对每个结点</a:t>
            </a:r>
            <a:r>
              <a:rPr lang="en-US" altLang="zh-CN" sz="2400" dirty="0"/>
              <a:t>v</a:t>
            </a:r>
            <a:r>
              <a:rPr lang="zh-CN" altLang="en-US" sz="2400" dirty="0"/>
              <a:t>有</a:t>
            </a:r>
            <a:r>
              <a:rPr lang="en-US" altLang="zh-CN" sz="2400" dirty="0"/>
              <a:t>deg</a:t>
            </a:r>
            <a:r>
              <a:rPr lang="en-US" altLang="zh-CN" sz="2400" baseline="30000" dirty="0"/>
              <a:t>+ </a:t>
            </a:r>
            <a:r>
              <a:rPr lang="en-US" altLang="zh-CN" sz="2400" dirty="0"/>
              <a:t>(v)</a:t>
            </a:r>
            <a:r>
              <a:rPr lang="zh-CN" altLang="en-US" sz="2400" dirty="0"/>
              <a:t>＝</a:t>
            </a:r>
            <a:r>
              <a:rPr lang="en-US" altLang="zh-CN" sz="2400" dirty="0"/>
              <a:t>m</a:t>
            </a:r>
            <a:r>
              <a:rPr lang="zh-CN" altLang="en-US" sz="2400" dirty="0"/>
              <a:t>或者</a:t>
            </a:r>
            <a:r>
              <a:rPr lang="en-US" altLang="zh-CN" sz="2400" dirty="0"/>
              <a:t>deg</a:t>
            </a:r>
            <a:r>
              <a:rPr lang="en-US" altLang="zh-CN" sz="2400" baseline="30000" dirty="0"/>
              <a:t>+ </a:t>
            </a:r>
            <a:r>
              <a:rPr lang="en-US" altLang="zh-CN" sz="2400" dirty="0"/>
              <a:t>(v)</a:t>
            </a:r>
            <a:r>
              <a:rPr lang="zh-CN" altLang="en-US" sz="2400" dirty="0"/>
              <a:t>＝</a:t>
            </a:r>
            <a:r>
              <a:rPr lang="en-US" altLang="zh-CN" sz="2400" dirty="0"/>
              <a:t>0, </a:t>
            </a:r>
            <a:r>
              <a:rPr lang="zh-CN" altLang="en-US" sz="2400" dirty="0"/>
              <a:t>则称此有根树为完全</a:t>
            </a:r>
            <a:r>
              <a:rPr lang="en-US" altLang="zh-CN" sz="2400" dirty="0"/>
              <a:t>m</a:t>
            </a:r>
            <a:r>
              <a:rPr lang="zh-CN" altLang="en-US" sz="2400" dirty="0"/>
              <a:t>分树。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20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  </a:t>
            </a:r>
            <a:endParaRPr lang="en-US" altLang="zh-CN" sz="20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accent2"/>
                </a:solidFill>
                <a:latin typeface="Microsoft YaHei" panose="020B0503020204020204" charset="-122"/>
                <a:ea typeface="Microsoft YaHei" panose="020B0503020204020204" charset="-122"/>
              </a:rPr>
              <a:t>    </a:t>
            </a:r>
            <a:endParaRPr lang="zh-CN" altLang="en-US" dirty="0">
              <a:solidFill>
                <a:srgbClr val="CC33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5" name="Group 49">
            <a:extLst>
              <a:ext uri="{FF2B5EF4-FFF2-40B4-BE49-F238E27FC236}">
                <a16:creationId xmlns:a16="http://schemas.microsoft.com/office/drawing/2014/main" id="{96DB8A3D-C097-45BC-9936-C66AF176ED0F}"/>
              </a:ext>
            </a:extLst>
          </p:cNvPr>
          <p:cNvGrpSpPr>
            <a:grpSpLocks/>
          </p:cNvGrpSpPr>
          <p:nvPr/>
        </p:nvGrpSpPr>
        <p:grpSpPr bwMode="auto">
          <a:xfrm>
            <a:off x="8857128" y="2974206"/>
            <a:ext cx="2447925" cy="2886075"/>
            <a:chOff x="3606" y="2382"/>
            <a:chExt cx="1542" cy="1818"/>
          </a:xfrm>
        </p:grpSpPr>
        <p:grpSp>
          <p:nvGrpSpPr>
            <p:cNvPr id="6" name="Group 35">
              <a:extLst>
                <a:ext uri="{FF2B5EF4-FFF2-40B4-BE49-F238E27FC236}">
                  <a16:creationId xmlns:a16="http://schemas.microsoft.com/office/drawing/2014/main" id="{034D5F72-C72A-487D-B0B2-453E311862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4" y="2592"/>
              <a:ext cx="1434" cy="1455"/>
              <a:chOff x="3504" y="2709"/>
              <a:chExt cx="1434" cy="1455"/>
            </a:xfrm>
          </p:grpSpPr>
          <p:sp>
            <p:nvSpPr>
              <p:cNvPr id="19" name="Oval 4">
                <a:extLst>
                  <a:ext uri="{FF2B5EF4-FFF2-40B4-BE49-F238E27FC236}">
                    <a16:creationId xmlns:a16="http://schemas.microsoft.com/office/drawing/2014/main" id="{79714144-0BF5-42DF-81AF-FD120A9773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6" y="2709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Oval 5">
                <a:extLst>
                  <a:ext uri="{FF2B5EF4-FFF2-40B4-BE49-F238E27FC236}">
                    <a16:creationId xmlns:a16="http://schemas.microsoft.com/office/drawing/2014/main" id="{7A8AC1F1-017D-453F-98E8-E525739A1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0" y="3158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C1DFBCEA-95DF-4744-8B2E-189E80AF3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4" y="3158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Oval 8">
                <a:extLst>
                  <a:ext uri="{FF2B5EF4-FFF2-40B4-BE49-F238E27FC236}">
                    <a16:creationId xmlns:a16="http://schemas.microsoft.com/office/drawing/2014/main" id="{08D144BA-715A-42CC-9FF5-01A601BC26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1" y="3614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Oval 9">
                <a:extLst>
                  <a:ext uri="{FF2B5EF4-FFF2-40B4-BE49-F238E27FC236}">
                    <a16:creationId xmlns:a16="http://schemas.microsoft.com/office/drawing/2014/main" id="{BBC2F5CA-E916-479C-BCC2-F56C3899D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" y="3617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Oval 10">
                <a:extLst>
                  <a:ext uri="{FF2B5EF4-FFF2-40B4-BE49-F238E27FC236}">
                    <a16:creationId xmlns:a16="http://schemas.microsoft.com/office/drawing/2014/main" id="{00416487-0C52-40B0-AD2A-158B4FF7BD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3617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Oval 7">
                <a:extLst>
                  <a:ext uri="{FF2B5EF4-FFF2-40B4-BE49-F238E27FC236}">
                    <a16:creationId xmlns:a16="http://schemas.microsoft.com/office/drawing/2014/main" id="{742B4107-00B0-40E5-B4F7-7195F16AB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9" y="3155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Oval 11">
                <a:extLst>
                  <a:ext uri="{FF2B5EF4-FFF2-40B4-BE49-F238E27FC236}">
                    <a16:creationId xmlns:a16="http://schemas.microsoft.com/office/drawing/2014/main" id="{0D6B048B-C217-4B75-BB03-3B6359C7DA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8" y="3615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Oval 12">
                <a:extLst>
                  <a:ext uri="{FF2B5EF4-FFF2-40B4-BE49-F238E27FC236}">
                    <a16:creationId xmlns:a16="http://schemas.microsoft.com/office/drawing/2014/main" id="{B31CB85D-B18B-4B4F-89C6-67A2403440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3614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Oval 13">
                <a:extLst>
                  <a:ext uri="{FF2B5EF4-FFF2-40B4-BE49-F238E27FC236}">
                    <a16:creationId xmlns:a16="http://schemas.microsoft.com/office/drawing/2014/main" id="{691FC861-7C61-4706-AA7C-19E12B26C2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0" y="4073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Oval 14">
                <a:extLst>
                  <a:ext uri="{FF2B5EF4-FFF2-40B4-BE49-F238E27FC236}">
                    <a16:creationId xmlns:a16="http://schemas.microsoft.com/office/drawing/2014/main" id="{581D6AA1-50AC-45C9-ACF9-E0BC2E70E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8" y="4073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Oval 15">
                <a:extLst>
                  <a:ext uri="{FF2B5EF4-FFF2-40B4-BE49-F238E27FC236}">
                    <a16:creationId xmlns:a16="http://schemas.microsoft.com/office/drawing/2014/main" id="{B022F6F4-FB1A-41F3-823B-1F6CF6C191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7" y="4073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Freeform 22">
                <a:extLst>
                  <a:ext uri="{FF2B5EF4-FFF2-40B4-BE49-F238E27FC236}">
                    <a16:creationId xmlns:a16="http://schemas.microsoft.com/office/drawing/2014/main" id="{64F7BF27-7A8F-4D9E-B844-E511FB4F08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3705"/>
                <a:ext cx="138" cy="372"/>
              </a:xfrm>
              <a:custGeom>
                <a:avLst/>
                <a:gdLst>
                  <a:gd name="T0" fmla="*/ 138 w 138"/>
                  <a:gd name="T1" fmla="*/ 0 h 372"/>
                  <a:gd name="T2" fmla="*/ 0 w 138"/>
                  <a:gd name="T3" fmla="*/ 37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8" h="372">
                    <a:moveTo>
                      <a:pt x="138" y="0"/>
                    </a:moveTo>
                    <a:lnTo>
                      <a:pt x="0" y="372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Freeform 24">
                <a:extLst>
                  <a:ext uri="{FF2B5EF4-FFF2-40B4-BE49-F238E27FC236}">
                    <a16:creationId xmlns:a16="http://schemas.microsoft.com/office/drawing/2014/main" id="{C7DBC655-C402-424D-8FCD-7ECB93F8DE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3" y="3702"/>
                <a:ext cx="138" cy="369"/>
              </a:xfrm>
              <a:custGeom>
                <a:avLst/>
                <a:gdLst>
                  <a:gd name="T0" fmla="*/ 0 w 138"/>
                  <a:gd name="T1" fmla="*/ 0 h 369"/>
                  <a:gd name="T2" fmla="*/ 138 w 138"/>
                  <a:gd name="T3" fmla="*/ 369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8" h="369">
                    <a:moveTo>
                      <a:pt x="0" y="0"/>
                    </a:moveTo>
                    <a:lnTo>
                      <a:pt x="138" y="369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Freeform 25">
                <a:extLst>
                  <a:ext uri="{FF2B5EF4-FFF2-40B4-BE49-F238E27FC236}">
                    <a16:creationId xmlns:a16="http://schemas.microsoft.com/office/drawing/2014/main" id="{8C1622DB-255B-4CA8-91D2-DD8B6E764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4" y="3708"/>
                <a:ext cx="156" cy="366"/>
              </a:xfrm>
              <a:custGeom>
                <a:avLst/>
                <a:gdLst>
                  <a:gd name="T0" fmla="*/ 0 w 156"/>
                  <a:gd name="T1" fmla="*/ 0 h 366"/>
                  <a:gd name="T2" fmla="*/ 156 w 156"/>
                  <a:gd name="T3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6" h="366">
                    <a:moveTo>
                      <a:pt x="0" y="0"/>
                    </a:moveTo>
                    <a:lnTo>
                      <a:pt x="156" y="366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Freeform 26">
                <a:extLst>
                  <a:ext uri="{FF2B5EF4-FFF2-40B4-BE49-F238E27FC236}">
                    <a16:creationId xmlns:a16="http://schemas.microsoft.com/office/drawing/2014/main" id="{E5CBFBD2-D2C6-46B5-8C8D-8A18A4089A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" y="3243"/>
                <a:ext cx="123" cy="369"/>
              </a:xfrm>
              <a:custGeom>
                <a:avLst/>
                <a:gdLst>
                  <a:gd name="T0" fmla="*/ 123 w 123"/>
                  <a:gd name="T1" fmla="*/ 0 h 369"/>
                  <a:gd name="T2" fmla="*/ 0 w 123"/>
                  <a:gd name="T3" fmla="*/ 369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3" h="369">
                    <a:moveTo>
                      <a:pt x="123" y="0"/>
                    </a:moveTo>
                    <a:lnTo>
                      <a:pt x="0" y="369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Freeform 27">
                <a:extLst>
                  <a:ext uri="{FF2B5EF4-FFF2-40B4-BE49-F238E27FC236}">
                    <a16:creationId xmlns:a16="http://schemas.microsoft.com/office/drawing/2014/main" id="{1EAB01BE-435F-4DD2-AE45-8F0EC0EC0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8" y="3243"/>
                <a:ext cx="132" cy="375"/>
              </a:xfrm>
              <a:custGeom>
                <a:avLst/>
                <a:gdLst>
                  <a:gd name="T0" fmla="*/ 0 w 132"/>
                  <a:gd name="T1" fmla="*/ 0 h 375"/>
                  <a:gd name="T2" fmla="*/ 132 w 132"/>
                  <a:gd name="T3" fmla="*/ 375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2" h="375">
                    <a:moveTo>
                      <a:pt x="0" y="0"/>
                    </a:moveTo>
                    <a:lnTo>
                      <a:pt x="132" y="375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Freeform 28">
                <a:extLst>
                  <a:ext uri="{FF2B5EF4-FFF2-40B4-BE49-F238E27FC236}">
                    <a16:creationId xmlns:a16="http://schemas.microsoft.com/office/drawing/2014/main" id="{189A6F74-965C-4C06-936C-2742C86A8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8" y="3246"/>
                <a:ext cx="291" cy="375"/>
              </a:xfrm>
              <a:custGeom>
                <a:avLst/>
                <a:gdLst>
                  <a:gd name="T0" fmla="*/ 291 w 291"/>
                  <a:gd name="T1" fmla="*/ 0 h 375"/>
                  <a:gd name="T2" fmla="*/ 0 w 291"/>
                  <a:gd name="T3" fmla="*/ 375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91" h="375">
                    <a:moveTo>
                      <a:pt x="291" y="0"/>
                    </a:moveTo>
                    <a:lnTo>
                      <a:pt x="0" y="375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Freeform 29">
                <a:extLst>
                  <a:ext uri="{FF2B5EF4-FFF2-40B4-BE49-F238E27FC236}">
                    <a16:creationId xmlns:a16="http://schemas.microsoft.com/office/drawing/2014/main" id="{9AF2213F-A39E-43B8-BC92-176E0A465D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6" y="3255"/>
                <a:ext cx="1" cy="357"/>
              </a:xfrm>
              <a:custGeom>
                <a:avLst/>
                <a:gdLst>
                  <a:gd name="T0" fmla="*/ 0 w 1"/>
                  <a:gd name="T1" fmla="*/ 0 h 357"/>
                  <a:gd name="T2" fmla="*/ 0 w 1"/>
                  <a:gd name="T3" fmla="*/ 357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57">
                    <a:moveTo>
                      <a:pt x="0" y="0"/>
                    </a:moveTo>
                    <a:lnTo>
                      <a:pt x="0" y="357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Freeform 30">
                <a:extLst>
                  <a:ext uri="{FF2B5EF4-FFF2-40B4-BE49-F238E27FC236}">
                    <a16:creationId xmlns:a16="http://schemas.microsoft.com/office/drawing/2014/main" id="{DA319ABB-A2E2-4B65-B270-C4EFCF3492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6" y="3246"/>
                <a:ext cx="288" cy="372"/>
              </a:xfrm>
              <a:custGeom>
                <a:avLst/>
                <a:gdLst>
                  <a:gd name="T0" fmla="*/ 0 w 288"/>
                  <a:gd name="T1" fmla="*/ 0 h 372"/>
                  <a:gd name="T2" fmla="*/ 288 w 288"/>
                  <a:gd name="T3" fmla="*/ 37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8" h="372">
                    <a:moveTo>
                      <a:pt x="0" y="0"/>
                    </a:moveTo>
                    <a:lnTo>
                      <a:pt x="288" y="372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Freeform 32">
                <a:extLst>
                  <a:ext uri="{FF2B5EF4-FFF2-40B4-BE49-F238E27FC236}">
                    <a16:creationId xmlns:a16="http://schemas.microsoft.com/office/drawing/2014/main" id="{58231DF5-16AE-46CD-9ABA-1A4B19F47C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1" y="2802"/>
                <a:ext cx="1" cy="357"/>
              </a:xfrm>
              <a:custGeom>
                <a:avLst/>
                <a:gdLst>
                  <a:gd name="T0" fmla="*/ 0 w 1"/>
                  <a:gd name="T1" fmla="*/ 0 h 357"/>
                  <a:gd name="T2" fmla="*/ 0 w 1"/>
                  <a:gd name="T3" fmla="*/ 357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57">
                    <a:moveTo>
                      <a:pt x="0" y="0"/>
                    </a:moveTo>
                    <a:lnTo>
                      <a:pt x="0" y="357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Freeform 33">
                <a:extLst>
                  <a:ext uri="{FF2B5EF4-FFF2-40B4-BE49-F238E27FC236}">
                    <a16:creationId xmlns:a16="http://schemas.microsoft.com/office/drawing/2014/main" id="{F6428F09-9F49-4EE5-85D6-220047394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8" y="2784"/>
                <a:ext cx="291" cy="378"/>
              </a:xfrm>
              <a:custGeom>
                <a:avLst/>
                <a:gdLst>
                  <a:gd name="T0" fmla="*/ 291 w 291"/>
                  <a:gd name="T1" fmla="*/ 0 h 378"/>
                  <a:gd name="T2" fmla="*/ 0 w 291"/>
                  <a:gd name="T3" fmla="*/ 378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91" h="378">
                    <a:moveTo>
                      <a:pt x="291" y="0"/>
                    </a:moveTo>
                    <a:lnTo>
                      <a:pt x="0" y="378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Freeform 34">
                <a:extLst>
                  <a:ext uri="{FF2B5EF4-FFF2-40B4-BE49-F238E27FC236}">
                    <a16:creationId xmlns:a16="http://schemas.microsoft.com/office/drawing/2014/main" id="{CBD687C3-5929-4A93-AF87-43E1F5ADAF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2787"/>
                <a:ext cx="291" cy="369"/>
              </a:xfrm>
              <a:custGeom>
                <a:avLst/>
                <a:gdLst>
                  <a:gd name="T0" fmla="*/ 0 w 291"/>
                  <a:gd name="T1" fmla="*/ 0 h 369"/>
                  <a:gd name="T2" fmla="*/ 291 w 291"/>
                  <a:gd name="T3" fmla="*/ 369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91" h="369">
                    <a:moveTo>
                      <a:pt x="0" y="0"/>
                    </a:moveTo>
                    <a:lnTo>
                      <a:pt x="291" y="369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" name="Text Box 36">
              <a:extLst>
                <a:ext uri="{FF2B5EF4-FFF2-40B4-BE49-F238E27FC236}">
                  <a16:creationId xmlns:a16="http://schemas.microsoft.com/office/drawing/2014/main" id="{7AA075B1-28B9-47C2-A58C-C1639E184F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6" y="2382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 dirty="0"/>
                <a:t>v</a:t>
              </a:r>
              <a:r>
                <a:rPr lang="en-US" altLang="zh-CN" sz="2000" baseline="-25000" dirty="0"/>
                <a:t>0</a:t>
              </a:r>
              <a:endParaRPr lang="en-US" altLang="zh-CN" sz="2000" dirty="0"/>
            </a:p>
          </p:txBody>
        </p:sp>
        <p:sp>
          <p:nvSpPr>
            <p:cNvPr id="8" name="Text Box 37">
              <a:extLst>
                <a:ext uri="{FF2B5EF4-FFF2-40B4-BE49-F238E27FC236}">
                  <a16:creationId xmlns:a16="http://schemas.microsoft.com/office/drawing/2014/main" id="{F46281C0-B814-492A-A522-04F2AAA4A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2922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1</a:t>
              </a:r>
              <a:endParaRPr lang="en-US" altLang="zh-CN" sz="2000"/>
            </a:p>
          </p:txBody>
        </p:sp>
        <p:sp>
          <p:nvSpPr>
            <p:cNvPr id="9" name="Text Box 38">
              <a:extLst>
                <a:ext uri="{FF2B5EF4-FFF2-40B4-BE49-F238E27FC236}">
                  <a16:creationId xmlns:a16="http://schemas.microsoft.com/office/drawing/2014/main" id="{FEA92474-E34C-4E46-807C-81C8E096C2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6" y="3084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 dirty="0"/>
                <a:t>v</a:t>
              </a:r>
              <a:r>
                <a:rPr lang="en-US" altLang="zh-CN" sz="2000" baseline="-25000" dirty="0"/>
                <a:t>2</a:t>
              </a:r>
              <a:endParaRPr lang="en-US" altLang="zh-CN" sz="2000" dirty="0"/>
            </a:p>
          </p:txBody>
        </p:sp>
        <p:sp>
          <p:nvSpPr>
            <p:cNvPr id="10" name="Text Box 39">
              <a:extLst>
                <a:ext uri="{FF2B5EF4-FFF2-40B4-BE49-F238E27FC236}">
                  <a16:creationId xmlns:a16="http://schemas.microsoft.com/office/drawing/2014/main" id="{EDF8F7A8-DE58-4FD1-A9F8-5FC5F92941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2958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3</a:t>
              </a:r>
              <a:endParaRPr lang="en-US" altLang="zh-CN" sz="2000"/>
            </a:p>
          </p:txBody>
        </p:sp>
        <p:sp>
          <p:nvSpPr>
            <p:cNvPr id="11" name="Text Box 40">
              <a:extLst>
                <a:ext uri="{FF2B5EF4-FFF2-40B4-BE49-F238E27FC236}">
                  <a16:creationId xmlns:a16="http://schemas.microsoft.com/office/drawing/2014/main" id="{C8CC04B2-D9A8-4518-859E-26B734A163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3558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4</a:t>
              </a:r>
              <a:endParaRPr lang="en-US" altLang="zh-CN" sz="2000"/>
            </a:p>
          </p:txBody>
        </p:sp>
        <p:sp>
          <p:nvSpPr>
            <p:cNvPr id="12" name="Text Box 41">
              <a:extLst>
                <a:ext uri="{FF2B5EF4-FFF2-40B4-BE49-F238E27FC236}">
                  <a16:creationId xmlns:a16="http://schemas.microsoft.com/office/drawing/2014/main" id="{244EE323-E787-4437-B374-1DE59F09DD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3564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5</a:t>
              </a:r>
              <a:endParaRPr lang="en-US" altLang="zh-CN" sz="2000"/>
            </a:p>
          </p:txBody>
        </p:sp>
        <p:sp>
          <p:nvSpPr>
            <p:cNvPr id="13" name="Text Box 42">
              <a:extLst>
                <a:ext uri="{FF2B5EF4-FFF2-40B4-BE49-F238E27FC236}">
                  <a16:creationId xmlns:a16="http://schemas.microsoft.com/office/drawing/2014/main" id="{62A6B524-B525-4938-8F02-2B67F7B083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6" y="3558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6</a:t>
              </a:r>
              <a:endParaRPr lang="en-US" altLang="zh-CN" sz="2000"/>
            </a:p>
          </p:txBody>
        </p:sp>
        <p:sp>
          <p:nvSpPr>
            <p:cNvPr id="14" name="Text Box 43">
              <a:extLst>
                <a:ext uri="{FF2B5EF4-FFF2-40B4-BE49-F238E27FC236}">
                  <a16:creationId xmlns:a16="http://schemas.microsoft.com/office/drawing/2014/main" id="{D134D200-2F52-4501-A11F-62C03A72C9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6" y="3438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7</a:t>
              </a:r>
              <a:endParaRPr lang="en-US" altLang="zh-CN" sz="2000"/>
            </a:p>
          </p:txBody>
        </p:sp>
        <p:sp>
          <p:nvSpPr>
            <p:cNvPr id="15" name="Text Box 44">
              <a:extLst>
                <a:ext uri="{FF2B5EF4-FFF2-40B4-BE49-F238E27FC236}">
                  <a16:creationId xmlns:a16="http://schemas.microsoft.com/office/drawing/2014/main" id="{68C7D898-4E91-4F76-AB9B-87C2C54E0C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2" y="3438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8</a:t>
              </a:r>
              <a:endParaRPr lang="en-US" altLang="zh-CN" sz="2000"/>
            </a:p>
          </p:txBody>
        </p:sp>
        <p:sp>
          <p:nvSpPr>
            <p:cNvPr id="16" name="Text Box 45">
              <a:extLst>
                <a:ext uri="{FF2B5EF4-FFF2-40B4-BE49-F238E27FC236}">
                  <a16:creationId xmlns:a16="http://schemas.microsoft.com/office/drawing/2014/main" id="{6ADBFDDC-D935-4874-BD35-D8A4AE734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4008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9</a:t>
              </a:r>
              <a:endParaRPr lang="en-US" altLang="zh-CN" sz="2000"/>
            </a:p>
          </p:txBody>
        </p:sp>
        <p:sp>
          <p:nvSpPr>
            <p:cNvPr id="17" name="Text Box 46">
              <a:extLst>
                <a:ext uri="{FF2B5EF4-FFF2-40B4-BE49-F238E27FC236}">
                  <a16:creationId xmlns:a16="http://schemas.microsoft.com/office/drawing/2014/main" id="{06B3D057-3D9D-4B83-908D-F23E1C6BF1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4008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10</a:t>
              </a:r>
              <a:endParaRPr lang="en-US" altLang="zh-CN" sz="2000"/>
            </a:p>
          </p:txBody>
        </p:sp>
        <p:sp>
          <p:nvSpPr>
            <p:cNvPr id="18" name="Text Box 47">
              <a:extLst>
                <a:ext uri="{FF2B5EF4-FFF2-40B4-BE49-F238E27FC236}">
                  <a16:creationId xmlns:a16="http://schemas.microsoft.com/office/drawing/2014/main" id="{56C214A1-A1C9-40C6-B97C-D40C615484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6" y="4008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11</a:t>
              </a:r>
              <a:endParaRPr lang="en-US" altLang="zh-CN" sz="2000"/>
            </a:p>
          </p:txBody>
        </p:sp>
      </p:grpSp>
    </p:spTree>
    <p:extLst>
      <p:ext uri="{BB962C8B-B14F-4D97-AF65-F5344CB8AC3E}">
        <p14:creationId xmlns:p14="http://schemas.microsoft.com/office/powerpoint/2010/main" val="1340588873"/>
      </p:ext>
    </p:extLst>
  </p:cSld>
  <p:clrMapOvr>
    <a:masterClrMapping/>
  </p:clrMapOvr>
  <p:transition spd="slow" advTm="0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占位符 41986">
            <a:extLst>
              <a:ext uri="{FF2B5EF4-FFF2-40B4-BE49-F238E27FC236}">
                <a16:creationId xmlns:a16="http://schemas.microsoft.com/office/drawing/2014/main" id="{EB5D2628-AA9C-4209-BCE6-5A8B8E3265E7}"/>
              </a:ext>
            </a:extLst>
          </p:cNvPr>
          <p:cNvSpPr txBox="1">
            <a:spLocks/>
          </p:cNvSpPr>
          <p:nvPr/>
        </p:nvSpPr>
        <p:spPr>
          <a:xfrm>
            <a:off x="1916884" y="1485348"/>
            <a:ext cx="8229600" cy="452596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accent2"/>
                </a:solidFill>
                <a:latin typeface="Microsoft YaHei" panose="020B0503020204020204" charset="-122"/>
                <a:ea typeface="Microsoft YaHei" panose="020B0503020204020204" charset="-122"/>
              </a:rPr>
              <a:t>问题探讨</a:t>
            </a:r>
          </a:p>
          <a:p>
            <a:pPr marL="609600" indent="-609600">
              <a:buFont typeface="Symbol" panose="05050102010706020507" pitchFamily="2" charset="2"/>
              <a:buAutoNum type="arabicParenBoth"/>
            </a:pPr>
            <a:endParaRPr lang="zh-CN" altLang="en-US" sz="2000" dirty="0">
              <a:solidFill>
                <a:schemeClr val="accent2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marL="0" indent="0">
              <a:buFont typeface="Symbol" panose="05050102010706020507" pitchFamily="2" charset="2"/>
              <a:buNone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（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）存在一棵有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n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片叶的完全两分树 </a:t>
            </a:r>
          </a:p>
          <a:p>
            <a:pPr marL="0" indent="0">
              <a:buNone/>
            </a:pPr>
            <a:endParaRPr lang="en-US" altLang="zh-CN" sz="2000" b="1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0" indent="0">
              <a:buNone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（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）高为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h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的完全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m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（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m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≥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）分树至多有多少叶子结点？至少呢？</a:t>
            </a:r>
          </a:p>
          <a:p>
            <a:pPr marL="0" indent="0">
              <a:buFont typeface="Symbol" panose="05050102010706020507" pitchFamily="2" charset="2"/>
              <a:buNone/>
            </a:pPr>
            <a:endParaRPr lang="en-US" altLang="zh-CN" sz="2000" b="1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0" indent="0">
              <a:buFont typeface="Symbol" panose="05050102010706020507" pitchFamily="2" charset="2"/>
              <a:buNone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（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）某完全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m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分树的叶子结点数为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t, 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分支结点数为</a:t>
            </a:r>
            <a:r>
              <a:rPr lang="en-US" altLang="zh-CN" sz="2000" b="1" dirty="0" err="1">
                <a:latin typeface="Microsoft YaHei" panose="020B0503020204020204" charset="-122"/>
                <a:ea typeface="Microsoft YaHei" panose="020B0503020204020204" charset="-122"/>
              </a:rPr>
              <a:t>i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, 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则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(m-1)</a:t>
            </a:r>
            <a:r>
              <a:rPr lang="en-US" altLang="zh-CN" sz="2000" b="1" dirty="0" err="1">
                <a:latin typeface="Microsoft YaHei" panose="020B0503020204020204" charset="-122"/>
                <a:ea typeface="Microsoft YaHei" panose="020B0503020204020204" charset="-122"/>
              </a:rPr>
              <a:t>i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=t-1</a:t>
            </a:r>
          </a:p>
          <a:p>
            <a:pPr marL="609600" indent="-609600">
              <a:buFont typeface="Symbol" panose="05050102010706020507" pitchFamily="2" charset="2"/>
              <a:buAutoNum type="arabicParenBoth"/>
            </a:pPr>
            <a:endParaRPr lang="en-US" altLang="zh-CN" sz="2000" b="1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0" indent="0">
              <a:buFont typeface="Symbol" panose="05050102010706020507" pitchFamily="2" charset="2"/>
              <a:buNone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（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）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为有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片叶的完全两分树，则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有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2(t-1)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条边</a:t>
            </a:r>
          </a:p>
        </p:txBody>
      </p:sp>
    </p:spTree>
    <p:extLst>
      <p:ext uri="{BB962C8B-B14F-4D97-AF65-F5344CB8AC3E}">
        <p14:creationId xmlns:p14="http://schemas.microsoft.com/office/powerpoint/2010/main" val="3357887500"/>
      </p:ext>
    </p:extLst>
  </p:cSld>
  <p:clrMapOvr>
    <a:masterClrMapping/>
  </p:clrMapOvr>
  <p:transition spd="slow" advTm="0">
    <p:wip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7983</TotalTime>
  <Words>2324</Words>
  <Application>Microsoft Office PowerPoint</Application>
  <PresentationFormat>宽屏</PresentationFormat>
  <Paragraphs>454</Paragraphs>
  <Slides>27</Slides>
  <Notes>27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6" baseType="lpstr">
      <vt:lpstr>等线</vt:lpstr>
      <vt:lpstr>等线 Light</vt:lpstr>
      <vt:lpstr>黑体</vt:lpstr>
      <vt:lpstr>KaiTi</vt:lpstr>
      <vt:lpstr>宋体</vt:lpstr>
      <vt:lpstr>宋体</vt:lpstr>
      <vt:lpstr>微软雅黑</vt:lpstr>
      <vt:lpstr>微软雅黑</vt:lpstr>
      <vt:lpstr>Microsoft YaHei Light</vt:lpstr>
      <vt:lpstr>Arial</vt:lpstr>
      <vt:lpstr>Arial Black</vt:lpstr>
      <vt:lpstr>Comic Sans MS</vt:lpstr>
      <vt:lpstr>Lucida Handwriting</vt:lpstr>
      <vt:lpstr>Segoe UI Semibold</vt:lpstr>
      <vt:lpstr>Symbol</vt:lpstr>
      <vt:lpstr>Times New Roman</vt:lpstr>
      <vt:lpstr>Wingdings</vt:lpstr>
      <vt:lpstr>Office 主题​​</vt:lpstr>
      <vt:lpstr>WPS.Doc.6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wyq</dc:creator>
  <cp:lastModifiedBy>y z</cp:lastModifiedBy>
  <cp:revision>66</cp:revision>
  <dcterms:created xsi:type="dcterms:W3CDTF">2021-11-05T13:12:46Z</dcterms:created>
  <dcterms:modified xsi:type="dcterms:W3CDTF">2025-12-15T16:04:59Z</dcterms:modified>
</cp:coreProperties>
</file>